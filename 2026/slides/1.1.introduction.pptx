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Default Extension="fntdata" ContentType="application/x-fontdata"/>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theme/theme1.xml" ContentType="application/vnd.openxmlformats-officedocument.theme+xml"/>
  <Override PartName="/ppt/theme/theme17.xml" ContentType="application/vnd.openxmlformats-officedocument.theme+xml"/>
  <Override PartName="/ppt/slideLayouts/slideLayout9.xml" ContentType="application/vnd.openxmlformats-officedocument.presentationml.slideLayout+xml"/>
  <Override PartName="/ppt/slideLayouts/slideLayout13.xml" ContentType="application/vnd.openxmlformats-officedocument.presentationml.slideLayout+xml"/>
  <Override PartName="/ppt/slideLayouts/slideLayout8.xml" ContentType="application/vnd.openxmlformats-officedocument.presentationml.slideLayout+xml"/>
  <Override PartName="/ppt/slideLayouts/slideLayout1.xml" ContentType="application/vnd.openxmlformats-officedocument.presentationml.slideLayout+xml"/>
  <Override PartName="/ppt/slideLayouts/slideLayout16.xml" ContentType="application/vnd.openxmlformats-officedocument.presentationml.slideLayout+xml"/>
  <Override PartName="/ppt/slideLayouts/slideLayout14.xml" ContentType="application/vnd.openxmlformats-officedocument.presentationml.slideLayout+xml"/>
  <Override PartName="/ppt/slideLayouts/slideLayout10.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3.xml" ContentType="application/vnd.openxmlformats-officedocument.presentationml.slideLayout+xml"/>
  <Override PartName="/ppt/slideLayouts/slideLayout6.xml" ContentType="application/vnd.openxmlformats-officedocument.presentationml.slideLayout+xml"/>
  <Override PartName="/ppt/slideLayouts/_rels/slideLayout5.xml.rels" ContentType="application/vnd.openxmlformats-package.relationships+xml"/>
  <Override PartName="/ppt/slideLayouts/_rels/slideLayout12.xml.rels" ContentType="application/vnd.openxmlformats-package.relationships+xml"/>
  <Override PartName="/ppt/slideLayouts/_rels/slideLayout4.xml.rels" ContentType="application/vnd.openxmlformats-package.relationships+xml"/>
  <Override PartName="/ppt/slideLayouts/_rels/slideLayout1.xml.rels" ContentType="application/vnd.openxmlformats-package.relationships+xml"/>
  <Override PartName="/ppt/slideLayouts/_rels/slideLayout13.xml.rels" ContentType="application/vnd.openxmlformats-package.relationships+xml"/>
  <Override PartName="/ppt/slideLayouts/_rels/slideLayout8.xml.rels" ContentType="application/vnd.openxmlformats-package.relationships+xml"/>
  <Override PartName="/ppt/slideLayouts/_rels/slideLayout9.xml.rels" ContentType="application/vnd.openxmlformats-package.relationships+xml"/>
  <Override PartName="/ppt/slideLayouts/_rels/slideLayout7.xml.rels" ContentType="application/vnd.openxmlformats-package.relationships+xml"/>
  <Override PartName="/ppt/slideLayouts/_rels/slideLayout16.xml.rels" ContentType="application/vnd.openxmlformats-package.relationships+xml"/>
  <Override PartName="/ppt/slideLayouts/_rels/slideLayout14.xml.rels" ContentType="application/vnd.openxmlformats-package.relationships+xml"/>
  <Override PartName="/ppt/slideLayouts/_rels/slideLayout15.xml.rels" ContentType="application/vnd.openxmlformats-package.relationships+xml"/>
  <Override PartName="/ppt/slideLayouts/_rels/slideLayout6.xml.rels" ContentType="application/vnd.openxmlformats-package.relationships+xml"/>
  <Override PartName="/ppt/slideLayouts/_rels/slideLayout2.xml.rels" ContentType="application/vnd.openxmlformats-package.relationships+xml"/>
  <Override PartName="/ppt/slideLayouts/_rels/slideLayout10.xml.rels" ContentType="application/vnd.openxmlformats-package.relationships+xml"/>
  <Override PartName="/ppt/slideLayouts/_rels/slideLayout3.xml.rels" ContentType="application/vnd.openxmlformats-package.relationships+xml"/>
  <Override PartName="/ppt/slideLayouts/_rels/slideLayout11.xml.rels" ContentType="application/vnd.openxmlformats-package.relationship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7.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presProps.xml" ContentType="application/vnd.openxmlformats-officedocument.presentationml.presProps+xml"/>
  <Override PartName="/ppt/media/image6.png" ContentType="image/png"/>
  <Override PartName="/ppt/media/image2.png" ContentType="image/png"/>
  <Override PartName="/ppt/media/image3.png" ContentType="image/png"/>
  <Override PartName="/ppt/media/image5.png" ContentType="image/png"/>
  <Override PartName="/ppt/media/image1.jpeg" ContentType="image/jpeg"/>
  <Override PartName="/ppt/media/image4.jpeg" ContentType="image/jpeg"/>
  <Override PartName="/ppt/media/image7.png" ContentType="image/png"/>
  <Override PartName="/ppt/slides/_rels/slide7.xml.rels" ContentType="application/vnd.openxmlformats-package.relationships+xml"/>
  <Override PartName="/ppt/slides/_rels/slide6.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xml.rels" ContentType="application/vnd.openxmlformats-package.relationships+xml"/>
  <Override PartName="/ppt/slides/_rels/slide8.xml.rels" ContentType="application/vnd.openxmlformats-package.relationships+xml"/>
  <Override PartName="/ppt/slides/_rels/slide17.xml.rels" ContentType="application/vnd.openxmlformats-package.relationships+xml"/>
  <Override PartName="/ppt/slides/_rels/slide12.xml.rels" ContentType="application/vnd.openxmlformats-package.relationships+xml"/>
  <Override PartName="/ppt/slides/_rels/slide10.xml.rels" ContentType="application/vnd.openxmlformats-package.relationships+xml"/>
  <Override PartName="/ppt/slides/_rels/slide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16.xml.rels" ContentType="application/vnd.openxmlformats-package.relationships+xml"/>
  <Override PartName="/ppt/slides/_rels/slide5.xml.rels" ContentType="application/vnd.openxmlformats-package.relationships+xml"/>
  <Override PartName="/ppt/slides/_rels/slide3.xml.rels" ContentType="application/vnd.openxmlformats-package.relationships+xml"/>
  <Override PartName="/ppt/slides/_rels/slide15.xml.rels" ContentType="application/vnd.openxmlformats-package.relationships+xml"/>
  <Override PartName="/ppt/slides/_rels/slide4.xml.rels" ContentType="application/vnd.openxmlformats-package.relationships+xml"/>
  <Override PartName="/ppt/slides/slide12.xml" ContentType="application/vnd.openxmlformats-officedocument.presentationml.slide+xml"/>
  <Override PartName="/ppt/slides/slide11.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15.xml" ContentType="application/vnd.openxmlformats-officedocument.presentationml.slide+xml"/>
  <Override PartName="/ppt/slides/slide3.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3.xml" ContentType="application/vnd.openxmlformats-officedocument.presentationml.slide+xml"/>
  <Override PartName="/ppt/slides/slide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2.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notesSlides/_rels/notesSlide5.xml.rels" ContentType="application/vnd.openxmlformats-package.relationships+xml"/>
  <Override PartName="/ppt/notesSlides/_rels/notesSlide17.xml.rels" ContentType="application/vnd.openxmlformats-package.relationships+xml"/>
  <Override PartName="/ppt/notesSlides/_rels/notesSlide12.xml.rels" ContentType="application/vnd.openxmlformats-package.relationships+xml"/>
  <Override PartName="/ppt/notesSlides/_rels/notesSlide7.xml.rels" ContentType="application/vnd.openxmlformats-package.relationships+xml"/>
  <Override PartName="/ppt/notesSlides/_rels/notesSlide16.xml.rels" ContentType="application/vnd.openxmlformats-package.relationships+xml"/>
  <Override PartName="/ppt/notesSlides/_rels/notesSlide4.xml.rels" ContentType="application/vnd.openxmlformats-package.relationships+xml"/>
  <Override PartName="/ppt/notesSlides/_rels/notesSlide9.xml.rels" ContentType="application/vnd.openxmlformats-package.relationships+xml"/>
  <Override PartName="/ppt/notesSlides/_rels/notesSlide6.xml.rels" ContentType="application/vnd.openxmlformats-package.relationships+xml"/>
  <Override PartName="/ppt/notesSlides/_rels/notesSlide1.xml.rels" ContentType="application/vnd.openxmlformats-package.relationships+xml"/>
  <Override PartName="/ppt/notesSlides/_rels/notesSlide8.xml.rels" ContentType="application/vnd.openxmlformats-package.relationships+xml"/>
  <Override PartName="/ppt/notesSlides/_rels/notesSlide13.xml.rels" ContentType="application/vnd.openxmlformats-package.relationships+xml"/>
  <Override PartName="/ppt/notesSlides/_rels/notesSlide14.xml.rels" ContentType="application/vnd.openxmlformats-package.relationships+xml"/>
  <Override PartName="/ppt/notesSlides/_rels/notesSlide2.xml.rels" ContentType="application/vnd.openxmlformats-package.relationships+xml"/>
  <Override PartName="/ppt/notesSlides/_rels/notesSlide11.xml.rels" ContentType="application/vnd.openxmlformats-package.relationships+xml"/>
  <Override PartName="/ppt/notesSlides/_rels/notesSlide15.xml.rels" ContentType="application/vnd.openxmlformats-package.relationships+xml"/>
  <Override PartName="/ppt/notesSlides/_rels/notesSlide3.xml.rels" ContentType="application/vnd.openxmlformats-package.relationships+xml"/>
  <Override PartName="/ppt/notesSlides/_rels/notesSlide10.xml.rels" ContentType="application/vnd.openxmlformats-package.relationships+xml"/>
  <Override PartName="/ppt/notesSlides/notesSlide12.xml" ContentType="application/vnd.openxmlformats-officedocument.presentationml.notesSlide+xml"/>
  <Override PartName="/ppt/notesSlides/notesSlide9.xml" ContentType="application/vnd.openxmlformats-officedocument.presentationml.notesSlide+xml"/>
  <Override PartName="/ppt/notesSlides/notesSlide17.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10.xml" ContentType="application/vnd.openxmlformats-officedocument.presentationml.notesSlide+xml"/>
  <Override PartName="/ppt/notesSlides/notesSlide16.xml" ContentType="application/vnd.openxmlformats-officedocument.presentationml.notesSlide+xml"/>
  <Override PartName="/ppt/notesSlides/notesSlide13.xml" ContentType="application/vnd.openxmlformats-officedocument.presentationml.notesSlide+xml"/>
  <Override PartName="/ppt/notesSlides/notesSlide1.xml" ContentType="application/vnd.openxmlformats-officedocument.presentationml.notesSlide+xml"/>
  <Override PartName="/ppt/notesSlides/notesSlide4.xml" ContentType="application/vnd.openxmlformats-officedocument.presentationml.notesSlide+xml"/>
  <Override PartName="/ppt/notesSlides/notesSlide15.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7.xml" ContentType="application/vnd.openxmlformats-officedocument.presentationml.notesSlide+xml"/>
  <Override PartName="/ppt/notesSlides/notesSlide11.xml" ContentType="application/vnd.openxmlformats-officedocument.presentationml.notesSlide+xml"/>
  <Override PartName="/ppt/notesSlides/notesSlide3.xml" ContentType="application/vnd.openxmlformats-officedocument.presentationml.notesSlide+xml"/>
  <Override PartName="/ppt/notesSlides/notesSlide8.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Lst>
  <p:sldSz cx="12192000" cy="68580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7.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8" name="PlaceHolder 1"/>
          <p:cNvSpPr>
            <a:spLocks noGrp="1"/>
          </p:cNvSpPr>
          <p:nvPr>
            <p:ph type="sldImg"/>
          </p:nvPr>
        </p:nvSpPr>
        <p:spPr>
          <a:xfrm>
            <a:off x="533520" y="764280"/>
            <a:ext cx="6704640" cy="3771360"/>
          </a:xfrm>
          <a:prstGeom prst="rect">
            <a:avLst/>
          </a:prstGeom>
          <a:noFill/>
          <a:ln w="0">
            <a:noFill/>
          </a:ln>
        </p:spPr>
        <p:txBody>
          <a:bodyPr lIns="0" rIns="0" tIns="0" bIns="0" anchor="ctr">
            <a:noAutofit/>
          </a:bodyPr>
          <a:p>
            <a:r>
              <a:rPr b="0" lang="en-US" sz="1800" strike="noStrike" u="none">
                <a:solidFill>
                  <a:schemeClr val="dk1"/>
                </a:solidFill>
                <a:effectLst/>
                <a:uFillTx/>
                <a:latin typeface="Corbel"/>
              </a:rPr>
              <a:t>Click to move the slide</a:t>
            </a:r>
            <a:endParaRPr b="0" lang="en-US" sz="1800" strike="noStrike" u="none">
              <a:solidFill>
                <a:schemeClr val="dk1"/>
              </a:solidFill>
              <a:effectLst/>
              <a:uFillTx/>
              <a:latin typeface="Corbel"/>
            </a:endParaRPr>
          </a:p>
        </p:txBody>
      </p:sp>
      <p:sp>
        <p:nvSpPr>
          <p:cNvPr id="189"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indent="0">
              <a:buNone/>
            </a:pPr>
            <a:r>
              <a:rPr b="0" lang="en-US" sz="2000" strike="noStrike" u="none">
                <a:solidFill>
                  <a:srgbClr val="000000"/>
                </a:solidFill>
                <a:effectLst/>
                <a:uFillTx/>
                <a:latin typeface="Arial"/>
              </a:rPr>
              <a:t>Click to edit the notes format</a:t>
            </a:r>
            <a:endParaRPr b="0" lang="en-US" sz="2000" strike="noStrike" u="none">
              <a:solidFill>
                <a:srgbClr val="000000"/>
              </a:solidFill>
              <a:effectLst/>
              <a:uFillTx/>
              <a:latin typeface="Arial"/>
            </a:endParaRPr>
          </a:p>
        </p:txBody>
      </p:sp>
      <p:sp>
        <p:nvSpPr>
          <p:cNvPr id="190" name="PlaceHolder 3"/>
          <p:cNvSpPr>
            <a:spLocks noGrp="1"/>
          </p:cNvSpPr>
          <p:nvPr>
            <p:ph type="hdr"/>
          </p:nvPr>
        </p:nvSpPr>
        <p:spPr>
          <a:xfrm>
            <a:off x="0" y="0"/>
            <a:ext cx="3372840" cy="502560"/>
          </a:xfrm>
          <a:prstGeom prst="rect">
            <a:avLst/>
          </a:prstGeom>
          <a:noFill/>
          <a:ln w="0">
            <a:noFill/>
          </a:ln>
        </p:spPr>
        <p:txBody>
          <a:bodyPr lIns="0" rIns="0" tIns="0" bIns="0" anchor="t">
            <a:noAutofit/>
          </a:bodyPr>
          <a:p>
            <a:pPr indent="0">
              <a:buNone/>
            </a:pPr>
            <a:r>
              <a:rPr b="0" lang="en-US" sz="1400" strike="noStrike" u="none">
                <a:solidFill>
                  <a:srgbClr val="000000"/>
                </a:solidFill>
                <a:effectLst/>
                <a:uFillTx/>
                <a:latin typeface="Times New Roman"/>
              </a:rPr>
              <a:t>&lt;header&gt;</a:t>
            </a:r>
            <a:endParaRPr b="0" lang="en-US" sz="1400" strike="noStrike" u="none">
              <a:solidFill>
                <a:srgbClr val="000000"/>
              </a:solidFill>
              <a:effectLst/>
              <a:uFillTx/>
              <a:latin typeface="Times New Roman"/>
            </a:endParaRPr>
          </a:p>
        </p:txBody>
      </p:sp>
      <p:sp>
        <p:nvSpPr>
          <p:cNvPr id="191" name="PlaceHolder 4"/>
          <p:cNvSpPr>
            <a:spLocks noGrp="1"/>
          </p:cNvSpPr>
          <p:nvPr>
            <p:ph type="dt" idx="49"/>
          </p:nvPr>
        </p:nvSpPr>
        <p:spPr>
          <a:xfrm>
            <a:off x="4399200" y="0"/>
            <a:ext cx="3372840" cy="502560"/>
          </a:xfrm>
          <a:prstGeom prst="rect">
            <a:avLst/>
          </a:prstGeom>
          <a:noFill/>
          <a:ln w="0">
            <a:noFill/>
          </a:ln>
        </p:spPr>
        <p:txBody>
          <a:bodyPr lIns="0" rIns="0" tIns="0" bIns="0" anchor="t">
            <a:noAutofit/>
          </a:bodyPr>
          <a:lstStyle>
            <a:lvl1pPr indent="0" algn="r">
              <a:buNone/>
              <a:defRPr b="0" lang="en-US" sz="1400" strike="noStrike" u="none">
                <a:solidFill>
                  <a:srgbClr val="000000"/>
                </a:solidFill>
                <a:effectLst/>
                <a:uFillTx/>
                <a:latin typeface="Times New Roman"/>
              </a:defRPr>
            </a:lvl1pPr>
          </a:lstStyle>
          <a:p>
            <a:pPr indent="0" algn="r">
              <a:buNone/>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
        <p:nvSpPr>
          <p:cNvPr id="192" name="PlaceHolder 5"/>
          <p:cNvSpPr>
            <a:spLocks noGrp="1"/>
          </p:cNvSpPr>
          <p:nvPr>
            <p:ph type="ftr" idx="50"/>
          </p:nvPr>
        </p:nvSpPr>
        <p:spPr>
          <a:xfrm>
            <a:off x="0" y="9555480"/>
            <a:ext cx="3372840" cy="502560"/>
          </a:xfrm>
          <a:prstGeom prst="rect">
            <a:avLst/>
          </a:prstGeom>
          <a:noFill/>
          <a:ln w="0">
            <a:noFill/>
          </a:ln>
        </p:spPr>
        <p:txBody>
          <a:bodyPr lIns="0" rIns="0" tIns="0" bIns="0" anchor="b">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193" name="PlaceHolder 6"/>
          <p:cNvSpPr>
            <a:spLocks noGrp="1"/>
          </p:cNvSpPr>
          <p:nvPr>
            <p:ph type="sldNum" idx="51"/>
          </p:nvPr>
        </p:nvSpPr>
        <p:spPr>
          <a:xfrm>
            <a:off x="4399200" y="9555480"/>
            <a:ext cx="3372840" cy="502560"/>
          </a:xfrm>
          <a:prstGeom prst="rect">
            <a:avLst/>
          </a:prstGeom>
          <a:noFill/>
          <a:ln w="0">
            <a:noFill/>
          </a:ln>
        </p:spPr>
        <p:txBody>
          <a:bodyPr lIns="0" rIns="0" tIns="0" bIns="0" anchor="b">
            <a:noAutofit/>
          </a:bodyPr>
          <a:lstStyle>
            <a:lvl1pPr indent="0" algn="r">
              <a:buNone/>
              <a:defRPr b="0" lang="en-US" sz="1400" strike="noStrike" u="none">
                <a:solidFill>
                  <a:srgbClr val="000000"/>
                </a:solidFill>
                <a:effectLst/>
                <a:uFillTx/>
                <a:latin typeface="Times New Roman"/>
              </a:defRPr>
            </a:lvl1pPr>
          </a:lstStyle>
          <a:p>
            <a:pPr indent="0" algn="r">
              <a:buNone/>
            </a:pPr>
            <a:fld id="{BFE893AD-8B67-49E9-B066-A828AC515C33}"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6" name="PlaceHolder 1"/>
          <p:cNvSpPr>
            <a:spLocks noGrp="1"/>
          </p:cNvSpPr>
          <p:nvPr>
            <p:ph type="sldImg"/>
          </p:nvPr>
        </p:nvSpPr>
        <p:spPr>
          <a:xfrm>
            <a:off x="685800" y="1143000"/>
            <a:ext cx="5485680" cy="3085560"/>
          </a:xfrm>
          <a:prstGeom prst="rect">
            <a:avLst/>
          </a:prstGeom>
          <a:ln w="0">
            <a:noFill/>
          </a:ln>
        </p:spPr>
      </p:sp>
      <p:sp>
        <p:nvSpPr>
          <p:cNvPr id="327"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328" name="PlaceHolder 3"/>
          <p:cNvSpPr>
            <a:spLocks noGrp="1"/>
          </p:cNvSpPr>
          <p:nvPr>
            <p:ph type="sldNum" idx="52"/>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trike="noStrike" u="none">
                <a:solidFill>
                  <a:srgbClr val="000000"/>
                </a:solidFill>
                <a:effectLst/>
                <a:uFillTx/>
                <a:latin typeface="Times New Roman"/>
                <a:ea typeface="+mn-ea"/>
              </a:defRPr>
            </a:lvl1pPr>
          </a:lstStyle>
          <a:p>
            <a:pPr indent="0" algn="r" defTabSz="914400">
              <a:lnSpc>
                <a:spcPct val="100000"/>
              </a:lnSpc>
              <a:buNone/>
              <a:tabLst>
                <a:tab algn="l" pos="0"/>
              </a:tabLst>
            </a:pPr>
            <a:fld id="{89D7D0A6-9DDD-4AAF-BC70-107AEE6D0790}" type="slidenum">
              <a:rPr b="0" lang="en-US" sz="1200" strike="noStrike" u="none">
                <a:solidFill>
                  <a:srgbClr val="000000"/>
                </a:solidFill>
                <a:effectLst/>
                <a:uFillTx/>
                <a:latin typeface="Times New Roman"/>
                <a:ea typeface="+mn-ea"/>
              </a:rPr>
              <a:t>17</a:t>
            </a:fld>
            <a:endParaRPr b="0" lang="en-US" sz="1200" strike="noStrike" u="non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9" name="PlaceHolder 1"/>
          <p:cNvSpPr>
            <a:spLocks noGrp="1"/>
          </p:cNvSpPr>
          <p:nvPr>
            <p:ph type="sldImg"/>
          </p:nvPr>
        </p:nvSpPr>
        <p:spPr>
          <a:xfrm>
            <a:off x="685800" y="1143000"/>
            <a:ext cx="5486040" cy="3085920"/>
          </a:xfrm>
          <a:prstGeom prst="rect">
            <a:avLst/>
          </a:prstGeom>
          <a:ln w="0">
            <a:noFill/>
          </a:ln>
        </p:spPr>
      </p:sp>
      <p:sp>
        <p:nvSpPr>
          <p:cNvPr id="330"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buNone/>
            </a:pPr>
            <a:r>
              <a:rPr b="0" lang="en-US" sz="2000" strike="noStrike" u="none">
                <a:solidFill>
                  <a:srgbClr val="000000"/>
                </a:solidFill>
                <a:effectLst/>
                <a:uFillTx/>
                <a:latin typeface="Arial"/>
              </a:rPr>
              <a:t>In November 2017, Molly Russell, a 14-year old British girl died of self-harm after viewing content on Meta’s Instagram and Pinterest relating to anxietdepression, and self-harm. In the last six months of her life, Russell saver 16,300 images on her Instagram account, over two thousand of which were linked to depression and suicide.</a:t>
            </a:r>
            <a:endParaRPr b="0" lang="en-US" sz="2000" strike="noStrike" u="none">
              <a:solidFill>
                <a:srgbClr val="000000"/>
              </a:solidFill>
              <a:effectLst/>
              <a:uFillTx/>
              <a:latin typeface="Arial"/>
            </a:endParaRPr>
          </a:p>
          <a:p>
            <a:pPr indent="0">
              <a:buNone/>
            </a:pPr>
            <a:endParaRPr b="0" lang="en-US" sz="2000" strike="noStrike" u="none">
              <a:solidFill>
                <a:srgbClr val="000000"/>
              </a:solidFill>
              <a:effectLst/>
              <a:uFillTx/>
              <a:latin typeface="Arial"/>
            </a:endParaRPr>
          </a:p>
          <a:p>
            <a:pPr indent="0">
              <a:buNone/>
            </a:pPr>
            <a:r>
              <a:rPr b="0" lang="en-US" sz="2000" strike="noStrike" u="none">
                <a:solidFill>
                  <a:srgbClr val="000000"/>
                </a:solidFill>
                <a:effectLst/>
                <a:uFillTx/>
                <a:latin typeface="Arial"/>
              </a:rPr>
              <a:t>It took almost five years for a London coroner to conclude that social media may have played a role in Russell’s death – and that happened because over the course of several years, her father Ian Russell campaigned to get access to data about his own daughter’s digital interactions in the months before she died. Meta initially resisted these attempts, citing privacy concerns, and when they relented and provided the data after years of work, the picture about her final months became clearer.</a:t>
            </a:r>
            <a:endParaRPr b="0" lang="en-US" sz="2000" strike="noStrike" u="none">
              <a:solidFill>
                <a:srgbClr val="000000"/>
              </a:solidFill>
              <a:effectLst/>
              <a:uFillTx/>
              <a:latin typeface="Arial"/>
            </a:endParaRPr>
          </a:p>
        </p:txBody>
      </p:sp>
      <p:sp>
        <p:nvSpPr>
          <p:cNvPr id="331" name="PlaceHolder 3"/>
          <p:cNvSpPr>
            <a:spLocks noGrp="1"/>
          </p:cNvSpPr>
          <p:nvPr>
            <p:ph type="sldNum" idx="53"/>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trike="noStrike" u="none">
                <a:solidFill>
                  <a:srgbClr val="000000"/>
                </a:solidFill>
                <a:effectLst/>
                <a:uFillTx/>
                <a:latin typeface="Times New Roman"/>
                <a:ea typeface="+mn-ea"/>
              </a:defRPr>
            </a:lvl1pPr>
          </a:lstStyle>
          <a:p>
            <a:pPr indent="0" algn="r" defTabSz="914400">
              <a:lnSpc>
                <a:spcPct val="100000"/>
              </a:lnSpc>
              <a:buNone/>
              <a:tabLst>
                <a:tab algn="l" pos="0"/>
              </a:tabLst>
            </a:pPr>
            <a:fld id="{E9408CFD-833C-493A-BA38-FDFF4471E221}" type="slidenum">
              <a:rPr b="0" lang="en-US" sz="1200" strike="noStrike" u="none">
                <a:solidFill>
                  <a:srgbClr val="000000"/>
                </a:solidFill>
                <a:effectLst/>
                <a:uFillTx/>
                <a:latin typeface="Times New Roman"/>
                <a:ea typeface="+mn-ea"/>
              </a:rPr>
              <a:t>17</a:t>
            </a:fld>
            <a:endParaRPr b="0" lang="en-US" sz="1200" strike="noStrike" u="non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2" name="PlaceHolder 1"/>
          <p:cNvSpPr>
            <a:spLocks noGrp="1"/>
          </p:cNvSpPr>
          <p:nvPr>
            <p:ph type="sldImg"/>
          </p:nvPr>
        </p:nvSpPr>
        <p:spPr>
          <a:xfrm>
            <a:off x="685800" y="1143000"/>
            <a:ext cx="5486040" cy="3085920"/>
          </a:xfrm>
          <a:prstGeom prst="rect">
            <a:avLst/>
          </a:prstGeom>
          <a:ln w="0">
            <a:noFill/>
          </a:ln>
        </p:spPr>
      </p:sp>
      <p:sp>
        <p:nvSpPr>
          <p:cNvPr id="333"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buNone/>
            </a:pPr>
            <a:r>
              <a:rPr b="0" lang="en-US" sz="2000" strike="noStrike" u="none">
                <a:solidFill>
                  <a:srgbClr val="000000"/>
                </a:solidFill>
                <a:effectLst/>
                <a:uFillTx/>
                <a:latin typeface="Arial"/>
              </a:rPr>
              <a:t>This fall, a similar story played out over the life and death of Adam Raine, a high school sophomore, who died by suicide in April 2025. After his death, Adam’s family went through his phone to try to understand what had led him to this point and came across his ChatGPT logs. According to Raine’s lawyers, ChatGPT advised him on methods to end his life and even offered to write the first draft of his suicide note.</a:t>
            </a:r>
            <a:endParaRPr b="0" lang="en-US" sz="2000" strike="noStrike" u="none">
              <a:solidFill>
                <a:srgbClr val="000000"/>
              </a:solidFill>
              <a:effectLst/>
              <a:uFillTx/>
              <a:latin typeface="Arial"/>
            </a:endParaRPr>
          </a:p>
        </p:txBody>
      </p:sp>
      <p:sp>
        <p:nvSpPr>
          <p:cNvPr id="334" name="PlaceHolder 3"/>
          <p:cNvSpPr>
            <a:spLocks noGrp="1"/>
          </p:cNvSpPr>
          <p:nvPr>
            <p:ph type="sldNum" idx="54"/>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trike="noStrike" u="none">
                <a:solidFill>
                  <a:srgbClr val="000000"/>
                </a:solidFill>
                <a:effectLst/>
                <a:uFillTx/>
                <a:latin typeface="Times New Roman"/>
                <a:ea typeface="+mn-ea"/>
              </a:defRPr>
            </a:lvl1pPr>
          </a:lstStyle>
          <a:p>
            <a:pPr indent="0" algn="r" defTabSz="914400">
              <a:lnSpc>
                <a:spcPct val="100000"/>
              </a:lnSpc>
              <a:buNone/>
              <a:tabLst>
                <a:tab algn="l" pos="0"/>
              </a:tabLst>
            </a:pPr>
            <a:fld id="{F2901618-D008-4655-B12B-E5AF3EC27FF0}" type="slidenum">
              <a:rPr b="0" lang="en-US" sz="1200" strike="noStrike" u="none">
                <a:solidFill>
                  <a:srgbClr val="000000"/>
                </a:solidFill>
                <a:effectLst/>
                <a:uFillTx/>
                <a:latin typeface="Times New Roman"/>
                <a:ea typeface="+mn-ea"/>
              </a:rPr>
              <a:t>17</a:t>
            </a:fld>
            <a:endParaRPr b="0" lang="en-US" sz="1200" strike="noStrike" u="non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5" name="PlaceHolder 1"/>
          <p:cNvSpPr>
            <a:spLocks noGrp="1"/>
          </p:cNvSpPr>
          <p:nvPr>
            <p:ph type="sldImg"/>
          </p:nvPr>
        </p:nvSpPr>
        <p:spPr>
          <a:xfrm>
            <a:off x="685800" y="1143000"/>
            <a:ext cx="5486040" cy="3085920"/>
          </a:xfrm>
          <a:prstGeom prst="rect">
            <a:avLst/>
          </a:prstGeom>
          <a:ln w="0">
            <a:noFill/>
          </a:ln>
        </p:spPr>
      </p:sp>
      <p:sp>
        <p:nvSpPr>
          <p:cNvPr id="336"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buNone/>
            </a:pPr>
            <a:r>
              <a:rPr b="0" lang="en-US" sz="2000" strike="noStrike" u="none">
                <a:solidFill>
                  <a:srgbClr val="000000"/>
                </a:solidFill>
                <a:effectLst/>
                <a:uFillTx/>
                <a:latin typeface="Arial"/>
              </a:rPr>
              <a:t>Molly and Adam’s stories are fundamentally stories about the failures of social technology and artificial intelligence. And concerns about those failures are everywhere – about crashes of self driving cars, gen AI failures, flawed actions, deaths, discrimination, and even failure in physical infrastructure- as owners of the Eight Sleep Smart Bed experienced in October when their smart beds all simultaneously turned up the heat and refused to cool down.</a:t>
            </a:r>
            <a:endParaRPr b="0" lang="en-US" sz="2000" strike="noStrike" u="none">
              <a:solidFill>
                <a:srgbClr val="000000"/>
              </a:solidFill>
              <a:effectLst/>
              <a:uFillTx/>
              <a:latin typeface="Arial"/>
            </a:endParaRPr>
          </a:p>
          <a:p>
            <a:pPr indent="0">
              <a:buNone/>
            </a:pPr>
            <a:endParaRPr b="0" lang="en-US" sz="2000" strike="noStrike" u="none">
              <a:solidFill>
                <a:srgbClr val="000000"/>
              </a:solidFill>
              <a:effectLst/>
              <a:uFillTx/>
              <a:latin typeface="Arial"/>
            </a:endParaRPr>
          </a:p>
          <a:p>
            <a:pPr indent="0">
              <a:buNone/>
            </a:pPr>
            <a:r>
              <a:rPr b="0" lang="en-US" sz="2000" strike="noStrike" u="none">
                <a:solidFill>
                  <a:srgbClr val="000000"/>
                </a:solidFill>
                <a:effectLst/>
                <a:uFillTx/>
                <a:latin typeface="Arial"/>
              </a:rPr>
              <a:t>What do you do when someone makes a claim about a failure? How can you tell if the AI was truly at fault, if something else was the cause, and what to do to prevent failures in the future? Those are questions that people across tech need to answer – whether they work inside a company, at a regulator, or are a lawyer deciding if they should take up someone’s case. It’s also the core question of COMM 4940, where we will focus on investigating AI failures.</a:t>
            </a:r>
            <a:endParaRPr b="0" lang="en-US" sz="2000" strike="noStrike" u="none">
              <a:solidFill>
                <a:srgbClr val="000000"/>
              </a:solidFill>
              <a:effectLst/>
              <a:uFillTx/>
              <a:latin typeface="Arial"/>
            </a:endParaRPr>
          </a:p>
        </p:txBody>
      </p:sp>
      <p:sp>
        <p:nvSpPr>
          <p:cNvPr id="337" name="PlaceHolder 3"/>
          <p:cNvSpPr>
            <a:spLocks noGrp="1"/>
          </p:cNvSpPr>
          <p:nvPr>
            <p:ph type="sldNum" idx="55"/>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trike="noStrike" u="none">
                <a:solidFill>
                  <a:srgbClr val="000000"/>
                </a:solidFill>
                <a:effectLst/>
                <a:uFillTx/>
                <a:latin typeface="Times New Roman"/>
                <a:ea typeface="+mn-ea"/>
              </a:defRPr>
            </a:lvl1pPr>
          </a:lstStyle>
          <a:p>
            <a:pPr indent="0" algn="r" defTabSz="914400">
              <a:lnSpc>
                <a:spcPct val="100000"/>
              </a:lnSpc>
              <a:buNone/>
              <a:tabLst>
                <a:tab algn="l" pos="0"/>
              </a:tabLst>
            </a:pPr>
            <a:fld id="{21D9F6D9-A1D2-465C-A3C4-58C40FF935EE}" type="slidenum">
              <a:rPr b="0" lang="en-US" sz="1200" strike="noStrike" u="none">
                <a:solidFill>
                  <a:srgbClr val="000000"/>
                </a:solidFill>
                <a:effectLst/>
                <a:uFillTx/>
                <a:latin typeface="Times New Roman"/>
                <a:ea typeface="+mn-ea"/>
              </a:rPr>
              <a:t>17</a:t>
            </a:fld>
            <a:endParaRPr b="0" lang="en-US" sz="1200" strike="noStrike" u="non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8" name="PlaceHolder 1"/>
          <p:cNvSpPr>
            <a:spLocks noGrp="1"/>
          </p:cNvSpPr>
          <p:nvPr>
            <p:ph type="sldImg"/>
          </p:nvPr>
        </p:nvSpPr>
        <p:spPr>
          <a:xfrm>
            <a:off x="685800" y="1143000"/>
            <a:ext cx="5486040" cy="3085920"/>
          </a:xfrm>
          <a:prstGeom prst="rect">
            <a:avLst/>
          </a:prstGeom>
          <a:ln w="0">
            <a:noFill/>
          </a:ln>
        </p:spPr>
      </p:sp>
      <p:sp>
        <p:nvSpPr>
          <p:cNvPr id="339"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I’m professor Nathan Matias, in the department of Communication. In my past life, I was on the team that developed SwiftKey, one of the most widely-used predictive text keyboards around the world— and a precursor to today’s generative AI like Chat-GPT.</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I have also spent the last decade of my life working with governments, journalists, international entities like the UN, and survivor’s groups to study alleged failures of technology, from online violence and discrimination to alleged deaths, and work on ways to prevent fathose failures in the future. </a:t>
            </a:r>
            <a:endParaRPr b="0" lang="en-US" sz="2000" strike="noStrike" u="none">
              <a:solidFill>
                <a:srgbClr val="000000"/>
              </a:solidFill>
              <a:effectLst/>
              <a:uFillTx/>
              <a:latin typeface="Arial"/>
            </a:endParaRPr>
          </a:p>
        </p:txBody>
      </p:sp>
      <p:sp>
        <p:nvSpPr>
          <p:cNvPr id="340" name="PlaceHolder 3"/>
          <p:cNvSpPr>
            <a:spLocks noGrp="1"/>
          </p:cNvSpPr>
          <p:nvPr>
            <p:ph type="sldNum" idx="56"/>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93FD11AD-B4BD-4412-8B13-AF0CE93D520A}" type="slidenum">
              <a:rPr b="0" lang="en-US" sz="1200" strike="noStrike" u="none">
                <a:solidFill>
                  <a:srgbClr val="000000"/>
                </a:solidFill>
                <a:effectLst/>
                <a:uFillTx/>
                <a:latin typeface="Times New Roman"/>
              </a:rPr>
              <a:t>17</a:t>
            </a:fld>
            <a:endParaRPr b="0" lang="en-US" sz="1200" strike="noStrike" u="non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1" name="PlaceHolder 1"/>
          <p:cNvSpPr>
            <a:spLocks noGrp="1"/>
          </p:cNvSpPr>
          <p:nvPr>
            <p:ph type="sldImg"/>
          </p:nvPr>
        </p:nvSpPr>
        <p:spPr>
          <a:xfrm>
            <a:off x="685800" y="1143000"/>
            <a:ext cx="5486040" cy="3085920"/>
          </a:xfrm>
          <a:prstGeom prst="rect">
            <a:avLst/>
          </a:prstGeom>
          <a:ln w="0">
            <a:noFill/>
          </a:ln>
        </p:spPr>
      </p:sp>
      <p:sp>
        <p:nvSpPr>
          <p:cNvPr id="342"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343" name="PlaceHolder 3"/>
          <p:cNvSpPr>
            <a:spLocks noGrp="1"/>
          </p:cNvSpPr>
          <p:nvPr>
            <p:ph type="sldNum" idx="57"/>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trike="noStrike" u="none">
                <a:solidFill>
                  <a:srgbClr val="000000"/>
                </a:solidFill>
                <a:effectLst/>
                <a:uFillTx/>
                <a:latin typeface="Times New Roman"/>
                <a:ea typeface="+mn-ea"/>
              </a:defRPr>
            </a:lvl1pPr>
          </a:lstStyle>
          <a:p>
            <a:pPr indent="0" algn="r" defTabSz="914400">
              <a:lnSpc>
                <a:spcPct val="100000"/>
              </a:lnSpc>
              <a:buNone/>
              <a:tabLst>
                <a:tab algn="l" pos="0"/>
              </a:tabLst>
            </a:pPr>
            <a:fld id="{E3E09C25-5E27-4BC0-8C51-650F9117B711}" type="slidenum">
              <a:rPr b="0" lang="en-US" sz="1200" strike="noStrike" u="none">
                <a:solidFill>
                  <a:srgbClr val="000000"/>
                </a:solidFill>
                <a:effectLst/>
                <a:uFillTx/>
                <a:latin typeface="Times New Roman"/>
                <a:ea typeface="+mn-ea"/>
              </a:rPr>
              <a:t>17</a:t>
            </a:fld>
            <a:endParaRPr b="0" lang="en-US" sz="1200" strike="noStrike" u="non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4" name="PlaceHolder 1"/>
          <p:cNvSpPr>
            <a:spLocks noGrp="1"/>
          </p:cNvSpPr>
          <p:nvPr>
            <p:ph type="sldImg"/>
          </p:nvPr>
        </p:nvSpPr>
        <p:spPr>
          <a:xfrm>
            <a:off x="685800" y="1143000"/>
            <a:ext cx="5486040" cy="3085920"/>
          </a:xfrm>
          <a:prstGeom prst="rect">
            <a:avLst/>
          </a:prstGeom>
          <a:ln w="0">
            <a:noFill/>
          </a:ln>
        </p:spPr>
      </p:sp>
      <p:sp>
        <p:nvSpPr>
          <p:cNvPr id="345"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346" name="PlaceHolder 3"/>
          <p:cNvSpPr>
            <a:spLocks noGrp="1"/>
          </p:cNvSpPr>
          <p:nvPr>
            <p:ph type="sldNum" idx="58"/>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trike="noStrike" u="none">
                <a:solidFill>
                  <a:srgbClr val="000000"/>
                </a:solidFill>
                <a:effectLst/>
                <a:uFillTx/>
                <a:latin typeface="Times New Roman"/>
                <a:ea typeface="+mn-ea"/>
              </a:defRPr>
            </a:lvl1pPr>
          </a:lstStyle>
          <a:p>
            <a:pPr indent="0" algn="r" defTabSz="914400">
              <a:lnSpc>
                <a:spcPct val="100000"/>
              </a:lnSpc>
              <a:buNone/>
              <a:tabLst>
                <a:tab algn="l" pos="0"/>
              </a:tabLst>
            </a:pPr>
            <a:fld id="{1BFF156B-9368-4D28-BFB4-638BE6EFE1FE}" type="slidenum">
              <a:rPr b="0" lang="en-US" sz="1200" strike="noStrike" u="none">
                <a:solidFill>
                  <a:srgbClr val="000000"/>
                </a:solidFill>
                <a:effectLst/>
                <a:uFillTx/>
                <a:latin typeface="Times New Roman"/>
                <a:ea typeface="+mn-ea"/>
              </a:rPr>
              <a:t>17</a:t>
            </a:fld>
            <a:endParaRPr b="0" lang="en-US" sz="1200" strike="noStrike" u="non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7" name="PlaceHolder 1"/>
          <p:cNvSpPr>
            <a:spLocks noGrp="1"/>
          </p:cNvSpPr>
          <p:nvPr>
            <p:ph type="sldImg"/>
          </p:nvPr>
        </p:nvSpPr>
        <p:spPr>
          <a:xfrm>
            <a:off x="685800" y="1143000"/>
            <a:ext cx="5486040" cy="3085920"/>
          </a:xfrm>
          <a:prstGeom prst="rect">
            <a:avLst/>
          </a:prstGeom>
          <a:ln w="0">
            <a:noFill/>
          </a:ln>
        </p:spPr>
      </p:sp>
      <p:sp>
        <p:nvSpPr>
          <p:cNvPr id="348"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349" name="PlaceHolder 3"/>
          <p:cNvSpPr>
            <a:spLocks noGrp="1"/>
          </p:cNvSpPr>
          <p:nvPr>
            <p:ph type="sldNum" idx="59"/>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trike="noStrike" u="none">
                <a:solidFill>
                  <a:srgbClr val="000000"/>
                </a:solidFill>
                <a:effectLst/>
                <a:uFillTx/>
                <a:latin typeface="Times New Roman"/>
                <a:ea typeface="+mn-ea"/>
              </a:defRPr>
            </a:lvl1pPr>
          </a:lstStyle>
          <a:p>
            <a:pPr indent="0" algn="r" defTabSz="914400">
              <a:lnSpc>
                <a:spcPct val="100000"/>
              </a:lnSpc>
              <a:buNone/>
              <a:tabLst>
                <a:tab algn="l" pos="0"/>
              </a:tabLst>
            </a:pPr>
            <a:fld id="{38BFCA64-5677-4298-B6ED-96FD2C912218}" type="slidenum">
              <a:rPr b="0" lang="en-US" sz="1200" strike="noStrike" u="none">
                <a:solidFill>
                  <a:srgbClr val="000000"/>
                </a:solidFill>
                <a:effectLst/>
                <a:uFillTx/>
                <a:latin typeface="Times New Roman"/>
                <a:ea typeface="+mn-ea"/>
              </a:rPr>
              <a:t>17</a:t>
            </a:fld>
            <a:endParaRPr b="0" lang="en-US" sz="1200" strike="noStrike" u="non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0" name="PlaceHolder 1"/>
          <p:cNvSpPr>
            <a:spLocks noGrp="1"/>
          </p:cNvSpPr>
          <p:nvPr>
            <p:ph type="sldImg"/>
          </p:nvPr>
        </p:nvSpPr>
        <p:spPr>
          <a:xfrm>
            <a:off x="685800" y="1143000"/>
            <a:ext cx="5486040" cy="3085920"/>
          </a:xfrm>
          <a:prstGeom prst="rect">
            <a:avLst/>
          </a:prstGeom>
          <a:ln w="0">
            <a:noFill/>
          </a:ln>
        </p:spPr>
      </p:sp>
      <p:sp>
        <p:nvSpPr>
          <p:cNvPr id="351"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lnSpc>
                <a:spcPct val="100000"/>
              </a:lnSpc>
              <a:spcBef>
                <a:spcPts val="1191"/>
              </a:spcBef>
              <a:spcAft>
                <a:spcPts val="992"/>
              </a:spcAft>
              <a:buNone/>
            </a:pPr>
            <a:r>
              <a:rPr b="0" lang="en-US" sz="1800" strike="noStrike" u="none">
                <a:solidFill>
                  <a:srgbClr val="000000"/>
                </a:solidFill>
                <a:effectLst/>
                <a:uFillTx/>
                <a:latin typeface="Arial"/>
              </a:rPr>
              <a:t>This is a class for discussing things that really matter. So people are expected to read, do the work,etc. We are here to save lives, and possibly to save companies from billions of dollars in needless regulation. State of New York expects a 2X time commitment to what you do in class, so I am expecting about 6 hours of reading and writing per week to take this class. Find a place to read and think without distraction. Give yourself space to go for a walk, or talk with someone else about it. </a:t>
            </a:r>
            <a:endParaRPr b="0" lang="en-US" sz="1800" strike="noStrike" u="none">
              <a:solidFill>
                <a:srgbClr val="000000"/>
              </a:solidFill>
              <a:effectLst/>
              <a:uFillTx/>
              <a:latin typeface="Arial"/>
            </a:endParaRPr>
          </a:p>
          <a:p>
            <a:pPr indent="0">
              <a:lnSpc>
                <a:spcPct val="100000"/>
              </a:lnSpc>
              <a:spcBef>
                <a:spcPts val="1191"/>
              </a:spcBef>
              <a:spcAft>
                <a:spcPts val="992"/>
              </a:spcAft>
              <a:buNone/>
            </a:pPr>
            <a:endParaRPr b="0" lang="en-US" sz="1800" strike="noStrike" u="none">
              <a:solidFill>
                <a:srgbClr val="000000"/>
              </a:solidFill>
              <a:effectLst/>
              <a:uFillTx/>
              <a:latin typeface="Arial"/>
            </a:endParaRPr>
          </a:p>
        </p:txBody>
      </p:sp>
      <p:sp>
        <p:nvSpPr>
          <p:cNvPr id="352" name="PlaceHolder 3"/>
          <p:cNvSpPr>
            <a:spLocks noGrp="1"/>
          </p:cNvSpPr>
          <p:nvPr>
            <p:ph type="sldNum" idx="60"/>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trike="noStrike" u="none">
                <a:solidFill>
                  <a:srgbClr val="000000"/>
                </a:solidFill>
                <a:effectLst/>
                <a:uFillTx/>
                <a:latin typeface="Times New Roman"/>
                <a:ea typeface="+mn-ea"/>
              </a:defRPr>
            </a:lvl1pPr>
          </a:lstStyle>
          <a:p>
            <a:pPr indent="0" algn="r" defTabSz="914400">
              <a:lnSpc>
                <a:spcPct val="100000"/>
              </a:lnSpc>
              <a:buNone/>
              <a:tabLst>
                <a:tab algn="l" pos="0"/>
              </a:tabLst>
            </a:pPr>
            <a:fld id="{8DE63168-4CA5-49DF-95C0-0AEECE2D898F}" type="slidenum">
              <a:rPr b="0" lang="en-US" sz="1200" strike="noStrike" u="none">
                <a:solidFill>
                  <a:srgbClr val="000000"/>
                </a:solidFill>
                <a:effectLst/>
                <a:uFillTx/>
                <a:latin typeface="Times New Roman"/>
                <a:ea typeface="+mn-ea"/>
              </a:rPr>
              <a:t>17</a:t>
            </a:fld>
            <a:endParaRPr b="0" lang="en-US" sz="1200" strike="noStrike" u="non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3" name="PlaceHolder 1"/>
          <p:cNvSpPr>
            <a:spLocks noGrp="1"/>
          </p:cNvSpPr>
          <p:nvPr>
            <p:ph type="sldImg"/>
          </p:nvPr>
        </p:nvSpPr>
        <p:spPr>
          <a:xfrm>
            <a:off x="685800" y="1143000"/>
            <a:ext cx="5486040" cy="3085920"/>
          </a:xfrm>
          <a:prstGeom prst="rect">
            <a:avLst/>
          </a:prstGeom>
          <a:ln w="0">
            <a:noFill/>
          </a:ln>
        </p:spPr>
      </p:sp>
      <p:sp>
        <p:nvSpPr>
          <p:cNvPr id="354"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355" name="PlaceHolder 3"/>
          <p:cNvSpPr>
            <a:spLocks noGrp="1"/>
          </p:cNvSpPr>
          <p:nvPr>
            <p:ph type="sldNum" idx="61"/>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trike="noStrike" u="none">
                <a:solidFill>
                  <a:srgbClr val="000000"/>
                </a:solidFill>
                <a:effectLst/>
                <a:uFillTx/>
                <a:latin typeface="Times New Roman"/>
                <a:ea typeface="+mn-ea"/>
              </a:defRPr>
            </a:lvl1pPr>
          </a:lstStyle>
          <a:p>
            <a:pPr indent="0" algn="r" defTabSz="914400">
              <a:lnSpc>
                <a:spcPct val="100000"/>
              </a:lnSpc>
              <a:buNone/>
              <a:tabLst>
                <a:tab algn="l" pos="0"/>
              </a:tabLst>
            </a:pPr>
            <a:fld id="{94A9DD69-B1E4-4650-B221-FD7C06A1E4A7}" type="slidenum">
              <a:rPr b="0" lang="en-US" sz="1200" strike="noStrike" u="none">
                <a:solidFill>
                  <a:srgbClr val="000000"/>
                </a:solidFill>
                <a:effectLst/>
                <a:uFillTx/>
                <a:latin typeface="Times New Roman"/>
                <a:ea typeface="+mn-ea"/>
              </a:rPr>
              <a:t>&lt;number&gt;</a:t>
            </a:fld>
            <a:endParaRPr b="0" lang="en-US" sz="1200" strike="noStrike" u="non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6" name="PlaceHolder 1"/>
          <p:cNvSpPr>
            <a:spLocks noGrp="1"/>
          </p:cNvSpPr>
          <p:nvPr>
            <p:ph type="sldImg"/>
          </p:nvPr>
        </p:nvSpPr>
        <p:spPr>
          <a:xfrm>
            <a:off x="685800" y="1143000"/>
            <a:ext cx="5486040" cy="3085920"/>
          </a:xfrm>
          <a:prstGeom prst="rect">
            <a:avLst/>
          </a:prstGeom>
          <a:ln w="0">
            <a:noFill/>
          </a:ln>
        </p:spPr>
      </p:sp>
      <p:sp>
        <p:nvSpPr>
          <p:cNvPr id="357"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358" name="PlaceHolder 3"/>
          <p:cNvSpPr>
            <a:spLocks noGrp="1"/>
          </p:cNvSpPr>
          <p:nvPr>
            <p:ph type="sldNum" idx="62"/>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trike="noStrike" u="none">
                <a:solidFill>
                  <a:srgbClr val="000000"/>
                </a:solidFill>
                <a:effectLst/>
                <a:uFillTx/>
                <a:latin typeface="Times New Roman"/>
                <a:ea typeface="+mn-ea"/>
              </a:defRPr>
            </a:lvl1pPr>
          </a:lstStyle>
          <a:p>
            <a:pPr indent="0" algn="r" defTabSz="914400">
              <a:lnSpc>
                <a:spcPct val="100000"/>
              </a:lnSpc>
              <a:buNone/>
              <a:tabLst>
                <a:tab algn="l" pos="0"/>
              </a:tabLst>
            </a:pPr>
            <a:fld id="{B70DE15E-DFCC-4920-A83F-8BA4E2940586}" type="slidenum">
              <a:rPr b="0" lang="en-US" sz="1200" strike="noStrike" u="none">
                <a:solidFill>
                  <a:srgbClr val="000000"/>
                </a:solidFill>
                <a:effectLst/>
                <a:uFillTx/>
                <a:latin typeface="Times New Roman"/>
                <a:ea typeface="+mn-ea"/>
              </a:rPr>
              <a:t>&lt;number&gt;</a:t>
            </a:fld>
            <a:endParaRPr b="0" lang="en-US" sz="1200" strike="noStrike" u="non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9" name="PlaceHolder 1"/>
          <p:cNvSpPr>
            <a:spLocks noGrp="1"/>
          </p:cNvSpPr>
          <p:nvPr>
            <p:ph type="sldImg"/>
          </p:nvPr>
        </p:nvSpPr>
        <p:spPr>
          <a:xfrm>
            <a:off x="685800" y="1143000"/>
            <a:ext cx="5486040" cy="3085920"/>
          </a:xfrm>
          <a:prstGeom prst="rect">
            <a:avLst/>
          </a:prstGeom>
          <a:ln w="0">
            <a:noFill/>
          </a:ln>
        </p:spPr>
      </p:sp>
      <p:sp>
        <p:nvSpPr>
          <p:cNvPr id="360"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361" name="PlaceHolder 3"/>
          <p:cNvSpPr>
            <a:spLocks noGrp="1"/>
          </p:cNvSpPr>
          <p:nvPr>
            <p:ph type="sldNum" idx="63"/>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trike="noStrike" u="none">
                <a:solidFill>
                  <a:srgbClr val="000000"/>
                </a:solidFill>
                <a:effectLst/>
                <a:uFillTx/>
                <a:latin typeface="Times New Roman"/>
                <a:ea typeface="+mn-ea"/>
              </a:defRPr>
            </a:lvl1pPr>
          </a:lstStyle>
          <a:p>
            <a:pPr indent="0" algn="r" defTabSz="914400">
              <a:lnSpc>
                <a:spcPct val="100000"/>
              </a:lnSpc>
              <a:buNone/>
              <a:tabLst>
                <a:tab algn="l" pos="0"/>
              </a:tabLst>
            </a:pPr>
            <a:fld id="{F1233059-6781-4EB7-A33A-947B630B226F}" type="slidenum">
              <a:rPr b="0" lang="en-US" sz="1200" strike="noStrike" u="none">
                <a:solidFill>
                  <a:srgbClr val="000000"/>
                </a:solidFill>
                <a:effectLst/>
                <a:uFillTx/>
                <a:latin typeface="Times New Roman"/>
                <a:ea typeface="+mn-ea"/>
              </a:rPr>
              <a:t>&lt;number&gt;</a:t>
            </a:fld>
            <a:endParaRPr b="0" lang="en-US" sz="1200" strike="noStrike" u="non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2" name="PlaceHolder 1"/>
          <p:cNvSpPr>
            <a:spLocks noGrp="1"/>
          </p:cNvSpPr>
          <p:nvPr>
            <p:ph type="sldImg"/>
          </p:nvPr>
        </p:nvSpPr>
        <p:spPr>
          <a:xfrm>
            <a:off x="685800" y="1143000"/>
            <a:ext cx="5486040" cy="3085920"/>
          </a:xfrm>
          <a:prstGeom prst="rect">
            <a:avLst/>
          </a:prstGeom>
          <a:ln w="0">
            <a:noFill/>
          </a:ln>
        </p:spPr>
      </p:sp>
      <p:sp>
        <p:nvSpPr>
          <p:cNvPr id="363"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364" name="PlaceHolder 3"/>
          <p:cNvSpPr>
            <a:spLocks noGrp="1"/>
          </p:cNvSpPr>
          <p:nvPr>
            <p:ph type="sldNum" idx="64"/>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trike="noStrike" u="none">
                <a:solidFill>
                  <a:srgbClr val="000000"/>
                </a:solidFill>
                <a:effectLst/>
                <a:uFillTx/>
                <a:latin typeface="Times New Roman"/>
                <a:ea typeface="+mn-ea"/>
              </a:defRPr>
            </a:lvl1pPr>
          </a:lstStyle>
          <a:p>
            <a:pPr indent="0" algn="r" defTabSz="914400">
              <a:lnSpc>
                <a:spcPct val="100000"/>
              </a:lnSpc>
              <a:buNone/>
              <a:tabLst>
                <a:tab algn="l" pos="0"/>
              </a:tabLst>
            </a:pPr>
            <a:fld id="{023DAE23-5D4D-4783-8167-D74334661C7B}" type="slidenum">
              <a:rPr b="0" lang="en-US" sz="1200" strike="noStrike" u="none">
                <a:solidFill>
                  <a:srgbClr val="000000"/>
                </a:solidFill>
                <a:effectLst/>
                <a:uFillTx/>
                <a:latin typeface="Times New Roman"/>
                <a:ea typeface="+mn-ea"/>
              </a:rPr>
              <a:t>&lt;number&gt;</a:t>
            </a:fld>
            <a:endParaRPr b="0" lang="en-US" sz="1200" strike="noStrike" u="non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5" name="PlaceHolder 1"/>
          <p:cNvSpPr>
            <a:spLocks noGrp="1"/>
          </p:cNvSpPr>
          <p:nvPr>
            <p:ph type="sldImg"/>
          </p:nvPr>
        </p:nvSpPr>
        <p:spPr>
          <a:xfrm>
            <a:off x="685800" y="1143000"/>
            <a:ext cx="5486040" cy="3085920"/>
          </a:xfrm>
          <a:prstGeom prst="rect">
            <a:avLst/>
          </a:prstGeom>
          <a:ln w="0">
            <a:noFill/>
          </a:ln>
        </p:spPr>
      </p:sp>
      <p:sp>
        <p:nvSpPr>
          <p:cNvPr id="366"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lnSpc>
                <a:spcPct val="100000"/>
              </a:lnSpc>
              <a:buNone/>
            </a:pPr>
            <a:r>
              <a:rPr b="0" lang="en-US" sz="1800" strike="noStrike" u="none">
                <a:solidFill>
                  <a:srgbClr val="000000"/>
                </a:solidFill>
                <a:effectLst/>
                <a:uFillTx/>
                <a:latin typeface="Arial"/>
              </a:rPr>
              <a:t>The list of approved generative AI tools is on the official syllabus .</a:t>
            </a:r>
            <a:endParaRPr b="0" lang="en-US" sz="1800" strike="noStrike" u="none">
              <a:solidFill>
                <a:srgbClr val="000000"/>
              </a:solidFill>
              <a:effectLst/>
              <a:uFillTx/>
              <a:latin typeface="Arial"/>
            </a:endParaRPr>
          </a:p>
        </p:txBody>
      </p:sp>
      <p:sp>
        <p:nvSpPr>
          <p:cNvPr id="367" name="PlaceHolder 3"/>
          <p:cNvSpPr>
            <a:spLocks noGrp="1"/>
          </p:cNvSpPr>
          <p:nvPr>
            <p:ph type="sldNum" idx="65"/>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trike="noStrike" u="none">
                <a:solidFill>
                  <a:srgbClr val="000000"/>
                </a:solidFill>
                <a:effectLst/>
                <a:uFillTx/>
                <a:latin typeface="Times New Roman"/>
                <a:ea typeface="+mn-ea"/>
              </a:defRPr>
            </a:lvl1pPr>
          </a:lstStyle>
          <a:p>
            <a:pPr indent="0" algn="r" defTabSz="914400">
              <a:lnSpc>
                <a:spcPct val="100000"/>
              </a:lnSpc>
              <a:buNone/>
              <a:tabLst>
                <a:tab algn="l" pos="0"/>
              </a:tabLst>
            </a:pPr>
            <a:fld id="{86DF0D10-5846-44FD-BB84-E017FA74E69E}" type="slidenum">
              <a:rPr b="0" lang="en-US" sz="1200" strike="noStrike" u="none">
                <a:solidFill>
                  <a:srgbClr val="000000"/>
                </a:solidFill>
                <a:effectLst/>
                <a:uFillTx/>
                <a:latin typeface="Times New Roman"/>
                <a:ea typeface="+mn-ea"/>
              </a:rPr>
              <a:t>&lt;number&gt;</a:t>
            </a:fld>
            <a:endParaRPr b="0" lang="en-US" sz="1200" strike="noStrike" u="non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8" name="PlaceHolder 1"/>
          <p:cNvSpPr>
            <a:spLocks noGrp="1"/>
          </p:cNvSpPr>
          <p:nvPr>
            <p:ph type="sldImg"/>
          </p:nvPr>
        </p:nvSpPr>
        <p:spPr>
          <a:xfrm>
            <a:off x="685800" y="1143000"/>
            <a:ext cx="5486040" cy="3085920"/>
          </a:xfrm>
          <a:prstGeom prst="rect">
            <a:avLst/>
          </a:prstGeom>
          <a:ln w="0">
            <a:noFill/>
          </a:ln>
        </p:spPr>
      </p:sp>
      <p:sp>
        <p:nvSpPr>
          <p:cNvPr id="369"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370" name="PlaceHolder 3"/>
          <p:cNvSpPr>
            <a:spLocks noGrp="1"/>
          </p:cNvSpPr>
          <p:nvPr>
            <p:ph type="sldNum" idx="66"/>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trike="noStrike" u="none">
                <a:solidFill>
                  <a:srgbClr val="000000"/>
                </a:solidFill>
                <a:effectLst/>
                <a:uFillTx/>
                <a:latin typeface="Times New Roman"/>
                <a:ea typeface="+mn-ea"/>
              </a:defRPr>
            </a:lvl1pPr>
          </a:lstStyle>
          <a:p>
            <a:pPr indent="0" algn="r" defTabSz="914400">
              <a:lnSpc>
                <a:spcPct val="100000"/>
              </a:lnSpc>
              <a:buNone/>
              <a:tabLst>
                <a:tab algn="l" pos="0"/>
              </a:tabLst>
            </a:pPr>
            <a:fld id="{5C96ACE0-8BC3-410A-8A2D-2C8A19CF8AF4}" type="slidenum">
              <a:rPr b="0" lang="en-US" sz="1200" strike="noStrike" u="none">
                <a:solidFill>
                  <a:srgbClr val="000000"/>
                </a:solidFill>
                <a:effectLst/>
                <a:uFillTx/>
                <a:latin typeface="Times New Roman"/>
                <a:ea typeface="+mn-ea"/>
              </a:rPr>
              <a:t>&lt;number&gt;</a:t>
            </a:fld>
            <a:endParaRPr b="0" lang="en-US" sz="1200" strike="noStrike" u="non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1" name="PlaceHolder 1"/>
          <p:cNvSpPr>
            <a:spLocks noGrp="1"/>
          </p:cNvSpPr>
          <p:nvPr>
            <p:ph type="sldImg"/>
          </p:nvPr>
        </p:nvSpPr>
        <p:spPr>
          <a:xfrm>
            <a:off x="685800" y="1143000"/>
            <a:ext cx="5486040" cy="3085920"/>
          </a:xfrm>
          <a:prstGeom prst="rect">
            <a:avLst/>
          </a:prstGeom>
          <a:ln w="0">
            <a:noFill/>
          </a:ln>
        </p:spPr>
      </p:sp>
      <p:sp>
        <p:nvSpPr>
          <p:cNvPr id="372"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373" name="PlaceHolder 3"/>
          <p:cNvSpPr>
            <a:spLocks noGrp="1"/>
          </p:cNvSpPr>
          <p:nvPr>
            <p:ph type="sldNum" idx="67"/>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trike="noStrike" u="none">
                <a:solidFill>
                  <a:srgbClr val="000000"/>
                </a:solidFill>
                <a:effectLst/>
                <a:uFillTx/>
                <a:latin typeface="Times New Roman"/>
                <a:ea typeface="+mn-ea"/>
              </a:defRPr>
            </a:lvl1pPr>
          </a:lstStyle>
          <a:p>
            <a:pPr indent="0" algn="r" defTabSz="914400">
              <a:lnSpc>
                <a:spcPct val="100000"/>
              </a:lnSpc>
              <a:buNone/>
              <a:tabLst>
                <a:tab algn="l" pos="0"/>
              </a:tabLst>
            </a:pPr>
            <a:fld id="{BA29C76E-8AEE-422D-9963-FFC979A46A9F}" type="slidenum">
              <a:rPr b="0" lang="en-US" sz="1200" strike="noStrike" u="none">
                <a:solidFill>
                  <a:srgbClr val="000000"/>
                </a:solidFill>
                <a:effectLst/>
                <a:uFillTx/>
                <a:latin typeface="Times New Roman"/>
                <a:ea typeface="+mn-ea"/>
              </a:rPr>
              <a:t>&lt;number&gt;</a:t>
            </a:fld>
            <a:endParaRPr b="0" lang="en-US" sz="1200" strike="noStrike" u="non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4" name="PlaceHolder 1"/>
          <p:cNvSpPr>
            <a:spLocks noGrp="1"/>
          </p:cNvSpPr>
          <p:nvPr>
            <p:ph type="sldImg"/>
          </p:nvPr>
        </p:nvSpPr>
        <p:spPr>
          <a:xfrm>
            <a:off x="685800" y="1143000"/>
            <a:ext cx="5486040" cy="3085920"/>
          </a:xfrm>
          <a:prstGeom prst="rect">
            <a:avLst/>
          </a:prstGeom>
          <a:ln w="0">
            <a:noFill/>
          </a:ln>
        </p:spPr>
      </p:sp>
      <p:sp>
        <p:nvSpPr>
          <p:cNvPr id="375"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376" name="PlaceHolder 3"/>
          <p:cNvSpPr>
            <a:spLocks noGrp="1"/>
          </p:cNvSpPr>
          <p:nvPr>
            <p:ph type="sldNum" idx="68"/>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trike="noStrike" u="none">
                <a:solidFill>
                  <a:srgbClr val="000000"/>
                </a:solidFill>
                <a:effectLst/>
                <a:uFillTx/>
                <a:latin typeface="Times New Roman"/>
                <a:ea typeface="+mn-ea"/>
              </a:defRPr>
            </a:lvl1pPr>
          </a:lstStyle>
          <a:p>
            <a:pPr indent="0" algn="r" defTabSz="914400">
              <a:lnSpc>
                <a:spcPct val="100000"/>
              </a:lnSpc>
              <a:buNone/>
              <a:tabLst>
                <a:tab algn="l" pos="0"/>
              </a:tabLst>
            </a:pPr>
            <a:fld id="{7DC4791C-BC40-4859-A8E9-7176F0B2158E}" type="slidenum">
              <a:rPr b="0" lang="en-US" sz="1200" strike="noStrike" u="none">
                <a:solidFill>
                  <a:srgbClr val="000000"/>
                </a:solidFill>
                <a:effectLst/>
                <a:uFillTx/>
                <a:latin typeface="Times New Roman"/>
                <a:ea typeface="+mn-ea"/>
              </a:rPr>
              <a:t>&lt;number&gt;</a:t>
            </a:fld>
            <a:endParaRPr b="0" lang="en-US" sz="1200" strike="noStrike" u="non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rgbClr val="ffffff"/>
        </a:solidFill>
      </p:bgPr>
    </p:bg>
    <p:spTree>
      <p:nvGrpSpPr>
        <p:cNvPr id="1" name=""/>
        <p:cNvGrpSpPr/>
        <p:nvPr/>
      </p:nvGrpSpPr>
      <p:grpSpPr>
        <a:xfrm>
          <a:off x="0" y="0"/>
          <a:ext cx="0" cy="0"/>
          <a:chOff x="0" y="0"/>
          <a:chExt cx="0" cy="0"/>
        </a:xfrm>
      </p:grpSpPr>
      <p:sp>
        <p:nvSpPr>
          <p:cNvPr id="2" name="Rectangle 6" hidden="1"/>
          <p:cNvSpPr/>
          <p:nvPr/>
        </p:nvSpPr>
        <p:spPr>
          <a:xfrm>
            <a:off x="0" y="0"/>
            <a:ext cx="3443040" cy="608904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pPr defTabSz="457200">
              <a:lnSpc>
                <a:spcPct val="100000"/>
              </a:lnSpc>
            </a:pPr>
            <a:endParaRPr b="0" lang="en-US" sz="1800" strike="noStrike" u="none">
              <a:solidFill>
                <a:schemeClr val="lt1"/>
              </a:solidFill>
              <a:effectLst/>
              <a:uFillTx/>
              <a:latin typeface="Arial"/>
            </a:endParaRPr>
          </a:p>
        </p:txBody>
      </p:sp>
      <p:sp>
        <p:nvSpPr>
          <p:cNvPr id="3" name="Rectangle 37" hidden="1"/>
          <p:cNvSpPr/>
          <p:nvPr/>
        </p:nvSpPr>
        <p:spPr>
          <a:xfrm>
            <a:off x="11815920" y="0"/>
            <a:ext cx="383400" cy="6089040"/>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pPr defTabSz="457200">
              <a:lnSpc>
                <a:spcPct val="100000"/>
              </a:lnSpc>
            </a:pPr>
            <a:endParaRPr b="0" lang="en-US" sz="1800" strike="noStrike" u="none">
              <a:solidFill>
                <a:schemeClr val="lt1"/>
              </a:solidFill>
              <a:effectLst/>
              <a:uFillTx/>
              <a:latin typeface="Corbel"/>
            </a:endParaRPr>
          </a:p>
        </p:txBody>
      </p:sp>
      <p:sp>
        <p:nvSpPr>
          <p:cNvPr id="4" name="Rectangle 6"/>
          <p:cNvSpPr/>
          <p:nvPr/>
        </p:nvSpPr>
        <p:spPr>
          <a:xfrm>
            <a:off x="0" y="0"/>
            <a:ext cx="9140760" cy="60951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pPr defTabSz="457200">
              <a:lnSpc>
                <a:spcPct val="100000"/>
              </a:lnSpc>
            </a:pPr>
            <a:endParaRPr b="0" lang="en-US" sz="1800" strike="noStrike" u="none">
              <a:solidFill>
                <a:schemeClr val="lt1"/>
              </a:solidFill>
              <a:effectLst/>
              <a:uFillTx/>
              <a:latin typeface="Corbel"/>
            </a:endParaRPr>
          </a:p>
        </p:txBody>
      </p:sp>
      <p:sp>
        <p:nvSpPr>
          <p:cNvPr id="5" name="Rectangle 7"/>
          <p:cNvSpPr/>
          <p:nvPr/>
        </p:nvSpPr>
        <p:spPr>
          <a:xfrm>
            <a:off x="9270360" y="0"/>
            <a:ext cx="2924640" cy="6095160"/>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pPr defTabSz="457200">
              <a:lnSpc>
                <a:spcPct val="100000"/>
              </a:lnSpc>
            </a:pPr>
            <a:endParaRPr b="0" lang="en-US" sz="1800" strike="noStrike" u="none">
              <a:solidFill>
                <a:schemeClr val="lt1"/>
              </a:solidFill>
              <a:effectLst/>
              <a:uFillTx/>
              <a:latin typeface="Corbel"/>
            </a:endParaRPr>
          </a:p>
        </p:txBody>
      </p:sp>
      <p:sp>
        <p:nvSpPr>
          <p:cNvPr id="6" name="PlaceHolder 1"/>
          <p:cNvSpPr>
            <a:spLocks noGrp="1"/>
          </p:cNvSpPr>
          <p:nvPr>
            <p:ph type="title"/>
          </p:nvPr>
        </p:nvSpPr>
        <p:spPr>
          <a:xfrm>
            <a:off x="1069920" y="1298520"/>
            <a:ext cx="7314480" cy="3254400"/>
          </a:xfrm>
          <a:prstGeom prst="rect">
            <a:avLst/>
          </a:prstGeom>
          <a:noFill/>
          <a:ln w="0">
            <a:noFill/>
          </a:ln>
        </p:spPr>
        <p:txBody>
          <a:bodyPr lIns="91440" rIns="91440" tIns="45720" bIns="45720" anchor="b">
            <a:normAutofit/>
          </a:bodyPr>
          <a:p>
            <a:pPr indent="0" defTabSz="914400">
              <a:lnSpc>
                <a:spcPct val="90000"/>
              </a:lnSpc>
              <a:buNone/>
              <a:tabLst>
                <a:tab algn="l" pos="0"/>
              </a:tabLst>
            </a:pPr>
            <a:r>
              <a:rPr b="0" lang="en-US" sz="5900" spc="-99" strike="noStrike" u="none">
                <a:solidFill>
                  <a:srgbClr val="ffffff"/>
                </a:solidFill>
                <a:effectLst/>
                <a:uFillTx/>
                <a:latin typeface="Arial"/>
              </a:rPr>
              <a:t>Click to edit Master </a:t>
            </a:r>
            <a:r>
              <a:rPr b="0" lang="en-US" sz="5900" spc="-99" strike="noStrike" u="none">
                <a:solidFill>
                  <a:srgbClr val="ffffff"/>
                </a:solidFill>
                <a:effectLst/>
                <a:uFillTx/>
                <a:latin typeface="Arial"/>
              </a:rPr>
              <a:t>title style</a:t>
            </a:r>
            <a:endParaRPr b="0" lang="en-US" sz="5900" strike="noStrike" u="none">
              <a:solidFill>
                <a:schemeClr val="dk1"/>
              </a:solidFill>
              <a:effectLst/>
              <a:uFillTx/>
              <a:latin typeface="Corbel"/>
            </a:endParaRPr>
          </a:p>
        </p:txBody>
      </p:sp>
      <p:sp>
        <p:nvSpPr>
          <p:cNvPr id="7" name="PlaceHolder 2"/>
          <p:cNvSpPr>
            <a:spLocks noGrp="1"/>
          </p:cNvSpPr>
          <p:nvPr>
            <p:ph type="dt" idx="1"/>
          </p:nvPr>
        </p:nvSpPr>
        <p:spPr>
          <a:xfrm>
            <a:off x="262440" y="6356520"/>
            <a:ext cx="2742480" cy="36432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100" strike="noStrike" u="none">
                <a:solidFill>
                  <a:schemeClr val="dk1">
                    <a:lumMod val="50000"/>
                    <a:lumOff val="50000"/>
                  </a:schemeClr>
                </a:solidFill>
                <a:effectLst/>
                <a:uFillTx/>
                <a:latin typeface="Arial"/>
              </a:defRPr>
            </a:lvl1pPr>
          </a:lstStyle>
          <a:p>
            <a:pPr indent="0" defTabSz="457200">
              <a:lnSpc>
                <a:spcPct val="100000"/>
              </a:lnSpc>
              <a:buNone/>
              <a:tabLst>
                <a:tab algn="l" pos="0"/>
              </a:tabLst>
            </a:pPr>
            <a:r>
              <a:rPr b="0" lang="en-US" sz="1100" strike="noStrike" u="none">
                <a:solidFill>
                  <a:schemeClr val="dk1">
                    <a:lumMod val="50000"/>
                    <a:lumOff val="50000"/>
                  </a:schemeClr>
                </a:solidFill>
                <a:effectLst/>
                <a:uFillTx/>
                <a:latin typeface="Arial"/>
              </a:rPr>
              <a:t>&lt;date/time&gt;</a:t>
            </a:r>
            <a:endParaRPr b="0" lang="en-US" sz="1100" strike="noStrike" u="none">
              <a:solidFill>
                <a:srgbClr val="000000"/>
              </a:solidFill>
              <a:effectLst/>
              <a:uFillTx/>
              <a:latin typeface="Times New Roman"/>
            </a:endParaRPr>
          </a:p>
        </p:txBody>
      </p:sp>
      <p:sp>
        <p:nvSpPr>
          <p:cNvPr id="8" name="PlaceHolder 3"/>
          <p:cNvSpPr>
            <a:spLocks noGrp="1"/>
          </p:cNvSpPr>
          <p:nvPr>
            <p:ph type="ftr" idx="2"/>
          </p:nvPr>
        </p:nvSpPr>
        <p:spPr>
          <a:xfrm>
            <a:off x="3869280" y="6356520"/>
            <a:ext cx="5910840" cy="36432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100" strike="noStrike" u="none">
                <a:solidFill>
                  <a:schemeClr val="accent1"/>
                </a:solidFill>
                <a:effectLst/>
                <a:uFillTx/>
                <a:latin typeface="Arial"/>
              </a:defRPr>
            </a:lvl1pPr>
          </a:lstStyle>
          <a:p>
            <a:pPr indent="0" defTabSz="457200">
              <a:lnSpc>
                <a:spcPct val="100000"/>
              </a:lnSpc>
              <a:buNone/>
              <a:tabLst>
                <a:tab algn="l" pos="0"/>
              </a:tabLst>
            </a:pPr>
            <a:r>
              <a:rPr b="0" lang="en-US" sz="1100" strike="noStrike" u="none">
                <a:solidFill>
                  <a:schemeClr val="accent1"/>
                </a:solidFill>
                <a:effectLst/>
                <a:uFillTx/>
                <a:latin typeface="Arial"/>
              </a:rPr>
              <a:t>&lt;footer&gt;</a:t>
            </a:r>
            <a:endParaRPr b="0" lang="en-US" sz="1100" strike="noStrike" u="none">
              <a:solidFill>
                <a:srgbClr val="000000"/>
              </a:solidFill>
              <a:effectLst/>
              <a:uFillTx/>
              <a:latin typeface="Times New Roman"/>
            </a:endParaRPr>
          </a:p>
        </p:txBody>
      </p:sp>
      <p:sp>
        <p:nvSpPr>
          <p:cNvPr id="9" name="PlaceHolder 4"/>
          <p:cNvSpPr>
            <a:spLocks noGrp="1"/>
          </p:cNvSpPr>
          <p:nvPr>
            <p:ph type="sldNum" idx="3"/>
          </p:nvPr>
        </p:nvSpPr>
        <p:spPr>
          <a:xfrm>
            <a:off x="10634040" y="6356520"/>
            <a:ext cx="15303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1" lang="en-US" sz="1200" strike="noStrike" u="none">
                <a:solidFill>
                  <a:schemeClr val="accent1"/>
                </a:solidFill>
                <a:effectLst/>
                <a:uFillTx/>
                <a:latin typeface="Arial"/>
              </a:defRPr>
            </a:lvl1pPr>
          </a:lstStyle>
          <a:p>
            <a:pPr indent="0" algn="r" defTabSz="457200">
              <a:lnSpc>
                <a:spcPct val="100000"/>
              </a:lnSpc>
              <a:buNone/>
              <a:tabLst>
                <a:tab algn="l" pos="0"/>
              </a:tabLst>
            </a:pPr>
            <a:fld id="{2C2EC354-0C07-47C0-B778-CC6FCCF9D7B2}" type="slidenum">
              <a:rPr b="1" lang="en-US" sz="1200" strike="noStrike" u="none">
                <a:solidFill>
                  <a:schemeClr val="accent1"/>
                </a:solidFill>
                <a:effectLst/>
                <a:uFillTx/>
                <a:latin typeface="Arial"/>
              </a:rPr>
              <a:t>&lt;number&gt;</a:t>
            </a:fld>
            <a:endParaRPr b="0" lang="en-US" sz="1200" strike="noStrike" u="none">
              <a:solidFill>
                <a:srgbClr val="000000"/>
              </a:solidFill>
              <a:effectLst/>
              <a:uFillTx/>
              <a:latin typeface="Times New Roman"/>
            </a:endParaRPr>
          </a:p>
        </p:txBody>
      </p:sp>
      <p:sp>
        <p:nvSpPr>
          <p:cNvPr id="10" name="PlaceHolder 5"/>
          <p:cNvSpPr>
            <a:spLocks noGrp="1"/>
          </p:cNvSpPr>
          <p:nvPr>
            <p:ph type="body"/>
          </p:nvPr>
        </p:nvSpPr>
        <p:spPr>
          <a:xfrm>
            <a:off x="609480" y="1604520"/>
            <a:ext cx="10972080" cy="3976920"/>
          </a:xfrm>
          <a:prstGeom prst="rect">
            <a:avLst/>
          </a:prstGeom>
          <a:noFill/>
          <a:ln w="0">
            <a:noFill/>
          </a:ln>
        </p:spPr>
        <p:txBody>
          <a:bodyPr lIns="0" rIns="0" tIns="0" bIns="0" anchor="t">
            <a:normAutofit/>
          </a:bodyPr>
          <a:p>
            <a:pPr marL="432000" indent="-324000" defTabSz="914400">
              <a:lnSpc>
                <a:spcPct val="90000"/>
              </a:lnSpc>
              <a:spcBef>
                <a:spcPts val="1417"/>
              </a:spcBef>
              <a:buClr>
                <a:srgbClr val="000000"/>
              </a:buClr>
              <a:buSzPct val="45000"/>
              <a:buFont typeface="Wingdings" charset="2"/>
              <a:buChar char=""/>
            </a:pPr>
            <a:r>
              <a:rPr b="0" lang="en-US" sz="2000" strike="noStrike" u="none">
                <a:solidFill>
                  <a:schemeClr val="dk1">
                    <a:lumMod val="65000"/>
                    <a:lumOff val="35000"/>
                  </a:schemeClr>
                </a:solidFill>
                <a:effectLst/>
                <a:uFillTx/>
                <a:latin typeface="Arial"/>
              </a:rPr>
              <a:t>Click to edit the outline text </a:t>
            </a:r>
            <a:r>
              <a:rPr b="0" lang="en-US" sz="2000" strike="noStrike" u="none">
                <a:solidFill>
                  <a:schemeClr val="dk1">
                    <a:lumMod val="65000"/>
                    <a:lumOff val="35000"/>
                  </a:schemeClr>
                </a:solidFill>
                <a:effectLst/>
                <a:uFillTx/>
                <a:latin typeface="Arial"/>
              </a:rPr>
              <a:t>format</a:t>
            </a:r>
            <a:endParaRPr b="0" lang="en-US" sz="2000" strike="noStrike" u="none">
              <a:solidFill>
                <a:schemeClr val="dk1"/>
              </a:solidFill>
              <a:effectLst/>
              <a:uFillTx/>
              <a:latin typeface="Corbel"/>
            </a:endParaRPr>
          </a:p>
          <a:p>
            <a:pPr lvl="1" marL="864000" indent="-324000" defTabSz="914400">
              <a:lnSpc>
                <a:spcPct val="90000"/>
              </a:lnSpc>
              <a:spcBef>
                <a:spcPts val="1134"/>
              </a:spcBef>
              <a:buClr>
                <a:srgbClr val="000000"/>
              </a:buClr>
              <a:buSzPct val="75000"/>
              <a:buFont typeface="Symbol" charset="2"/>
              <a:buChar char=""/>
            </a:pPr>
            <a:r>
              <a:rPr b="0" lang="en-US" sz="1600" strike="noStrike" u="none">
                <a:solidFill>
                  <a:schemeClr val="dk1">
                    <a:lumMod val="65000"/>
                    <a:lumOff val="35000"/>
                  </a:schemeClr>
                </a:solidFill>
                <a:effectLst/>
                <a:uFillTx/>
                <a:latin typeface="Arial"/>
              </a:rPr>
              <a:t>Second Outline Level</a:t>
            </a:r>
            <a:endParaRPr b="0" lang="en-US" sz="1600" strike="noStrike" u="none">
              <a:solidFill>
                <a:schemeClr val="dk1"/>
              </a:solidFill>
              <a:effectLst/>
              <a:uFillTx/>
              <a:latin typeface="Corbel"/>
            </a:endParaRPr>
          </a:p>
          <a:p>
            <a:pPr lvl="2" marL="1296000" indent="-288000" defTabSz="914400">
              <a:lnSpc>
                <a:spcPct val="90000"/>
              </a:lnSpc>
              <a:spcBef>
                <a:spcPts val="850"/>
              </a:spcBef>
              <a:buClr>
                <a:srgbClr val="000000"/>
              </a:buClr>
              <a:buSzPct val="45000"/>
              <a:buFont typeface="Wingdings" charset="2"/>
              <a:buChar char=""/>
            </a:pPr>
            <a:r>
              <a:rPr b="0" lang="en-US" sz="1400" strike="noStrike" u="none">
                <a:solidFill>
                  <a:schemeClr val="dk1">
                    <a:lumMod val="65000"/>
                    <a:lumOff val="35000"/>
                  </a:schemeClr>
                </a:solidFill>
                <a:effectLst/>
                <a:uFillTx/>
                <a:latin typeface="Arial"/>
              </a:rPr>
              <a:t>Third Outline Level</a:t>
            </a:r>
            <a:endParaRPr b="0" lang="en-US" sz="1400" strike="noStrike" u="none">
              <a:solidFill>
                <a:schemeClr val="dk1"/>
              </a:solidFill>
              <a:effectLst/>
              <a:uFillTx/>
              <a:latin typeface="Corbel"/>
            </a:endParaRPr>
          </a:p>
          <a:p>
            <a:pPr lvl="3" marL="1728000" indent="-216000" defTabSz="914400">
              <a:lnSpc>
                <a:spcPct val="90000"/>
              </a:lnSpc>
              <a:spcBef>
                <a:spcPts val="567"/>
              </a:spcBef>
              <a:buClr>
                <a:srgbClr val="000000"/>
              </a:buClr>
              <a:buSzPct val="75000"/>
              <a:buFont typeface="Symbol" charset="2"/>
              <a:buChar char=""/>
            </a:pPr>
            <a:r>
              <a:rPr b="0" lang="en-US" sz="1400" strike="noStrike" u="none">
                <a:solidFill>
                  <a:schemeClr val="dk1">
                    <a:lumMod val="65000"/>
                    <a:lumOff val="35000"/>
                  </a:schemeClr>
                </a:solidFill>
                <a:effectLst/>
                <a:uFillTx/>
                <a:latin typeface="Arial"/>
              </a:rPr>
              <a:t>Fourth Outline Level</a:t>
            </a:r>
            <a:endParaRPr b="0" lang="en-US" sz="1400" strike="noStrike" u="none">
              <a:solidFill>
                <a:schemeClr val="dk1"/>
              </a:solidFill>
              <a:effectLst/>
              <a:uFillTx/>
              <a:latin typeface="Corbel"/>
            </a:endParaRPr>
          </a:p>
          <a:p>
            <a:pPr lvl="4" marL="2160000" indent="-216000" defTabSz="914400">
              <a:lnSpc>
                <a:spcPct val="90000"/>
              </a:lnSpc>
              <a:spcBef>
                <a:spcPts val="283"/>
              </a:spcBef>
              <a:buClr>
                <a:srgbClr val="000000"/>
              </a:buClr>
              <a:buSzPct val="45000"/>
              <a:buFont typeface="Wingdings" charset="2"/>
              <a:buChar char=""/>
            </a:pPr>
            <a:r>
              <a:rPr b="0" lang="en-US" sz="2000" strike="noStrike" u="none">
                <a:solidFill>
                  <a:schemeClr val="dk1">
                    <a:lumMod val="65000"/>
                    <a:lumOff val="35000"/>
                  </a:schemeClr>
                </a:solidFill>
                <a:effectLst/>
                <a:uFillTx/>
                <a:latin typeface="Arial"/>
              </a:rPr>
              <a:t>Fifth Outline </a:t>
            </a:r>
            <a:r>
              <a:rPr b="0" lang="en-US" sz="2000" strike="noStrike" u="none">
                <a:solidFill>
                  <a:schemeClr val="dk1">
                    <a:lumMod val="65000"/>
                    <a:lumOff val="35000"/>
                  </a:schemeClr>
                </a:solidFill>
                <a:effectLst/>
                <a:uFillTx/>
                <a:latin typeface="Arial"/>
              </a:rPr>
              <a:t>Level</a:t>
            </a:r>
            <a:endParaRPr b="0" lang="en-US" sz="2000" strike="noStrike" u="none">
              <a:solidFill>
                <a:schemeClr val="dk1"/>
              </a:solidFill>
              <a:effectLst/>
              <a:uFillTx/>
              <a:latin typeface="Corbel"/>
            </a:endParaRPr>
          </a:p>
          <a:p>
            <a:pPr lvl="5" marL="2592000" indent="-216000" defTabSz="914400">
              <a:lnSpc>
                <a:spcPct val="90000"/>
              </a:lnSpc>
              <a:spcBef>
                <a:spcPts val="283"/>
              </a:spcBef>
              <a:buClr>
                <a:srgbClr val="000000"/>
              </a:buClr>
              <a:buSzPct val="45000"/>
              <a:buFont typeface="Wingdings" charset="2"/>
              <a:buChar char=""/>
            </a:pPr>
            <a:r>
              <a:rPr b="0" lang="en-US" sz="2000" strike="noStrike" u="none">
                <a:solidFill>
                  <a:schemeClr val="dk1">
                    <a:lumMod val="65000"/>
                    <a:lumOff val="35000"/>
                  </a:schemeClr>
                </a:solidFill>
                <a:effectLst/>
                <a:uFillTx/>
                <a:latin typeface="Arial"/>
              </a:rPr>
              <a:t>Sixth </a:t>
            </a:r>
            <a:r>
              <a:rPr b="0" lang="en-US" sz="2000" strike="noStrike" u="none">
                <a:solidFill>
                  <a:schemeClr val="dk1">
                    <a:lumMod val="65000"/>
                    <a:lumOff val="35000"/>
                  </a:schemeClr>
                </a:solidFill>
                <a:effectLst/>
                <a:uFillTx/>
                <a:latin typeface="Arial"/>
              </a:rPr>
              <a:t>Outline </a:t>
            </a:r>
            <a:r>
              <a:rPr b="0" lang="en-US" sz="2000" strike="noStrike" u="none">
                <a:solidFill>
                  <a:schemeClr val="dk1">
                    <a:lumMod val="65000"/>
                    <a:lumOff val="35000"/>
                  </a:schemeClr>
                </a:solidFill>
                <a:effectLst/>
                <a:uFillTx/>
                <a:latin typeface="Arial"/>
              </a:rPr>
              <a:t>Level</a:t>
            </a:r>
            <a:endParaRPr b="0" lang="en-US" sz="2000" strike="noStrike" u="none">
              <a:solidFill>
                <a:schemeClr val="dk1"/>
              </a:solidFill>
              <a:effectLst/>
              <a:uFillTx/>
              <a:latin typeface="Corbel"/>
            </a:endParaRPr>
          </a:p>
          <a:p>
            <a:pPr lvl="6" marL="3024000" indent="-216000" defTabSz="914400">
              <a:lnSpc>
                <a:spcPct val="90000"/>
              </a:lnSpc>
              <a:spcBef>
                <a:spcPts val="283"/>
              </a:spcBef>
              <a:buClr>
                <a:srgbClr val="000000"/>
              </a:buClr>
              <a:buSzPct val="45000"/>
              <a:buFont typeface="Wingdings" charset="2"/>
              <a:buChar char=""/>
            </a:pPr>
            <a:r>
              <a:rPr b="0" lang="en-US" sz="2000" strike="noStrike" u="none">
                <a:solidFill>
                  <a:schemeClr val="dk1">
                    <a:lumMod val="65000"/>
                    <a:lumOff val="35000"/>
                  </a:schemeClr>
                </a:solidFill>
                <a:effectLst/>
                <a:uFillTx/>
                <a:latin typeface="Arial"/>
              </a:rPr>
              <a:t>Se</a:t>
            </a:r>
            <a:r>
              <a:rPr b="0" lang="en-US" sz="2000" strike="noStrike" u="none">
                <a:solidFill>
                  <a:schemeClr val="dk1">
                    <a:lumMod val="65000"/>
                    <a:lumOff val="35000"/>
                  </a:schemeClr>
                </a:solidFill>
                <a:effectLst/>
                <a:uFillTx/>
                <a:latin typeface="Arial"/>
              </a:rPr>
              <a:t>ve</a:t>
            </a:r>
            <a:r>
              <a:rPr b="0" lang="en-US" sz="2000" strike="noStrike" u="none">
                <a:solidFill>
                  <a:schemeClr val="dk1">
                    <a:lumMod val="65000"/>
                    <a:lumOff val="35000"/>
                  </a:schemeClr>
                </a:solidFill>
                <a:effectLst/>
                <a:uFillTx/>
                <a:latin typeface="Arial"/>
              </a:rPr>
              <a:t>nt</a:t>
            </a:r>
            <a:r>
              <a:rPr b="0" lang="en-US" sz="2000" strike="noStrike" u="none">
                <a:solidFill>
                  <a:schemeClr val="dk1">
                    <a:lumMod val="65000"/>
                    <a:lumOff val="35000"/>
                  </a:schemeClr>
                </a:solidFill>
                <a:effectLst/>
                <a:uFillTx/>
                <a:latin typeface="Arial"/>
              </a:rPr>
              <a:t>h </a:t>
            </a:r>
            <a:r>
              <a:rPr b="0" lang="en-US" sz="2000" strike="noStrike" u="none">
                <a:solidFill>
                  <a:schemeClr val="dk1">
                    <a:lumMod val="65000"/>
                    <a:lumOff val="35000"/>
                  </a:schemeClr>
                </a:solidFill>
                <a:effectLst/>
                <a:uFillTx/>
                <a:latin typeface="Arial"/>
              </a:rPr>
              <a:t>Ou</a:t>
            </a:r>
            <a:r>
              <a:rPr b="0" lang="en-US" sz="2000" strike="noStrike" u="none">
                <a:solidFill>
                  <a:schemeClr val="dk1">
                    <a:lumMod val="65000"/>
                    <a:lumOff val="35000"/>
                  </a:schemeClr>
                </a:solidFill>
                <a:effectLst/>
                <a:uFillTx/>
                <a:latin typeface="Arial"/>
              </a:rPr>
              <a:t>tlin</a:t>
            </a:r>
            <a:r>
              <a:rPr b="0" lang="en-US" sz="2000" strike="noStrike" u="none">
                <a:solidFill>
                  <a:schemeClr val="dk1">
                    <a:lumMod val="65000"/>
                    <a:lumOff val="35000"/>
                  </a:schemeClr>
                </a:solidFill>
                <a:effectLst/>
                <a:uFillTx/>
                <a:latin typeface="Arial"/>
              </a:rPr>
              <a:t>e </a:t>
            </a:r>
            <a:r>
              <a:rPr b="0" lang="en-US" sz="2000" strike="noStrike" u="none">
                <a:solidFill>
                  <a:schemeClr val="dk1">
                    <a:lumMod val="65000"/>
                    <a:lumOff val="35000"/>
                  </a:schemeClr>
                </a:solidFill>
                <a:effectLst/>
                <a:uFillTx/>
                <a:latin typeface="Arial"/>
              </a:rPr>
              <a:t>Le</a:t>
            </a:r>
            <a:r>
              <a:rPr b="0" lang="en-US" sz="2000" strike="noStrike" u="none">
                <a:solidFill>
                  <a:schemeClr val="dk1">
                    <a:lumMod val="65000"/>
                    <a:lumOff val="35000"/>
                  </a:schemeClr>
                </a:solidFill>
                <a:effectLst/>
                <a:uFillTx/>
                <a:latin typeface="Arial"/>
              </a:rPr>
              <a:t>vel</a:t>
            </a:r>
            <a:endParaRPr b="0" lang="en-US" sz="2000" strike="noStrike" u="none">
              <a:solidFill>
                <a:schemeClr val="dk1"/>
              </a:solidFill>
              <a:effectLst/>
              <a:uFillTx/>
              <a:latin typeface="Corbe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ix Content Boxes">
    <p:bg>
      <p:bgPr>
        <a:solidFill>
          <a:srgbClr val="ffffff"/>
        </a:solidFill>
      </p:bgPr>
    </p:bg>
    <p:spTree>
      <p:nvGrpSpPr>
        <p:cNvPr id="1" name=""/>
        <p:cNvGrpSpPr/>
        <p:nvPr/>
      </p:nvGrpSpPr>
      <p:grpSpPr>
        <a:xfrm>
          <a:off x="0" y="0"/>
          <a:ext cx="0" cy="0"/>
          <a:chOff x="0" y="0"/>
          <a:chExt cx="0" cy="0"/>
        </a:xfrm>
      </p:grpSpPr>
      <p:sp>
        <p:nvSpPr>
          <p:cNvPr id="11" name="Rectangle 6" hidden="1"/>
          <p:cNvSpPr/>
          <p:nvPr/>
        </p:nvSpPr>
        <p:spPr>
          <a:xfrm>
            <a:off x="0" y="0"/>
            <a:ext cx="3443040" cy="608904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pPr defTabSz="457200">
              <a:lnSpc>
                <a:spcPct val="100000"/>
              </a:lnSpc>
            </a:pPr>
            <a:endParaRPr b="0" lang="en-US" sz="1800" strike="noStrike" u="none">
              <a:solidFill>
                <a:schemeClr val="lt1"/>
              </a:solidFill>
              <a:effectLst/>
              <a:uFillTx/>
              <a:latin typeface="Arial"/>
            </a:endParaRPr>
          </a:p>
        </p:txBody>
      </p:sp>
      <p:sp>
        <p:nvSpPr>
          <p:cNvPr id="12" name="Rectangle 37" hidden="1"/>
          <p:cNvSpPr/>
          <p:nvPr/>
        </p:nvSpPr>
        <p:spPr>
          <a:xfrm>
            <a:off x="11815920" y="0"/>
            <a:ext cx="383400" cy="6089040"/>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pPr defTabSz="457200">
              <a:lnSpc>
                <a:spcPct val="100000"/>
              </a:lnSpc>
            </a:pPr>
            <a:endParaRPr b="0" lang="en-US" sz="1800" strike="noStrike" u="none">
              <a:solidFill>
                <a:schemeClr val="lt1"/>
              </a:solidFill>
              <a:effectLst/>
              <a:uFillTx/>
              <a:latin typeface="Corbel"/>
            </a:endParaRPr>
          </a:p>
        </p:txBody>
      </p:sp>
      <p:sp>
        <p:nvSpPr>
          <p:cNvPr id="13" name="PlaceHolder 1"/>
          <p:cNvSpPr>
            <a:spLocks noGrp="1"/>
          </p:cNvSpPr>
          <p:nvPr>
            <p:ph type="body"/>
          </p:nvPr>
        </p:nvSpPr>
        <p:spPr>
          <a:xfrm>
            <a:off x="8275680" y="5741280"/>
            <a:ext cx="3474000" cy="364320"/>
          </a:xfrm>
          <a:prstGeom prst="rect">
            <a:avLst/>
          </a:prstGeom>
          <a:noFill/>
          <a:ln w="0">
            <a:noFill/>
          </a:ln>
        </p:spPr>
        <p:txBody>
          <a:bodyPr lIns="91440" rIns="91440" tIns="45720" bIns="45720" anchor="b">
            <a:noAutofit/>
          </a:bodyPr>
          <a:p>
            <a:pPr marL="228600" indent="0" defTabSz="914400">
              <a:lnSpc>
                <a:spcPct val="90000"/>
              </a:lnSpc>
              <a:spcBef>
                <a:spcPts val="1001"/>
              </a:spcBef>
              <a:buNone/>
              <a:tabLst>
                <a:tab algn="l" pos="0"/>
              </a:tabLst>
            </a:pPr>
            <a:r>
              <a:rPr b="0" lang="en-US" sz="700" strike="noStrike" u="none">
                <a:solidFill>
                  <a:schemeClr val="dk1">
                    <a:lumMod val="65000"/>
                    <a:lumOff val="35000"/>
                  </a:schemeClr>
                </a:solidFill>
                <a:effectLst/>
                <a:uFillTx/>
                <a:latin typeface="Arial"/>
              </a:rPr>
              <a:t>Click to edit Master text styles (right)</a:t>
            </a:r>
            <a:endParaRPr b="0" lang="en-US" sz="700" strike="noStrike" u="none">
              <a:solidFill>
                <a:schemeClr val="dk1"/>
              </a:solidFill>
              <a:effectLst/>
              <a:uFillTx/>
              <a:latin typeface="Corbel"/>
            </a:endParaRPr>
          </a:p>
        </p:txBody>
      </p:sp>
      <p:sp>
        <p:nvSpPr>
          <p:cNvPr id="14" name="PlaceHolder 2"/>
          <p:cNvSpPr>
            <a:spLocks noGrp="1"/>
          </p:cNvSpPr>
          <p:nvPr>
            <p:ph type="body"/>
          </p:nvPr>
        </p:nvSpPr>
        <p:spPr>
          <a:xfrm>
            <a:off x="8275680" y="3421800"/>
            <a:ext cx="3474000" cy="2169000"/>
          </a:xfrm>
          <a:prstGeom prst="rect">
            <a:avLst/>
          </a:prstGeom>
          <a:solidFill>
            <a:schemeClr val="lt2">
              <a:lumMod val="20000"/>
              <a:lumOff val="80000"/>
            </a:schemeClr>
          </a:solidFill>
          <a:ln w="0">
            <a:noFill/>
          </a:ln>
        </p:spPr>
        <p:txBody>
          <a:bodyPr lIns="91440" rIns="91440" tIns="45720" bIns="45720" anchor="t">
            <a:noAutofit/>
          </a:bodyPr>
          <a:p>
            <a:pPr marL="182880" indent="-182880" defTabSz="914400">
              <a:lnSpc>
                <a:spcPct val="90000"/>
              </a:lnSpc>
              <a:spcBef>
                <a:spcPts val="1199"/>
              </a:spcBef>
              <a:buClr>
                <a:srgbClr val="55b4e8"/>
              </a:buClr>
              <a:buFont typeface="Wingdings 2" charset="2"/>
              <a:buChar char=""/>
            </a:pPr>
            <a:r>
              <a:rPr b="0" lang="en-US" sz="2000" strike="noStrike" u="none">
                <a:solidFill>
                  <a:schemeClr val="dk1">
                    <a:lumMod val="65000"/>
                    <a:lumOff val="35000"/>
                  </a:schemeClr>
                </a:solidFill>
                <a:effectLst/>
                <a:uFillTx/>
                <a:latin typeface="Arial"/>
              </a:rPr>
              <a:t>Click to edit Master text styles (right)</a:t>
            </a:r>
            <a:endParaRPr b="0" lang="en-US" sz="2000" strike="noStrike" u="none">
              <a:solidFill>
                <a:schemeClr val="dk1"/>
              </a:solidFill>
              <a:effectLst/>
              <a:uFillTx/>
              <a:latin typeface="Corbel"/>
            </a:endParaRPr>
          </a:p>
          <a:p>
            <a:pPr lvl="1" marL="685800" indent="-182880" defTabSz="914400">
              <a:lnSpc>
                <a:spcPct val="90000"/>
              </a:lnSpc>
              <a:spcBef>
                <a:spcPts val="249"/>
              </a:spcBef>
              <a:spcAft>
                <a:spcPts val="249"/>
              </a:spcAft>
              <a:buClr>
                <a:srgbClr val="55b4e8"/>
              </a:buClr>
              <a:buFont typeface="Wingdings 2" charset="2"/>
              <a:buChar char=""/>
            </a:pPr>
            <a:r>
              <a:rPr b="0" lang="en-US" sz="1800" strike="noStrike" u="none">
                <a:solidFill>
                  <a:schemeClr val="dk1">
                    <a:lumMod val="65000"/>
                    <a:lumOff val="35000"/>
                  </a:schemeClr>
                </a:solidFill>
                <a:effectLst/>
                <a:uFillTx/>
                <a:latin typeface="Arial"/>
              </a:rPr>
              <a:t>Second level</a:t>
            </a:r>
            <a:endParaRPr b="0" lang="en-US" sz="1800" strike="noStrike" u="none">
              <a:solidFill>
                <a:schemeClr val="dk1"/>
              </a:solidFill>
              <a:effectLst/>
              <a:uFillTx/>
              <a:latin typeface="Corbel"/>
            </a:endParaRPr>
          </a:p>
          <a:p>
            <a:pPr lvl="2" marL="1143000" indent="-182880" defTabSz="914400">
              <a:lnSpc>
                <a:spcPct val="90000"/>
              </a:lnSpc>
              <a:spcBef>
                <a:spcPts val="249"/>
              </a:spcBef>
              <a:spcAft>
                <a:spcPts val="249"/>
              </a:spcAft>
              <a:buClr>
                <a:srgbClr val="55b4e8"/>
              </a:buClr>
              <a:buFont typeface="Wingdings 2" charset="2"/>
              <a:buChar char=""/>
            </a:pPr>
            <a:r>
              <a:rPr b="0" lang="en-US" sz="1600" strike="noStrike" u="none">
                <a:solidFill>
                  <a:schemeClr val="dk1">
                    <a:lumMod val="65000"/>
                    <a:lumOff val="35000"/>
                  </a:schemeClr>
                </a:solidFill>
                <a:effectLst/>
                <a:uFillTx/>
                <a:latin typeface="Arial"/>
              </a:rPr>
              <a:t>Third level</a:t>
            </a:r>
            <a:endParaRPr b="0" lang="en-US" sz="1600" strike="noStrike" u="none">
              <a:solidFill>
                <a:schemeClr val="dk1"/>
              </a:solidFill>
              <a:effectLst/>
              <a:uFillTx/>
              <a:latin typeface="Corbel"/>
            </a:endParaRPr>
          </a:p>
          <a:p>
            <a:pPr lvl="3" marL="1600200" indent="-182880" defTabSz="914400">
              <a:lnSpc>
                <a:spcPct val="90000"/>
              </a:lnSpc>
              <a:spcBef>
                <a:spcPts val="249"/>
              </a:spcBef>
              <a:spcAft>
                <a:spcPts val="249"/>
              </a:spcAft>
              <a:buClr>
                <a:srgbClr val="55b4e8"/>
              </a:buClr>
              <a:buFont typeface="Wingdings 2" charset="2"/>
              <a:buChar char=""/>
            </a:pPr>
            <a:r>
              <a:rPr b="0" lang="en-US" sz="1400" strike="noStrike" u="none">
                <a:solidFill>
                  <a:schemeClr val="dk1">
                    <a:lumMod val="65000"/>
                    <a:lumOff val="35000"/>
                  </a:schemeClr>
                </a:solidFill>
                <a:effectLst/>
                <a:uFillTx/>
                <a:latin typeface="Arial"/>
              </a:rPr>
              <a:t>Fourth level</a:t>
            </a:r>
            <a:endParaRPr b="0" lang="en-US" sz="1400" strike="noStrike" u="none">
              <a:solidFill>
                <a:schemeClr val="dk1"/>
              </a:solidFill>
              <a:effectLst/>
              <a:uFillTx/>
              <a:latin typeface="Corbel"/>
            </a:endParaRPr>
          </a:p>
          <a:p>
            <a:pPr lvl="4" marL="2057400" indent="-182880" defTabSz="914400">
              <a:lnSpc>
                <a:spcPct val="90000"/>
              </a:lnSpc>
              <a:spcBef>
                <a:spcPts val="249"/>
              </a:spcBef>
              <a:spcAft>
                <a:spcPts val="249"/>
              </a:spcAft>
              <a:buClr>
                <a:srgbClr val="55b4e8"/>
              </a:buClr>
              <a:buFont typeface="Wingdings 2" charset="2"/>
              <a:buChar char=""/>
            </a:pPr>
            <a:r>
              <a:rPr b="0" lang="en-US" sz="1400" strike="noStrike" u="none">
                <a:solidFill>
                  <a:schemeClr val="dk1">
                    <a:lumMod val="65000"/>
                    <a:lumOff val="35000"/>
                  </a:schemeClr>
                </a:solidFill>
                <a:effectLst/>
                <a:uFillTx/>
                <a:latin typeface="Arial"/>
              </a:rPr>
              <a:t>Fifth level</a:t>
            </a:r>
            <a:endParaRPr b="0" lang="en-US" sz="1400" strike="noStrike" u="none">
              <a:solidFill>
                <a:schemeClr val="dk1"/>
              </a:solidFill>
              <a:effectLst/>
              <a:uFillTx/>
              <a:latin typeface="Corbel"/>
            </a:endParaRPr>
          </a:p>
        </p:txBody>
      </p:sp>
      <p:sp>
        <p:nvSpPr>
          <p:cNvPr id="15" name="PlaceHolder 3"/>
          <p:cNvSpPr>
            <a:spLocks noGrp="1"/>
          </p:cNvSpPr>
          <p:nvPr>
            <p:ph type="body"/>
          </p:nvPr>
        </p:nvSpPr>
        <p:spPr>
          <a:xfrm>
            <a:off x="4326120" y="5748480"/>
            <a:ext cx="3474000" cy="364320"/>
          </a:xfrm>
          <a:prstGeom prst="rect">
            <a:avLst/>
          </a:prstGeom>
          <a:noFill/>
          <a:ln w="0">
            <a:noFill/>
          </a:ln>
        </p:spPr>
        <p:txBody>
          <a:bodyPr lIns="91440" rIns="91440" tIns="45720" bIns="45720" anchor="b">
            <a:noAutofit/>
          </a:bodyPr>
          <a:p>
            <a:pPr marL="228600" indent="0" defTabSz="914400">
              <a:lnSpc>
                <a:spcPct val="90000"/>
              </a:lnSpc>
              <a:spcBef>
                <a:spcPts val="1001"/>
              </a:spcBef>
              <a:buNone/>
              <a:tabLst>
                <a:tab algn="l" pos="0"/>
              </a:tabLst>
            </a:pPr>
            <a:r>
              <a:rPr b="0" lang="en-US" sz="700" strike="noStrike" u="none">
                <a:solidFill>
                  <a:schemeClr val="dk1">
                    <a:lumMod val="65000"/>
                    <a:lumOff val="35000"/>
                  </a:schemeClr>
                </a:solidFill>
                <a:effectLst/>
                <a:uFillTx/>
                <a:latin typeface="Arial"/>
              </a:rPr>
              <a:t>Click to edit Master text styles (left)</a:t>
            </a:r>
            <a:endParaRPr b="0" lang="en-US" sz="700" strike="noStrike" u="none">
              <a:solidFill>
                <a:schemeClr val="dk1"/>
              </a:solidFill>
              <a:effectLst/>
              <a:uFillTx/>
              <a:latin typeface="Corbel"/>
            </a:endParaRPr>
          </a:p>
        </p:txBody>
      </p:sp>
      <p:sp>
        <p:nvSpPr>
          <p:cNvPr id="16" name="PlaceHolder 4"/>
          <p:cNvSpPr>
            <a:spLocks noGrp="1"/>
          </p:cNvSpPr>
          <p:nvPr>
            <p:ph type="body"/>
          </p:nvPr>
        </p:nvSpPr>
        <p:spPr>
          <a:xfrm>
            <a:off x="4334760" y="3429000"/>
            <a:ext cx="3474000" cy="2169000"/>
          </a:xfrm>
          <a:prstGeom prst="rect">
            <a:avLst/>
          </a:prstGeom>
          <a:solidFill>
            <a:schemeClr val="lt2">
              <a:lumMod val="20000"/>
              <a:lumOff val="80000"/>
            </a:schemeClr>
          </a:solidFill>
          <a:ln w="0">
            <a:noFill/>
          </a:ln>
        </p:spPr>
        <p:txBody>
          <a:bodyPr lIns="91440" rIns="91440" tIns="45720" bIns="45720" anchor="t">
            <a:noAutofit/>
          </a:bodyPr>
          <a:p>
            <a:pPr marL="182880" indent="-182880" defTabSz="914400">
              <a:lnSpc>
                <a:spcPct val="90000"/>
              </a:lnSpc>
              <a:spcBef>
                <a:spcPts val="1199"/>
              </a:spcBef>
              <a:buClr>
                <a:srgbClr val="55b4e8"/>
              </a:buClr>
              <a:buFont typeface="Wingdings 2" charset="2"/>
              <a:buChar char=""/>
            </a:pPr>
            <a:r>
              <a:rPr b="0" lang="en-US" sz="2000" strike="noStrike" u="none">
                <a:solidFill>
                  <a:schemeClr val="dk1">
                    <a:lumMod val="65000"/>
                    <a:lumOff val="35000"/>
                  </a:schemeClr>
                </a:solidFill>
                <a:effectLst/>
                <a:uFillTx/>
                <a:latin typeface="Arial"/>
              </a:rPr>
              <a:t>Click to edit Master text styles (left)</a:t>
            </a:r>
            <a:endParaRPr b="0" lang="en-US" sz="2000" strike="noStrike" u="none">
              <a:solidFill>
                <a:schemeClr val="dk1"/>
              </a:solidFill>
              <a:effectLst/>
              <a:uFillTx/>
              <a:latin typeface="Corbel"/>
            </a:endParaRPr>
          </a:p>
          <a:p>
            <a:pPr lvl="1" marL="685800" indent="-182880" defTabSz="914400">
              <a:lnSpc>
                <a:spcPct val="90000"/>
              </a:lnSpc>
              <a:spcBef>
                <a:spcPts val="249"/>
              </a:spcBef>
              <a:spcAft>
                <a:spcPts val="249"/>
              </a:spcAft>
              <a:buClr>
                <a:srgbClr val="55b4e8"/>
              </a:buClr>
              <a:buFont typeface="Wingdings 2" charset="2"/>
              <a:buChar char=""/>
            </a:pPr>
            <a:r>
              <a:rPr b="0" lang="en-US" sz="1800" strike="noStrike" u="none">
                <a:solidFill>
                  <a:schemeClr val="dk1">
                    <a:lumMod val="65000"/>
                    <a:lumOff val="35000"/>
                  </a:schemeClr>
                </a:solidFill>
                <a:effectLst/>
                <a:uFillTx/>
                <a:latin typeface="Arial"/>
              </a:rPr>
              <a:t>Second level</a:t>
            </a:r>
            <a:endParaRPr b="0" lang="en-US" sz="1800" strike="noStrike" u="none">
              <a:solidFill>
                <a:schemeClr val="dk1"/>
              </a:solidFill>
              <a:effectLst/>
              <a:uFillTx/>
              <a:latin typeface="Corbel"/>
            </a:endParaRPr>
          </a:p>
          <a:p>
            <a:pPr lvl="2" marL="1143000" indent="-182880" defTabSz="914400">
              <a:lnSpc>
                <a:spcPct val="90000"/>
              </a:lnSpc>
              <a:spcBef>
                <a:spcPts val="249"/>
              </a:spcBef>
              <a:spcAft>
                <a:spcPts val="249"/>
              </a:spcAft>
              <a:buClr>
                <a:srgbClr val="55b4e8"/>
              </a:buClr>
              <a:buFont typeface="Wingdings 2" charset="2"/>
              <a:buChar char=""/>
            </a:pPr>
            <a:r>
              <a:rPr b="0" lang="en-US" sz="1600" strike="noStrike" u="none">
                <a:solidFill>
                  <a:schemeClr val="dk1">
                    <a:lumMod val="65000"/>
                    <a:lumOff val="35000"/>
                  </a:schemeClr>
                </a:solidFill>
                <a:effectLst/>
                <a:uFillTx/>
                <a:latin typeface="Arial"/>
              </a:rPr>
              <a:t>Third level</a:t>
            </a:r>
            <a:endParaRPr b="0" lang="en-US" sz="1600" strike="noStrike" u="none">
              <a:solidFill>
                <a:schemeClr val="dk1"/>
              </a:solidFill>
              <a:effectLst/>
              <a:uFillTx/>
              <a:latin typeface="Corbel"/>
            </a:endParaRPr>
          </a:p>
          <a:p>
            <a:pPr lvl="3" marL="1600200" indent="-182880" defTabSz="914400">
              <a:lnSpc>
                <a:spcPct val="90000"/>
              </a:lnSpc>
              <a:spcBef>
                <a:spcPts val="249"/>
              </a:spcBef>
              <a:spcAft>
                <a:spcPts val="249"/>
              </a:spcAft>
              <a:buClr>
                <a:srgbClr val="55b4e8"/>
              </a:buClr>
              <a:buFont typeface="Wingdings 2" charset="2"/>
              <a:buChar char=""/>
            </a:pPr>
            <a:r>
              <a:rPr b="0" lang="en-US" sz="1400" strike="noStrike" u="none">
                <a:solidFill>
                  <a:schemeClr val="dk1">
                    <a:lumMod val="65000"/>
                    <a:lumOff val="35000"/>
                  </a:schemeClr>
                </a:solidFill>
                <a:effectLst/>
                <a:uFillTx/>
                <a:latin typeface="Arial"/>
              </a:rPr>
              <a:t>Fourth level</a:t>
            </a:r>
            <a:endParaRPr b="0" lang="en-US" sz="1400" strike="noStrike" u="none">
              <a:solidFill>
                <a:schemeClr val="dk1"/>
              </a:solidFill>
              <a:effectLst/>
              <a:uFillTx/>
              <a:latin typeface="Corbel"/>
            </a:endParaRPr>
          </a:p>
          <a:p>
            <a:pPr lvl="4" marL="2057400" indent="-182880" defTabSz="914400">
              <a:lnSpc>
                <a:spcPct val="90000"/>
              </a:lnSpc>
              <a:spcBef>
                <a:spcPts val="249"/>
              </a:spcBef>
              <a:spcAft>
                <a:spcPts val="249"/>
              </a:spcAft>
              <a:buClr>
                <a:srgbClr val="55b4e8"/>
              </a:buClr>
              <a:buFont typeface="Wingdings 2" charset="2"/>
              <a:buChar char=""/>
            </a:pPr>
            <a:r>
              <a:rPr b="0" lang="en-US" sz="1400" strike="noStrike" u="none">
                <a:solidFill>
                  <a:schemeClr val="dk1">
                    <a:lumMod val="65000"/>
                    <a:lumOff val="35000"/>
                  </a:schemeClr>
                </a:solidFill>
                <a:effectLst/>
                <a:uFillTx/>
                <a:latin typeface="Arial"/>
              </a:rPr>
              <a:t>Fifth level</a:t>
            </a:r>
            <a:endParaRPr b="0" lang="en-US" sz="1400" strike="noStrike" u="none">
              <a:solidFill>
                <a:schemeClr val="dk1"/>
              </a:solidFill>
              <a:effectLst/>
              <a:uFillTx/>
              <a:latin typeface="Corbel"/>
            </a:endParaRPr>
          </a:p>
        </p:txBody>
      </p:sp>
      <p:sp>
        <p:nvSpPr>
          <p:cNvPr id="17" name="PlaceHolder 5"/>
          <p:cNvSpPr>
            <a:spLocks noGrp="1"/>
          </p:cNvSpPr>
          <p:nvPr>
            <p:ph type="body"/>
          </p:nvPr>
        </p:nvSpPr>
        <p:spPr>
          <a:xfrm>
            <a:off x="432720" y="5748480"/>
            <a:ext cx="3474000" cy="364320"/>
          </a:xfrm>
          <a:prstGeom prst="rect">
            <a:avLst/>
          </a:prstGeom>
          <a:noFill/>
          <a:ln w="0">
            <a:noFill/>
          </a:ln>
        </p:spPr>
        <p:txBody>
          <a:bodyPr lIns="91440" rIns="91440" tIns="45720" bIns="45720" anchor="b">
            <a:noAutofit/>
          </a:bodyPr>
          <a:p>
            <a:pPr marL="228600" indent="0" defTabSz="914400">
              <a:lnSpc>
                <a:spcPct val="90000"/>
              </a:lnSpc>
              <a:spcBef>
                <a:spcPts val="1001"/>
              </a:spcBef>
              <a:buNone/>
              <a:tabLst>
                <a:tab algn="l" pos="0"/>
              </a:tabLst>
            </a:pPr>
            <a:r>
              <a:rPr b="0" lang="en-US" sz="700" strike="noStrike" u="none">
                <a:solidFill>
                  <a:schemeClr val="dk1">
                    <a:lumMod val="65000"/>
                    <a:lumOff val="35000"/>
                  </a:schemeClr>
                </a:solidFill>
                <a:effectLst/>
                <a:uFillTx/>
                <a:latin typeface="Arial"/>
              </a:rPr>
              <a:t>Click to edit Master text styles (left)</a:t>
            </a:r>
            <a:endParaRPr b="0" lang="en-US" sz="700" strike="noStrike" u="none">
              <a:solidFill>
                <a:schemeClr val="dk1"/>
              </a:solidFill>
              <a:effectLst/>
              <a:uFillTx/>
              <a:latin typeface="Corbel"/>
            </a:endParaRPr>
          </a:p>
        </p:txBody>
      </p:sp>
      <p:sp>
        <p:nvSpPr>
          <p:cNvPr id="18" name="PlaceHolder 6"/>
          <p:cNvSpPr>
            <a:spLocks noGrp="1"/>
          </p:cNvSpPr>
          <p:nvPr>
            <p:ph type="body"/>
          </p:nvPr>
        </p:nvSpPr>
        <p:spPr>
          <a:xfrm>
            <a:off x="441720" y="3429000"/>
            <a:ext cx="3474000" cy="2169000"/>
          </a:xfrm>
          <a:prstGeom prst="rect">
            <a:avLst/>
          </a:prstGeom>
          <a:solidFill>
            <a:schemeClr val="lt2">
              <a:lumMod val="20000"/>
              <a:lumOff val="80000"/>
            </a:schemeClr>
          </a:solidFill>
          <a:ln w="0">
            <a:noFill/>
          </a:ln>
        </p:spPr>
        <p:txBody>
          <a:bodyPr lIns="91440" rIns="91440" tIns="45720" bIns="45720" anchor="t">
            <a:noAutofit/>
          </a:bodyPr>
          <a:p>
            <a:pPr marL="182880" indent="-182880" defTabSz="914400">
              <a:lnSpc>
                <a:spcPct val="90000"/>
              </a:lnSpc>
              <a:spcBef>
                <a:spcPts val="1199"/>
              </a:spcBef>
              <a:buClr>
                <a:srgbClr val="55b4e8"/>
              </a:buClr>
              <a:buFont typeface="Wingdings 2" charset="2"/>
              <a:buChar char=""/>
            </a:pPr>
            <a:r>
              <a:rPr b="0" lang="en-US" sz="2000" strike="noStrike" u="none">
                <a:solidFill>
                  <a:schemeClr val="dk1">
                    <a:lumMod val="65000"/>
                    <a:lumOff val="35000"/>
                  </a:schemeClr>
                </a:solidFill>
                <a:effectLst/>
                <a:uFillTx/>
                <a:latin typeface="Arial"/>
              </a:rPr>
              <a:t>Click to edit Master text </a:t>
            </a:r>
            <a:r>
              <a:rPr b="0" lang="en-US" sz="2000" strike="noStrike" u="none">
                <a:solidFill>
                  <a:schemeClr val="dk1">
                    <a:lumMod val="65000"/>
                    <a:lumOff val="35000"/>
                  </a:schemeClr>
                </a:solidFill>
                <a:effectLst/>
                <a:uFillTx/>
                <a:latin typeface="Arial"/>
              </a:rPr>
              <a:t>styles (left)</a:t>
            </a:r>
            <a:endParaRPr b="0" lang="en-US" sz="2000" strike="noStrike" u="none">
              <a:solidFill>
                <a:schemeClr val="dk1"/>
              </a:solidFill>
              <a:effectLst/>
              <a:uFillTx/>
              <a:latin typeface="Corbel"/>
            </a:endParaRPr>
          </a:p>
          <a:p>
            <a:pPr lvl="1" marL="685800" indent="-182880" defTabSz="914400">
              <a:lnSpc>
                <a:spcPct val="90000"/>
              </a:lnSpc>
              <a:spcBef>
                <a:spcPts val="249"/>
              </a:spcBef>
              <a:spcAft>
                <a:spcPts val="249"/>
              </a:spcAft>
              <a:buClr>
                <a:srgbClr val="55b4e8"/>
              </a:buClr>
              <a:buFont typeface="Wingdings 2" charset="2"/>
              <a:buChar char=""/>
            </a:pPr>
            <a:r>
              <a:rPr b="0" lang="en-US" sz="1800" strike="noStrike" u="none">
                <a:solidFill>
                  <a:schemeClr val="dk1">
                    <a:lumMod val="65000"/>
                    <a:lumOff val="35000"/>
                  </a:schemeClr>
                </a:solidFill>
                <a:effectLst/>
                <a:uFillTx/>
                <a:latin typeface="Arial"/>
              </a:rPr>
              <a:t>Second level</a:t>
            </a:r>
            <a:endParaRPr b="0" lang="en-US" sz="1800" strike="noStrike" u="none">
              <a:solidFill>
                <a:schemeClr val="dk1"/>
              </a:solidFill>
              <a:effectLst/>
              <a:uFillTx/>
              <a:latin typeface="Corbel"/>
            </a:endParaRPr>
          </a:p>
          <a:p>
            <a:pPr lvl="2" marL="1143000" indent="-182880" defTabSz="914400">
              <a:lnSpc>
                <a:spcPct val="90000"/>
              </a:lnSpc>
              <a:spcBef>
                <a:spcPts val="249"/>
              </a:spcBef>
              <a:spcAft>
                <a:spcPts val="249"/>
              </a:spcAft>
              <a:buClr>
                <a:srgbClr val="55b4e8"/>
              </a:buClr>
              <a:buFont typeface="Wingdings 2" charset="2"/>
              <a:buChar char=""/>
            </a:pPr>
            <a:r>
              <a:rPr b="0" lang="en-US" sz="1600" strike="noStrike" u="none">
                <a:solidFill>
                  <a:schemeClr val="dk1">
                    <a:lumMod val="65000"/>
                    <a:lumOff val="35000"/>
                  </a:schemeClr>
                </a:solidFill>
                <a:effectLst/>
                <a:uFillTx/>
                <a:latin typeface="Arial"/>
              </a:rPr>
              <a:t>Third level</a:t>
            </a:r>
            <a:endParaRPr b="0" lang="en-US" sz="1600" strike="noStrike" u="none">
              <a:solidFill>
                <a:schemeClr val="dk1"/>
              </a:solidFill>
              <a:effectLst/>
              <a:uFillTx/>
              <a:latin typeface="Corbel"/>
            </a:endParaRPr>
          </a:p>
          <a:p>
            <a:pPr lvl="3" marL="1600200" indent="-182880" defTabSz="914400">
              <a:lnSpc>
                <a:spcPct val="90000"/>
              </a:lnSpc>
              <a:spcBef>
                <a:spcPts val="249"/>
              </a:spcBef>
              <a:spcAft>
                <a:spcPts val="249"/>
              </a:spcAft>
              <a:buClr>
                <a:srgbClr val="55b4e8"/>
              </a:buClr>
              <a:buFont typeface="Wingdings 2" charset="2"/>
              <a:buChar char=""/>
            </a:pPr>
            <a:r>
              <a:rPr b="0" lang="en-US" sz="1400" strike="noStrike" u="none">
                <a:solidFill>
                  <a:schemeClr val="dk1">
                    <a:lumMod val="65000"/>
                    <a:lumOff val="35000"/>
                  </a:schemeClr>
                </a:solidFill>
                <a:effectLst/>
                <a:uFillTx/>
                <a:latin typeface="Arial"/>
              </a:rPr>
              <a:t>Fourth level</a:t>
            </a:r>
            <a:endParaRPr b="0" lang="en-US" sz="1400" strike="noStrike" u="none">
              <a:solidFill>
                <a:schemeClr val="dk1"/>
              </a:solidFill>
              <a:effectLst/>
              <a:uFillTx/>
              <a:latin typeface="Corbel"/>
            </a:endParaRPr>
          </a:p>
          <a:p>
            <a:pPr lvl="4" marL="2057400" indent="-182880" defTabSz="914400">
              <a:lnSpc>
                <a:spcPct val="90000"/>
              </a:lnSpc>
              <a:spcBef>
                <a:spcPts val="249"/>
              </a:spcBef>
              <a:spcAft>
                <a:spcPts val="249"/>
              </a:spcAft>
              <a:buClr>
                <a:srgbClr val="55b4e8"/>
              </a:buClr>
              <a:buFont typeface="Wingdings 2" charset="2"/>
              <a:buChar char=""/>
            </a:pPr>
            <a:r>
              <a:rPr b="0" lang="en-US" sz="1400" strike="noStrike" u="none">
                <a:solidFill>
                  <a:schemeClr val="dk1">
                    <a:lumMod val="65000"/>
                    <a:lumOff val="35000"/>
                  </a:schemeClr>
                </a:solidFill>
                <a:effectLst/>
                <a:uFillTx/>
                <a:latin typeface="Arial"/>
              </a:rPr>
              <a:t>Fifth level</a:t>
            </a:r>
            <a:endParaRPr b="0" lang="en-US" sz="1400" strike="noStrike" u="none">
              <a:solidFill>
                <a:schemeClr val="dk1"/>
              </a:solidFill>
              <a:effectLst/>
              <a:uFillTx/>
              <a:latin typeface="Corbel"/>
            </a:endParaRPr>
          </a:p>
        </p:txBody>
      </p:sp>
      <p:sp>
        <p:nvSpPr>
          <p:cNvPr id="19" name="PlaceHolder 7"/>
          <p:cNvSpPr>
            <a:spLocks noGrp="1"/>
          </p:cNvSpPr>
          <p:nvPr>
            <p:ph type="body"/>
          </p:nvPr>
        </p:nvSpPr>
        <p:spPr>
          <a:xfrm>
            <a:off x="8266680" y="2691720"/>
            <a:ext cx="3474000" cy="364320"/>
          </a:xfrm>
          <a:prstGeom prst="rect">
            <a:avLst/>
          </a:prstGeom>
          <a:noFill/>
          <a:ln w="0">
            <a:noFill/>
          </a:ln>
        </p:spPr>
        <p:txBody>
          <a:bodyPr lIns="91440" rIns="91440" tIns="45720" bIns="45720" anchor="b">
            <a:noAutofit/>
          </a:bodyPr>
          <a:p>
            <a:pPr marL="228600" indent="0" defTabSz="914400">
              <a:lnSpc>
                <a:spcPct val="90000"/>
              </a:lnSpc>
              <a:spcBef>
                <a:spcPts val="1001"/>
              </a:spcBef>
              <a:buNone/>
              <a:tabLst>
                <a:tab algn="l" pos="0"/>
              </a:tabLst>
            </a:pPr>
            <a:r>
              <a:rPr b="0" lang="en-US" sz="700" strike="noStrike" u="none">
                <a:solidFill>
                  <a:schemeClr val="dk1">
                    <a:lumMod val="65000"/>
                    <a:lumOff val="35000"/>
                  </a:schemeClr>
                </a:solidFill>
                <a:effectLst/>
                <a:uFillTx/>
                <a:latin typeface="Arial"/>
              </a:rPr>
              <a:t>Click to edit Master text styles (right)</a:t>
            </a:r>
            <a:endParaRPr b="0" lang="en-US" sz="700" strike="noStrike" u="none">
              <a:solidFill>
                <a:schemeClr val="dk1"/>
              </a:solidFill>
              <a:effectLst/>
              <a:uFillTx/>
              <a:latin typeface="Corbel"/>
            </a:endParaRPr>
          </a:p>
        </p:txBody>
      </p:sp>
      <p:sp>
        <p:nvSpPr>
          <p:cNvPr id="20" name="PlaceHolder 8"/>
          <p:cNvSpPr>
            <a:spLocks noGrp="1"/>
          </p:cNvSpPr>
          <p:nvPr>
            <p:ph type="body"/>
          </p:nvPr>
        </p:nvSpPr>
        <p:spPr>
          <a:xfrm>
            <a:off x="8266680" y="372240"/>
            <a:ext cx="3474000" cy="2169000"/>
          </a:xfrm>
          <a:prstGeom prst="rect">
            <a:avLst/>
          </a:prstGeom>
          <a:solidFill>
            <a:schemeClr val="lt2">
              <a:lumMod val="20000"/>
              <a:lumOff val="80000"/>
            </a:schemeClr>
          </a:solidFill>
          <a:ln w="0">
            <a:noFill/>
          </a:ln>
        </p:spPr>
        <p:txBody>
          <a:bodyPr lIns="91440" rIns="91440" tIns="45720" bIns="45720" anchor="t">
            <a:noAutofit/>
          </a:bodyPr>
          <a:p>
            <a:pPr marL="182880" indent="-182880" defTabSz="914400">
              <a:lnSpc>
                <a:spcPct val="90000"/>
              </a:lnSpc>
              <a:spcBef>
                <a:spcPts val="1199"/>
              </a:spcBef>
              <a:buClr>
                <a:srgbClr val="55b4e8"/>
              </a:buClr>
              <a:buFont typeface="Wingdings 2" charset="2"/>
              <a:buChar char=""/>
            </a:pPr>
            <a:r>
              <a:rPr b="0" lang="en-US" sz="2000" strike="noStrike" u="none">
                <a:solidFill>
                  <a:schemeClr val="dk1">
                    <a:lumMod val="65000"/>
                    <a:lumOff val="35000"/>
                  </a:schemeClr>
                </a:solidFill>
                <a:effectLst/>
                <a:uFillTx/>
                <a:latin typeface="Arial"/>
              </a:rPr>
              <a:t>Click to edit Master text styles (right)</a:t>
            </a:r>
            <a:endParaRPr b="0" lang="en-US" sz="2000" strike="noStrike" u="none">
              <a:solidFill>
                <a:schemeClr val="dk1"/>
              </a:solidFill>
              <a:effectLst/>
              <a:uFillTx/>
              <a:latin typeface="Corbel"/>
            </a:endParaRPr>
          </a:p>
          <a:p>
            <a:pPr lvl="1" marL="685800" indent="-182880" defTabSz="914400">
              <a:lnSpc>
                <a:spcPct val="90000"/>
              </a:lnSpc>
              <a:spcBef>
                <a:spcPts val="249"/>
              </a:spcBef>
              <a:spcAft>
                <a:spcPts val="249"/>
              </a:spcAft>
              <a:buClr>
                <a:srgbClr val="55b4e8"/>
              </a:buClr>
              <a:buFont typeface="Wingdings 2" charset="2"/>
              <a:buChar char=""/>
            </a:pPr>
            <a:r>
              <a:rPr b="0" lang="en-US" sz="1800" strike="noStrike" u="none">
                <a:solidFill>
                  <a:schemeClr val="dk1">
                    <a:lumMod val="65000"/>
                    <a:lumOff val="35000"/>
                  </a:schemeClr>
                </a:solidFill>
                <a:effectLst/>
                <a:uFillTx/>
                <a:latin typeface="Arial"/>
              </a:rPr>
              <a:t>Second level</a:t>
            </a:r>
            <a:endParaRPr b="0" lang="en-US" sz="1800" strike="noStrike" u="none">
              <a:solidFill>
                <a:schemeClr val="dk1"/>
              </a:solidFill>
              <a:effectLst/>
              <a:uFillTx/>
              <a:latin typeface="Corbel"/>
            </a:endParaRPr>
          </a:p>
          <a:p>
            <a:pPr lvl="2" marL="1143000" indent="-182880" defTabSz="914400">
              <a:lnSpc>
                <a:spcPct val="90000"/>
              </a:lnSpc>
              <a:spcBef>
                <a:spcPts val="249"/>
              </a:spcBef>
              <a:spcAft>
                <a:spcPts val="249"/>
              </a:spcAft>
              <a:buClr>
                <a:srgbClr val="55b4e8"/>
              </a:buClr>
              <a:buFont typeface="Wingdings 2" charset="2"/>
              <a:buChar char=""/>
            </a:pPr>
            <a:r>
              <a:rPr b="0" lang="en-US" sz="1600" strike="noStrike" u="none">
                <a:solidFill>
                  <a:schemeClr val="dk1">
                    <a:lumMod val="65000"/>
                    <a:lumOff val="35000"/>
                  </a:schemeClr>
                </a:solidFill>
                <a:effectLst/>
                <a:uFillTx/>
                <a:latin typeface="Arial"/>
              </a:rPr>
              <a:t>Third level</a:t>
            </a:r>
            <a:endParaRPr b="0" lang="en-US" sz="1600" strike="noStrike" u="none">
              <a:solidFill>
                <a:schemeClr val="dk1"/>
              </a:solidFill>
              <a:effectLst/>
              <a:uFillTx/>
              <a:latin typeface="Corbel"/>
            </a:endParaRPr>
          </a:p>
          <a:p>
            <a:pPr lvl="3" marL="1600200" indent="-182880" defTabSz="914400">
              <a:lnSpc>
                <a:spcPct val="90000"/>
              </a:lnSpc>
              <a:spcBef>
                <a:spcPts val="249"/>
              </a:spcBef>
              <a:spcAft>
                <a:spcPts val="249"/>
              </a:spcAft>
              <a:buClr>
                <a:srgbClr val="55b4e8"/>
              </a:buClr>
              <a:buFont typeface="Wingdings 2" charset="2"/>
              <a:buChar char=""/>
            </a:pPr>
            <a:r>
              <a:rPr b="0" lang="en-US" sz="1400" strike="noStrike" u="none">
                <a:solidFill>
                  <a:schemeClr val="dk1">
                    <a:lumMod val="65000"/>
                    <a:lumOff val="35000"/>
                  </a:schemeClr>
                </a:solidFill>
                <a:effectLst/>
                <a:uFillTx/>
                <a:latin typeface="Arial"/>
              </a:rPr>
              <a:t>Fourth level</a:t>
            </a:r>
            <a:endParaRPr b="0" lang="en-US" sz="1400" strike="noStrike" u="none">
              <a:solidFill>
                <a:schemeClr val="dk1"/>
              </a:solidFill>
              <a:effectLst/>
              <a:uFillTx/>
              <a:latin typeface="Corbel"/>
            </a:endParaRPr>
          </a:p>
          <a:p>
            <a:pPr lvl="4" marL="2057400" indent="-182880" defTabSz="914400">
              <a:lnSpc>
                <a:spcPct val="90000"/>
              </a:lnSpc>
              <a:spcBef>
                <a:spcPts val="249"/>
              </a:spcBef>
              <a:spcAft>
                <a:spcPts val="249"/>
              </a:spcAft>
              <a:buClr>
                <a:srgbClr val="55b4e8"/>
              </a:buClr>
              <a:buFont typeface="Wingdings 2" charset="2"/>
              <a:buChar char=""/>
            </a:pPr>
            <a:r>
              <a:rPr b="0" lang="en-US" sz="1400" strike="noStrike" u="none">
                <a:solidFill>
                  <a:schemeClr val="dk1">
                    <a:lumMod val="65000"/>
                    <a:lumOff val="35000"/>
                  </a:schemeClr>
                </a:solidFill>
                <a:effectLst/>
                <a:uFillTx/>
                <a:latin typeface="Arial"/>
              </a:rPr>
              <a:t>Fifth level</a:t>
            </a:r>
            <a:endParaRPr b="0" lang="en-US" sz="1400" strike="noStrike" u="none">
              <a:solidFill>
                <a:schemeClr val="dk1"/>
              </a:solidFill>
              <a:effectLst/>
              <a:uFillTx/>
              <a:latin typeface="Corbel"/>
            </a:endParaRPr>
          </a:p>
        </p:txBody>
      </p:sp>
      <p:sp>
        <p:nvSpPr>
          <p:cNvPr id="21" name="PlaceHolder 9"/>
          <p:cNvSpPr>
            <a:spLocks noGrp="1"/>
          </p:cNvSpPr>
          <p:nvPr>
            <p:ph type="body"/>
          </p:nvPr>
        </p:nvSpPr>
        <p:spPr>
          <a:xfrm>
            <a:off x="4317120" y="2691720"/>
            <a:ext cx="3474000" cy="364320"/>
          </a:xfrm>
          <a:prstGeom prst="rect">
            <a:avLst/>
          </a:prstGeom>
          <a:noFill/>
          <a:ln w="0">
            <a:noFill/>
          </a:ln>
        </p:spPr>
        <p:txBody>
          <a:bodyPr lIns="91440" rIns="91440" tIns="45720" bIns="45720" anchor="b">
            <a:noAutofit/>
          </a:bodyPr>
          <a:p>
            <a:pPr marL="228600" indent="0" defTabSz="914400">
              <a:lnSpc>
                <a:spcPct val="90000"/>
              </a:lnSpc>
              <a:spcBef>
                <a:spcPts val="1001"/>
              </a:spcBef>
              <a:buNone/>
              <a:tabLst>
                <a:tab algn="l" pos="0"/>
              </a:tabLst>
            </a:pPr>
            <a:r>
              <a:rPr b="0" lang="en-US" sz="700" strike="noStrike" u="none">
                <a:solidFill>
                  <a:schemeClr val="dk1">
                    <a:lumMod val="65000"/>
                    <a:lumOff val="35000"/>
                  </a:schemeClr>
                </a:solidFill>
                <a:effectLst/>
                <a:uFillTx/>
                <a:latin typeface="Arial"/>
              </a:rPr>
              <a:t>Click to edit Master text styles (left)</a:t>
            </a:r>
            <a:endParaRPr b="0" lang="en-US" sz="700" strike="noStrike" u="none">
              <a:solidFill>
                <a:schemeClr val="dk1"/>
              </a:solidFill>
              <a:effectLst/>
              <a:uFillTx/>
              <a:latin typeface="Corbel"/>
            </a:endParaRPr>
          </a:p>
        </p:txBody>
      </p:sp>
      <p:sp>
        <p:nvSpPr>
          <p:cNvPr id="22" name="PlaceHolder 10"/>
          <p:cNvSpPr>
            <a:spLocks noGrp="1"/>
          </p:cNvSpPr>
          <p:nvPr>
            <p:ph type="body"/>
          </p:nvPr>
        </p:nvSpPr>
        <p:spPr>
          <a:xfrm>
            <a:off x="4326120" y="372240"/>
            <a:ext cx="3474000" cy="2169000"/>
          </a:xfrm>
          <a:prstGeom prst="rect">
            <a:avLst/>
          </a:prstGeom>
          <a:solidFill>
            <a:schemeClr val="lt2">
              <a:lumMod val="20000"/>
              <a:lumOff val="80000"/>
            </a:schemeClr>
          </a:solidFill>
          <a:ln w="0">
            <a:noFill/>
          </a:ln>
        </p:spPr>
        <p:txBody>
          <a:bodyPr lIns="91440" rIns="91440" tIns="45720" bIns="45720" anchor="t">
            <a:noAutofit/>
          </a:bodyPr>
          <a:p>
            <a:pPr marL="182880" indent="-182880" defTabSz="914400">
              <a:lnSpc>
                <a:spcPct val="90000"/>
              </a:lnSpc>
              <a:spcBef>
                <a:spcPts val="1199"/>
              </a:spcBef>
              <a:buClr>
                <a:srgbClr val="55b4e8"/>
              </a:buClr>
              <a:buFont typeface="Wingdings 2" charset="2"/>
              <a:buChar char=""/>
            </a:pPr>
            <a:r>
              <a:rPr b="0" lang="en-US" sz="2000" strike="noStrike" u="none">
                <a:solidFill>
                  <a:schemeClr val="dk1">
                    <a:lumMod val="65000"/>
                    <a:lumOff val="35000"/>
                  </a:schemeClr>
                </a:solidFill>
                <a:effectLst/>
                <a:uFillTx/>
                <a:latin typeface="Arial"/>
              </a:rPr>
              <a:t>Click to edit Master </a:t>
            </a:r>
            <a:r>
              <a:rPr b="0" lang="en-US" sz="2000" strike="noStrike" u="none">
                <a:solidFill>
                  <a:schemeClr val="dk1">
                    <a:lumMod val="65000"/>
                    <a:lumOff val="35000"/>
                  </a:schemeClr>
                </a:solidFill>
                <a:effectLst/>
                <a:uFillTx/>
                <a:latin typeface="Arial"/>
              </a:rPr>
              <a:t>text styles (left)</a:t>
            </a:r>
            <a:endParaRPr b="0" lang="en-US" sz="2000" strike="noStrike" u="none">
              <a:solidFill>
                <a:schemeClr val="dk1"/>
              </a:solidFill>
              <a:effectLst/>
              <a:uFillTx/>
              <a:latin typeface="Corbel"/>
            </a:endParaRPr>
          </a:p>
          <a:p>
            <a:pPr lvl="1" marL="685800" indent="-182880" defTabSz="914400">
              <a:lnSpc>
                <a:spcPct val="90000"/>
              </a:lnSpc>
              <a:spcBef>
                <a:spcPts val="249"/>
              </a:spcBef>
              <a:spcAft>
                <a:spcPts val="249"/>
              </a:spcAft>
              <a:buClr>
                <a:srgbClr val="55b4e8"/>
              </a:buClr>
              <a:buFont typeface="Wingdings 2" charset="2"/>
              <a:buChar char=""/>
            </a:pPr>
            <a:r>
              <a:rPr b="0" lang="en-US" sz="1800" strike="noStrike" u="none">
                <a:solidFill>
                  <a:schemeClr val="dk1">
                    <a:lumMod val="65000"/>
                    <a:lumOff val="35000"/>
                  </a:schemeClr>
                </a:solidFill>
                <a:effectLst/>
                <a:uFillTx/>
                <a:latin typeface="Arial"/>
              </a:rPr>
              <a:t>Second level</a:t>
            </a:r>
            <a:endParaRPr b="0" lang="en-US" sz="1800" strike="noStrike" u="none">
              <a:solidFill>
                <a:schemeClr val="dk1"/>
              </a:solidFill>
              <a:effectLst/>
              <a:uFillTx/>
              <a:latin typeface="Corbel"/>
            </a:endParaRPr>
          </a:p>
          <a:p>
            <a:pPr lvl="2" marL="1143000" indent="-182880" defTabSz="914400">
              <a:lnSpc>
                <a:spcPct val="90000"/>
              </a:lnSpc>
              <a:spcBef>
                <a:spcPts val="249"/>
              </a:spcBef>
              <a:spcAft>
                <a:spcPts val="249"/>
              </a:spcAft>
              <a:buClr>
                <a:srgbClr val="55b4e8"/>
              </a:buClr>
              <a:buFont typeface="Wingdings 2" charset="2"/>
              <a:buChar char=""/>
            </a:pPr>
            <a:r>
              <a:rPr b="0" lang="en-US" sz="1600" strike="noStrike" u="none">
                <a:solidFill>
                  <a:schemeClr val="dk1">
                    <a:lumMod val="65000"/>
                    <a:lumOff val="35000"/>
                  </a:schemeClr>
                </a:solidFill>
                <a:effectLst/>
                <a:uFillTx/>
                <a:latin typeface="Arial"/>
              </a:rPr>
              <a:t>Third level</a:t>
            </a:r>
            <a:endParaRPr b="0" lang="en-US" sz="1600" strike="noStrike" u="none">
              <a:solidFill>
                <a:schemeClr val="dk1"/>
              </a:solidFill>
              <a:effectLst/>
              <a:uFillTx/>
              <a:latin typeface="Corbel"/>
            </a:endParaRPr>
          </a:p>
          <a:p>
            <a:pPr lvl="3" marL="1600200" indent="-182880" defTabSz="914400">
              <a:lnSpc>
                <a:spcPct val="90000"/>
              </a:lnSpc>
              <a:spcBef>
                <a:spcPts val="249"/>
              </a:spcBef>
              <a:spcAft>
                <a:spcPts val="249"/>
              </a:spcAft>
              <a:buClr>
                <a:srgbClr val="55b4e8"/>
              </a:buClr>
              <a:buFont typeface="Wingdings 2" charset="2"/>
              <a:buChar char=""/>
            </a:pPr>
            <a:r>
              <a:rPr b="0" lang="en-US" sz="1400" strike="noStrike" u="none">
                <a:solidFill>
                  <a:schemeClr val="dk1">
                    <a:lumMod val="65000"/>
                    <a:lumOff val="35000"/>
                  </a:schemeClr>
                </a:solidFill>
                <a:effectLst/>
                <a:uFillTx/>
                <a:latin typeface="Arial"/>
              </a:rPr>
              <a:t>Fourth level</a:t>
            </a:r>
            <a:endParaRPr b="0" lang="en-US" sz="1400" strike="noStrike" u="none">
              <a:solidFill>
                <a:schemeClr val="dk1"/>
              </a:solidFill>
              <a:effectLst/>
              <a:uFillTx/>
              <a:latin typeface="Corbel"/>
            </a:endParaRPr>
          </a:p>
          <a:p>
            <a:pPr lvl="4" marL="2057400" indent="-182880" defTabSz="914400">
              <a:lnSpc>
                <a:spcPct val="90000"/>
              </a:lnSpc>
              <a:spcBef>
                <a:spcPts val="249"/>
              </a:spcBef>
              <a:spcAft>
                <a:spcPts val="249"/>
              </a:spcAft>
              <a:buClr>
                <a:srgbClr val="55b4e8"/>
              </a:buClr>
              <a:buFont typeface="Wingdings 2" charset="2"/>
              <a:buChar char=""/>
            </a:pPr>
            <a:r>
              <a:rPr b="0" lang="en-US" sz="1400" strike="noStrike" u="none">
                <a:solidFill>
                  <a:schemeClr val="dk1">
                    <a:lumMod val="65000"/>
                    <a:lumOff val="35000"/>
                  </a:schemeClr>
                </a:solidFill>
                <a:effectLst/>
                <a:uFillTx/>
                <a:latin typeface="Arial"/>
              </a:rPr>
              <a:t>Fifth </a:t>
            </a:r>
            <a:r>
              <a:rPr b="0" lang="en-US" sz="1400" strike="noStrike" u="none">
                <a:solidFill>
                  <a:schemeClr val="dk1">
                    <a:lumMod val="65000"/>
                    <a:lumOff val="35000"/>
                  </a:schemeClr>
                </a:solidFill>
                <a:effectLst/>
                <a:uFillTx/>
                <a:latin typeface="Arial"/>
              </a:rPr>
              <a:t>level</a:t>
            </a:r>
            <a:endParaRPr b="0" lang="en-US" sz="1400" strike="noStrike" u="none">
              <a:solidFill>
                <a:schemeClr val="dk1"/>
              </a:solidFill>
              <a:effectLst/>
              <a:uFillTx/>
              <a:latin typeface="Corbel"/>
            </a:endParaRPr>
          </a:p>
        </p:txBody>
      </p:sp>
      <p:sp>
        <p:nvSpPr>
          <p:cNvPr id="23" name="PlaceHolder 11"/>
          <p:cNvSpPr>
            <a:spLocks noGrp="1"/>
          </p:cNvSpPr>
          <p:nvPr>
            <p:ph type="body"/>
          </p:nvPr>
        </p:nvSpPr>
        <p:spPr>
          <a:xfrm>
            <a:off x="441720" y="2691720"/>
            <a:ext cx="3474000" cy="364320"/>
          </a:xfrm>
          <a:prstGeom prst="rect">
            <a:avLst/>
          </a:prstGeom>
          <a:noFill/>
          <a:ln w="0">
            <a:noFill/>
          </a:ln>
        </p:spPr>
        <p:txBody>
          <a:bodyPr lIns="91440" rIns="91440" tIns="45720" bIns="45720" anchor="b">
            <a:noAutofit/>
          </a:bodyPr>
          <a:p>
            <a:pPr marL="228600" indent="0" defTabSz="914400">
              <a:lnSpc>
                <a:spcPct val="90000"/>
              </a:lnSpc>
              <a:spcBef>
                <a:spcPts val="1001"/>
              </a:spcBef>
              <a:buNone/>
              <a:tabLst>
                <a:tab algn="l" pos="0"/>
              </a:tabLst>
            </a:pPr>
            <a:r>
              <a:rPr b="0" lang="en-US" sz="700" strike="noStrike" u="none">
                <a:solidFill>
                  <a:schemeClr val="dk1">
                    <a:lumMod val="65000"/>
                    <a:lumOff val="35000"/>
                  </a:schemeClr>
                </a:solidFill>
                <a:effectLst/>
                <a:uFillTx/>
                <a:latin typeface="Arial"/>
              </a:rPr>
              <a:t>Click to edit Master text styles (left)</a:t>
            </a:r>
            <a:endParaRPr b="0" lang="en-US" sz="700" strike="noStrike" u="none">
              <a:solidFill>
                <a:schemeClr val="dk1"/>
              </a:solidFill>
              <a:effectLst/>
              <a:uFillTx/>
              <a:latin typeface="Corbel"/>
            </a:endParaRPr>
          </a:p>
        </p:txBody>
      </p:sp>
      <p:sp>
        <p:nvSpPr>
          <p:cNvPr id="24" name="PlaceHolder 12"/>
          <p:cNvSpPr>
            <a:spLocks noGrp="1"/>
          </p:cNvSpPr>
          <p:nvPr>
            <p:ph type="body"/>
          </p:nvPr>
        </p:nvSpPr>
        <p:spPr>
          <a:xfrm>
            <a:off x="450360" y="372240"/>
            <a:ext cx="3474000" cy="2169000"/>
          </a:xfrm>
          <a:prstGeom prst="rect">
            <a:avLst/>
          </a:prstGeom>
          <a:solidFill>
            <a:schemeClr val="lt2">
              <a:lumMod val="20000"/>
              <a:lumOff val="80000"/>
            </a:schemeClr>
          </a:solidFill>
          <a:ln w="0">
            <a:noFill/>
          </a:ln>
        </p:spPr>
        <p:txBody>
          <a:bodyPr lIns="91440" rIns="91440" tIns="45720" bIns="45720" anchor="t">
            <a:noAutofit/>
          </a:bodyPr>
          <a:p>
            <a:pPr marL="182880" indent="-182880" defTabSz="914400">
              <a:lnSpc>
                <a:spcPct val="90000"/>
              </a:lnSpc>
              <a:spcBef>
                <a:spcPts val="1199"/>
              </a:spcBef>
              <a:buClr>
                <a:srgbClr val="55b4e8"/>
              </a:buClr>
              <a:buFont typeface="Wingdings 2" charset="2"/>
              <a:buChar char=""/>
            </a:pPr>
            <a:r>
              <a:rPr b="0" lang="en-US" sz="2000" strike="noStrike" u="none">
                <a:solidFill>
                  <a:schemeClr val="dk1">
                    <a:lumMod val="65000"/>
                    <a:lumOff val="35000"/>
                  </a:schemeClr>
                </a:solidFill>
                <a:effectLst/>
                <a:uFillTx/>
                <a:latin typeface="Arial"/>
              </a:rPr>
              <a:t>Click to edit Master text styles (left)</a:t>
            </a:r>
            <a:endParaRPr b="0" lang="en-US" sz="2000" strike="noStrike" u="none">
              <a:solidFill>
                <a:schemeClr val="dk1"/>
              </a:solidFill>
              <a:effectLst/>
              <a:uFillTx/>
              <a:latin typeface="Corbel"/>
            </a:endParaRPr>
          </a:p>
          <a:p>
            <a:pPr lvl="1" marL="685800" indent="-182880" defTabSz="914400">
              <a:lnSpc>
                <a:spcPct val="90000"/>
              </a:lnSpc>
              <a:spcBef>
                <a:spcPts val="249"/>
              </a:spcBef>
              <a:spcAft>
                <a:spcPts val="249"/>
              </a:spcAft>
              <a:buClr>
                <a:srgbClr val="55b4e8"/>
              </a:buClr>
              <a:buFont typeface="Wingdings 2" charset="2"/>
              <a:buChar char=""/>
            </a:pPr>
            <a:r>
              <a:rPr b="0" lang="en-US" sz="1800" strike="noStrike" u="none">
                <a:solidFill>
                  <a:schemeClr val="dk1">
                    <a:lumMod val="65000"/>
                    <a:lumOff val="35000"/>
                  </a:schemeClr>
                </a:solidFill>
                <a:effectLst/>
                <a:uFillTx/>
                <a:latin typeface="Arial"/>
              </a:rPr>
              <a:t>Second level</a:t>
            </a:r>
            <a:endParaRPr b="0" lang="en-US" sz="1800" strike="noStrike" u="none">
              <a:solidFill>
                <a:schemeClr val="dk1"/>
              </a:solidFill>
              <a:effectLst/>
              <a:uFillTx/>
              <a:latin typeface="Corbel"/>
            </a:endParaRPr>
          </a:p>
          <a:p>
            <a:pPr lvl="2" marL="1143000" indent="-182880" defTabSz="914400">
              <a:lnSpc>
                <a:spcPct val="90000"/>
              </a:lnSpc>
              <a:spcBef>
                <a:spcPts val="249"/>
              </a:spcBef>
              <a:spcAft>
                <a:spcPts val="249"/>
              </a:spcAft>
              <a:buClr>
                <a:srgbClr val="55b4e8"/>
              </a:buClr>
              <a:buFont typeface="Wingdings 2" charset="2"/>
              <a:buChar char=""/>
            </a:pPr>
            <a:r>
              <a:rPr b="0" lang="en-US" sz="1600" strike="noStrike" u="none">
                <a:solidFill>
                  <a:schemeClr val="dk1">
                    <a:lumMod val="65000"/>
                    <a:lumOff val="35000"/>
                  </a:schemeClr>
                </a:solidFill>
                <a:effectLst/>
                <a:uFillTx/>
                <a:latin typeface="Arial"/>
              </a:rPr>
              <a:t>Third level</a:t>
            </a:r>
            <a:endParaRPr b="0" lang="en-US" sz="1600" strike="noStrike" u="none">
              <a:solidFill>
                <a:schemeClr val="dk1"/>
              </a:solidFill>
              <a:effectLst/>
              <a:uFillTx/>
              <a:latin typeface="Corbel"/>
            </a:endParaRPr>
          </a:p>
          <a:p>
            <a:pPr lvl="3" marL="1600200" indent="-182880" defTabSz="914400">
              <a:lnSpc>
                <a:spcPct val="90000"/>
              </a:lnSpc>
              <a:spcBef>
                <a:spcPts val="249"/>
              </a:spcBef>
              <a:spcAft>
                <a:spcPts val="249"/>
              </a:spcAft>
              <a:buClr>
                <a:srgbClr val="55b4e8"/>
              </a:buClr>
              <a:buFont typeface="Wingdings 2" charset="2"/>
              <a:buChar char=""/>
            </a:pPr>
            <a:r>
              <a:rPr b="0" lang="en-US" sz="1400" strike="noStrike" u="none">
                <a:solidFill>
                  <a:schemeClr val="dk1">
                    <a:lumMod val="65000"/>
                    <a:lumOff val="35000"/>
                  </a:schemeClr>
                </a:solidFill>
                <a:effectLst/>
                <a:uFillTx/>
                <a:latin typeface="Arial"/>
              </a:rPr>
              <a:t>Fourth level</a:t>
            </a:r>
            <a:endParaRPr b="0" lang="en-US" sz="1400" strike="noStrike" u="none">
              <a:solidFill>
                <a:schemeClr val="dk1"/>
              </a:solidFill>
              <a:effectLst/>
              <a:uFillTx/>
              <a:latin typeface="Corbel"/>
            </a:endParaRPr>
          </a:p>
          <a:p>
            <a:pPr lvl="4" marL="2057400" indent="-182880" defTabSz="914400">
              <a:lnSpc>
                <a:spcPct val="90000"/>
              </a:lnSpc>
              <a:spcBef>
                <a:spcPts val="249"/>
              </a:spcBef>
              <a:spcAft>
                <a:spcPts val="249"/>
              </a:spcAft>
              <a:buClr>
                <a:srgbClr val="55b4e8"/>
              </a:buClr>
              <a:buFont typeface="Wingdings 2" charset="2"/>
              <a:buChar char=""/>
            </a:pPr>
            <a:r>
              <a:rPr b="0" lang="en-US" sz="1400" strike="noStrike" u="none">
                <a:solidFill>
                  <a:schemeClr val="dk1">
                    <a:lumMod val="65000"/>
                    <a:lumOff val="35000"/>
                  </a:schemeClr>
                </a:solidFill>
                <a:effectLst/>
                <a:uFillTx/>
                <a:latin typeface="Arial"/>
              </a:rPr>
              <a:t>Fifth level</a:t>
            </a:r>
            <a:endParaRPr b="0" lang="en-US" sz="1400" strike="noStrike" u="none">
              <a:solidFill>
                <a:schemeClr val="dk1"/>
              </a:solidFill>
              <a:effectLst/>
              <a:uFillTx/>
              <a:latin typeface="Corbel"/>
            </a:endParaRPr>
          </a:p>
        </p:txBody>
      </p:sp>
      <p:sp>
        <p:nvSpPr>
          <p:cNvPr id="25" name="PlaceHolder 13"/>
          <p:cNvSpPr>
            <a:spLocks noGrp="1"/>
          </p:cNvSpPr>
          <p:nvPr>
            <p:ph type="dt" idx="4"/>
          </p:nvPr>
        </p:nvSpPr>
        <p:spPr>
          <a:xfrm>
            <a:off x="262440" y="6356520"/>
            <a:ext cx="2742480" cy="36432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100" strike="noStrike" u="none">
                <a:solidFill>
                  <a:schemeClr val="dk1">
                    <a:lumMod val="50000"/>
                    <a:lumOff val="50000"/>
                  </a:schemeClr>
                </a:solidFill>
                <a:effectLst/>
                <a:uFillTx/>
                <a:latin typeface="Arial"/>
              </a:defRPr>
            </a:lvl1pPr>
          </a:lstStyle>
          <a:p>
            <a:pPr indent="0" defTabSz="457200">
              <a:lnSpc>
                <a:spcPct val="100000"/>
              </a:lnSpc>
              <a:buNone/>
              <a:tabLst>
                <a:tab algn="l" pos="0"/>
              </a:tabLst>
            </a:pPr>
            <a:r>
              <a:rPr b="0" lang="en-US" sz="1100" strike="noStrike" u="none">
                <a:solidFill>
                  <a:schemeClr val="dk1">
                    <a:lumMod val="50000"/>
                    <a:lumOff val="50000"/>
                  </a:schemeClr>
                </a:solidFill>
                <a:effectLst/>
                <a:uFillTx/>
                <a:latin typeface="Arial"/>
              </a:rPr>
              <a:t>&lt;date/time&gt;</a:t>
            </a:r>
            <a:endParaRPr b="0" lang="en-US" sz="1100" strike="noStrike" u="none">
              <a:solidFill>
                <a:srgbClr val="000000"/>
              </a:solidFill>
              <a:effectLst/>
              <a:uFillTx/>
              <a:latin typeface="Times New Roman"/>
            </a:endParaRPr>
          </a:p>
        </p:txBody>
      </p:sp>
      <p:sp>
        <p:nvSpPr>
          <p:cNvPr id="26" name="PlaceHolder 14"/>
          <p:cNvSpPr>
            <a:spLocks noGrp="1"/>
          </p:cNvSpPr>
          <p:nvPr>
            <p:ph type="ftr" idx="5"/>
          </p:nvPr>
        </p:nvSpPr>
        <p:spPr>
          <a:xfrm>
            <a:off x="3869280" y="6356520"/>
            <a:ext cx="5910840" cy="36432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100" strike="noStrike" u="none">
                <a:solidFill>
                  <a:schemeClr val="accent1"/>
                </a:solidFill>
                <a:effectLst/>
                <a:uFillTx/>
                <a:latin typeface="Arial"/>
              </a:defRPr>
            </a:lvl1pPr>
          </a:lstStyle>
          <a:p>
            <a:pPr indent="0" defTabSz="457200">
              <a:lnSpc>
                <a:spcPct val="100000"/>
              </a:lnSpc>
              <a:buNone/>
              <a:tabLst>
                <a:tab algn="l" pos="0"/>
              </a:tabLst>
            </a:pPr>
            <a:r>
              <a:rPr b="0" lang="en-US" sz="1100" strike="noStrike" u="none">
                <a:solidFill>
                  <a:schemeClr val="accent1"/>
                </a:solidFill>
                <a:effectLst/>
                <a:uFillTx/>
                <a:latin typeface="Arial"/>
              </a:rPr>
              <a:t>&lt;footer&gt;</a:t>
            </a:r>
            <a:endParaRPr b="0" lang="en-US" sz="1100" strike="noStrike" u="none">
              <a:solidFill>
                <a:srgbClr val="000000"/>
              </a:solidFill>
              <a:effectLst/>
              <a:uFillTx/>
              <a:latin typeface="Times New Roman"/>
            </a:endParaRPr>
          </a:p>
        </p:txBody>
      </p:sp>
      <p:sp>
        <p:nvSpPr>
          <p:cNvPr id="27" name="PlaceHolder 15"/>
          <p:cNvSpPr>
            <a:spLocks noGrp="1"/>
          </p:cNvSpPr>
          <p:nvPr>
            <p:ph type="sldNum" idx="6"/>
          </p:nvPr>
        </p:nvSpPr>
        <p:spPr>
          <a:xfrm>
            <a:off x="10634040" y="6356520"/>
            <a:ext cx="15303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1" lang="en-US" sz="1200" strike="noStrike" u="none">
                <a:solidFill>
                  <a:schemeClr val="accent1"/>
                </a:solidFill>
                <a:effectLst/>
                <a:uFillTx/>
                <a:latin typeface="Arial"/>
              </a:defRPr>
            </a:lvl1pPr>
          </a:lstStyle>
          <a:p>
            <a:pPr indent="0" algn="r" defTabSz="457200">
              <a:lnSpc>
                <a:spcPct val="100000"/>
              </a:lnSpc>
              <a:buNone/>
              <a:tabLst>
                <a:tab algn="l" pos="0"/>
              </a:tabLst>
            </a:pPr>
            <a:fld id="{E398B481-A944-4E2C-9277-D259E13466CB}" type="slidenum">
              <a:rPr b="1" lang="en-US" sz="1200" strike="noStrike" u="none">
                <a:solidFill>
                  <a:schemeClr val="accent1"/>
                </a:solidFill>
                <a:effectLst/>
                <a:uFillTx/>
                <a:latin typeface="Arial"/>
              </a:rPr>
              <a:t>&lt;number&gt;</a:t>
            </a:fld>
            <a:endParaRPr b="0" lang="en-US" sz="1200" strike="noStrike" u="non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Four Content Boxes">
    <p:bg>
      <p:bgPr>
        <a:solidFill>
          <a:srgbClr val="ffffff"/>
        </a:solidFill>
      </p:bgPr>
    </p:bg>
    <p:spTree>
      <p:nvGrpSpPr>
        <p:cNvPr id="1" name=""/>
        <p:cNvGrpSpPr/>
        <p:nvPr/>
      </p:nvGrpSpPr>
      <p:grpSpPr>
        <a:xfrm>
          <a:off x="0" y="0"/>
          <a:ext cx="0" cy="0"/>
          <a:chOff x="0" y="0"/>
          <a:chExt cx="0" cy="0"/>
        </a:xfrm>
      </p:grpSpPr>
      <p:sp>
        <p:nvSpPr>
          <p:cNvPr id="28" name="Rectangle 6"/>
          <p:cNvSpPr/>
          <p:nvPr/>
        </p:nvSpPr>
        <p:spPr>
          <a:xfrm>
            <a:off x="0" y="0"/>
            <a:ext cx="3443040" cy="608904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pPr defTabSz="457200">
              <a:lnSpc>
                <a:spcPct val="100000"/>
              </a:lnSpc>
            </a:pPr>
            <a:endParaRPr b="0" lang="en-US" sz="1800" strike="noStrike" u="none">
              <a:solidFill>
                <a:schemeClr val="lt1"/>
              </a:solidFill>
              <a:effectLst/>
              <a:uFillTx/>
              <a:latin typeface="Arial"/>
            </a:endParaRPr>
          </a:p>
        </p:txBody>
      </p:sp>
      <p:sp>
        <p:nvSpPr>
          <p:cNvPr id="29" name="Rectangle 37"/>
          <p:cNvSpPr/>
          <p:nvPr/>
        </p:nvSpPr>
        <p:spPr>
          <a:xfrm>
            <a:off x="11815920" y="0"/>
            <a:ext cx="383400" cy="6089040"/>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pPr defTabSz="457200">
              <a:lnSpc>
                <a:spcPct val="100000"/>
              </a:lnSpc>
            </a:pPr>
            <a:endParaRPr b="0" lang="en-US" sz="1800" strike="noStrike" u="none">
              <a:solidFill>
                <a:schemeClr val="lt1"/>
              </a:solidFill>
              <a:effectLst/>
              <a:uFillTx/>
              <a:latin typeface="Corbel"/>
            </a:endParaRPr>
          </a:p>
        </p:txBody>
      </p:sp>
      <p:sp>
        <p:nvSpPr>
          <p:cNvPr id="30" name="Triangle 2"/>
          <p:cNvSpPr/>
          <p:nvPr/>
        </p:nvSpPr>
        <p:spPr>
          <a:xfrm rot="16200000">
            <a:off x="3542400" y="456840"/>
            <a:ext cx="420480" cy="257400"/>
          </a:xfrm>
          <a:custGeom>
            <a:avLst/>
            <a:gdLst>
              <a:gd name="textAreaLeft" fmla="*/ 0 w 420480"/>
              <a:gd name="textAreaRight" fmla="*/ 421200 w 420480"/>
              <a:gd name="textAreaTop" fmla="*/ 0 h 257400"/>
              <a:gd name="textAreaBottom" fmla="*/ 258120 h 257400"/>
              <a:gd name="GluePoint1X" fmla="*/ 0 w 421105"/>
              <a:gd name="GluePoint1Y" fmla="*/ 257985 h 257985"/>
              <a:gd name="GluePoint2X" fmla="*/ 358088 w 421105"/>
              <a:gd name="GluePoint2Y" fmla="*/ 0 h 257985"/>
              <a:gd name="GluePoint3X" fmla="*/ 421105 w 421105"/>
              <a:gd name="GluePoint3Y" fmla="*/ 257985 h 257985"/>
              <a:gd name="GluePoint4X" fmla="*/ 0 w 421105"/>
              <a:gd name="GluePoint4Y" fmla="*/ 257985 h 25798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421105" h="257985">
                <a:moveTo>
                  <a:pt x="0" y="257985"/>
                </a:moveTo>
                <a:lnTo>
                  <a:pt x="358088" y="0"/>
                </a:lnTo>
                <a:lnTo>
                  <a:pt x="421105" y="257985"/>
                </a:lnTo>
                <a:lnTo>
                  <a:pt x="0" y="257985"/>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orbel"/>
            </a:endParaRPr>
          </a:p>
        </p:txBody>
      </p:sp>
      <p:sp>
        <p:nvSpPr>
          <p:cNvPr id="31" name="Triangle 2"/>
          <p:cNvSpPr/>
          <p:nvPr/>
        </p:nvSpPr>
        <p:spPr>
          <a:xfrm rot="16200000">
            <a:off x="7500600" y="450720"/>
            <a:ext cx="420480" cy="257400"/>
          </a:xfrm>
          <a:custGeom>
            <a:avLst/>
            <a:gdLst>
              <a:gd name="textAreaLeft" fmla="*/ 0 w 420480"/>
              <a:gd name="textAreaRight" fmla="*/ 421200 w 420480"/>
              <a:gd name="textAreaTop" fmla="*/ 0 h 257400"/>
              <a:gd name="textAreaBottom" fmla="*/ 258120 h 257400"/>
              <a:gd name="GluePoint1X" fmla="*/ 0 w 421105"/>
              <a:gd name="GluePoint1Y" fmla="*/ 257985 h 257985"/>
              <a:gd name="GluePoint2X" fmla="*/ 358088 w 421105"/>
              <a:gd name="GluePoint2Y" fmla="*/ 0 h 257985"/>
              <a:gd name="GluePoint3X" fmla="*/ 421105 w 421105"/>
              <a:gd name="GluePoint3Y" fmla="*/ 257985 h 257985"/>
              <a:gd name="GluePoint4X" fmla="*/ 0 w 421105"/>
              <a:gd name="GluePoint4Y" fmla="*/ 257985 h 25798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421105" h="257985">
                <a:moveTo>
                  <a:pt x="0" y="257985"/>
                </a:moveTo>
                <a:lnTo>
                  <a:pt x="358088" y="0"/>
                </a:lnTo>
                <a:lnTo>
                  <a:pt x="421105" y="257985"/>
                </a:lnTo>
                <a:lnTo>
                  <a:pt x="0" y="257985"/>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orbel"/>
            </a:endParaRPr>
          </a:p>
        </p:txBody>
      </p:sp>
      <p:sp>
        <p:nvSpPr>
          <p:cNvPr id="32" name="PlaceHolder 1"/>
          <p:cNvSpPr>
            <a:spLocks noGrp="1"/>
          </p:cNvSpPr>
          <p:nvPr>
            <p:ph type="body"/>
          </p:nvPr>
        </p:nvSpPr>
        <p:spPr>
          <a:xfrm>
            <a:off x="7840080" y="5741280"/>
            <a:ext cx="3474000" cy="364320"/>
          </a:xfrm>
          <a:prstGeom prst="rect">
            <a:avLst/>
          </a:prstGeom>
          <a:noFill/>
          <a:ln w="0">
            <a:noFill/>
          </a:ln>
        </p:spPr>
        <p:txBody>
          <a:bodyPr lIns="91440" rIns="91440" tIns="45720" bIns="45720" anchor="b">
            <a:noAutofit/>
          </a:bodyPr>
          <a:p>
            <a:pPr marL="228600" indent="0" defTabSz="914400">
              <a:lnSpc>
                <a:spcPct val="90000"/>
              </a:lnSpc>
              <a:spcBef>
                <a:spcPts val="1001"/>
              </a:spcBef>
              <a:buNone/>
              <a:tabLst>
                <a:tab algn="l" pos="0"/>
              </a:tabLst>
            </a:pPr>
            <a:r>
              <a:rPr b="0" lang="en-US" sz="2000" strike="noStrike" u="none">
                <a:solidFill>
                  <a:schemeClr val="dk2">
                    <a:lumMod val="60000"/>
                    <a:lumOff val="40000"/>
                  </a:schemeClr>
                </a:solidFill>
                <a:effectLst/>
                <a:uFillTx/>
                <a:latin typeface="Arial"/>
              </a:rPr>
              <a:t>[name]</a:t>
            </a:r>
            <a:endParaRPr b="0" lang="en-US" sz="2000" strike="noStrike" u="none">
              <a:solidFill>
                <a:schemeClr val="dk1"/>
              </a:solidFill>
              <a:effectLst/>
              <a:uFillTx/>
              <a:latin typeface="Corbel"/>
            </a:endParaRPr>
          </a:p>
        </p:txBody>
      </p:sp>
      <p:sp>
        <p:nvSpPr>
          <p:cNvPr id="33" name="PlaceHolder 2"/>
          <p:cNvSpPr>
            <a:spLocks noGrp="1"/>
          </p:cNvSpPr>
          <p:nvPr>
            <p:ph type="body"/>
          </p:nvPr>
        </p:nvSpPr>
        <p:spPr>
          <a:xfrm>
            <a:off x="7840080" y="3421800"/>
            <a:ext cx="3474000" cy="2169000"/>
          </a:xfrm>
          <a:prstGeom prst="rect">
            <a:avLst/>
          </a:prstGeom>
          <a:solidFill>
            <a:schemeClr val="accent4">
              <a:lumMod val="20000"/>
              <a:lumOff val="80000"/>
            </a:schemeClr>
          </a:solidFill>
          <a:ln w="0">
            <a:noFill/>
          </a:ln>
        </p:spPr>
        <p:txBody>
          <a:bodyPr lIns="91440" rIns="91440" tIns="45720" bIns="45720" anchor="t">
            <a:noAutofit/>
          </a:bodyPr>
          <a:p>
            <a:pPr marL="182880" indent="-182880" defTabSz="914400">
              <a:lnSpc>
                <a:spcPct val="150000"/>
              </a:lnSpc>
              <a:spcBef>
                <a:spcPts val="1199"/>
              </a:spcBef>
              <a:buClr>
                <a:srgbClr val="55b4e8"/>
              </a:buClr>
              <a:buFont typeface="Wingdings 2" charset="2"/>
              <a:buChar char=""/>
            </a:pPr>
            <a:r>
              <a:rPr b="0" lang="en-US" sz="2000" strike="noStrike" u="none">
                <a:solidFill>
                  <a:schemeClr val="dk1">
                    <a:lumMod val="65000"/>
                    <a:lumOff val="35000"/>
                  </a:schemeClr>
                </a:solidFill>
                <a:effectLst/>
                <a:uFillTx/>
                <a:latin typeface="Arial"/>
              </a:rPr>
              <a:t>Click to edit Master text styles </a:t>
            </a:r>
            <a:r>
              <a:rPr b="0" lang="en-US" sz="2000" strike="noStrike" u="none">
                <a:solidFill>
                  <a:schemeClr val="dk1">
                    <a:lumMod val="65000"/>
                    <a:lumOff val="35000"/>
                  </a:schemeClr>
                </a:solidFill>
                <a:effectLst/>
                <a:uFillTx/>
                <a:latin typeface="Arial"/>
              </a:rPr>
              <a:t>(right)</a:t>
            </a:r>
            <a:endParaRPr b="0" lang="en-US" sz="2000" strike="noStrike" u="none">
              <a:solidFill>
                <a:schemeClr val="dk1"/>
              </a:solidFill>
              <a:effectLst/>
              <a:uFillTx/>
              <a:latin typeface="Corbel"/>
            </a:endParaRPr>
          </a:p>
          <a:p>
            <a:pPr lvl="1" marL="685800" indent="-182880" defTabSz="914400">
              <a:lnSpc>
                <a:spcPct val="150000"/>
              </a:lnSpc>
              <a:spcBef>
                <a:spcPts val="249"/>
              </a:spcBef>
              <a:spcAft>
                <a:spcPts val="249"/>
              </a:spcAft>
              <a:buClr>
                <a:srgbClr val="55b4e8"/>
              </a:buClr>
              <a:buFont typeface="Wingdings 2" charset="2"/>
              <a:buChar char=""/>
            </a:pPr>
            <a:r>
              <a:rPr b="0" lang="en-US" sz="1800" strike="noStrike" u="none">
                <a:solidFill>
                  <a:schemeClr val="dk1">
                    <a:lumMod val="65000"/>
                    <a:lumOff val="35000"/>
                  </a:schemeClr>
                </a:solidFill>
                <a:effectLst/>
                <a:uFillTx/>
                <a:latin typeface="Arial"/>
              </a:rPr>
              <a:t>Second level</a:t>
            </a:r>
            <a:endParaRPr b="0" lang="en-US" sz="1800" strike="noStrike" u="none">
              <a:solidFill>
                <a:schemeClr val="dk1"/>
              </a:solidFill>
              <a:effectLst/>
              <a:uFillTx/>
              <a:latin typeface="Corbel"/>
            </a:endParaRPr>
          </a:p>
          <a:p>
            <a:pPr lvl="2" marL="1143000" indent="-182880" defTabSz="914400">
              <a:lnSpc>
                <a:spcPct val="150000"/>
              </a:lnSpc>
              <a:spcBef>
                <a:spcPts val="249"/>
              </a:spcBef>
              <a:spcAft>
                <a:spcPts val="249"/>
              </a:spcAft>
              <a:buClr>
                <a:srgbClr val="55b4e8"/>
              </a:buClr>
              <a:buFont typeface="Wingdings 2" charset="2"/>
              <a:buChar char=""/>
            </a:pPr>
            <a:r>
              <a:rPr b="0" lang="en-US" sz="1600" strike="noStrike" u="none">
                <a:solidFill>
                  <a:schemeClr val="dk1">
                    <a:lumMod val="65000"/>
                    <a:lumOff val="35000"/>
                  </a:schemeClr>
                </a:solidFill>
                <a:effectLst/>
                <a:uFillTx/>
                <a:latin typeface="Arial"/>
              </a:rPr>
              <a:t>Third level</a:t>
            </a:r>
            <a:endParaRPr b="0" lang="en-US" sz="1600" strike="noStrike" u="none">
              <a:solidFill>
                <a:schemeClr val="dk1"/>
              </a:solidFill>
              <a:effectLst/>
              <a:uFillTx/>
              <a:latin typeface="Corbel"/>
            </a:endParaRPr>
          </a:p>
        </p:txBody>
      </p:sp>
      <p:sp>
        <p:nvSpPr>
          <p:cNvPr id="34" name="PlaceHolder 3"/>
          <p:cNvSpPr>
            <a:spLocks noGrp="1"/>
          </p:cNvSpPr>
          <p:nvPr>
            <p:ph type="body"/>
          </p:nvPr>
        </p:nvSpPr>
        <p:spPr>
          <a:xfrm>
            <a:off x="3890520" y="5748480"/>
            <a:ext cx="3474000" cy="364320"/>
          </a:xfrm>
          <a:prstGeom prst="rect">
            <a:avLst/>
          </a:prstGeom>
          <a:noFill/>
          <a:ln w="0">
            <a:noFill/>
          </a:ln>
        </p:spPr>
        <p:txBody>
          <a:bodyPr lIns="91440" rIns="91440" tIns="45720" bIns="45720" anchor="b">
            <a:noAutofit/>
          </a:bodyPr>
          <a:p>
            <a:pPr marL="228600" indent="0" defTabSz="914400">
              <a:lnSpc>
                <a:spcPct val="90000"/>
              </a:lnSpc>
              <a:spcBef>
                <a:spcPts val="1001"/>
              </a:spcBef>
              <a:buNone/>
              <a:tabLst>
                <a:tab algn="l" pos="0"/>
              </a:tabLst>
            </a:pPr>
            <a:r>
              <a:rPr b="0" lang="en-US" sz="2000" strike="noStrike" u="none">
                <a:solidFill>
                  <a:schemeClr val="dk2">
                    <a:lumMod val="60000"/>
                    <a:lumOff val="40000"/>
                  </a:schemeClr>
                </a:solidFill>
                <a:effectLst/>
                <a:uFillTx/>
                <a:latin typeface="Arial"/>
              </a:rPr>
              <a:t>[name]</a:t>
            </a:r>
            <a:endParaRPr b="0" lang="en-US" sz="2000" strike="noStrike" u="none">
              <a:solidFill>
                <a:schemeClr val="dk1"/>
              </a:solidFill>
              <a:effectLst/>
              <a:uFillTx/>
              <a:latin typeface="Corbel"/>
            </a:endParaRPr>
          </a:p>
        </p:txBody>
      </p:sp>
      <p:sp>
        <p:nvSpPr>
          <p:cNvPr id="35" name="PlaceHolder 4"/>
          <p:cNvSpPr>
            <a:spLocks noGrp="1"/>
          </p:cNvSpPr>
          <p:nvPr>
            <p:ph type="body"/>
          </p:nvPr>
        </p:nvSpPr>
        <p:spPr>
          <a:xfrm>
            <a:off x="3899160" y="3429000"/>
            <a:ext cx="3474000" cy="2169000"/>
          </a:xfrm>
          <a:prstGeom prst="rect">
            <a:avLst/>
          </a:prstGeom>
          <a:solidFill>
            <a:schemeClr val="accent4">
              <a:lumMod val="20000"/>
              <a:lumOff val="80000"/>
            </a:schemeClr>
          </a:solidFill>
          <a:ln w="0">
            <a:noFill/>
          </a:ln>
        </p:spPr>
        <p:txBody>
          <a:bodyPr lIns="91440" rIns="91440" tIns="45720" bIns="45720" anchor="t">
            <a:noAutofit/>
          </a:bodyPr>
          <a:p>
            <a:pPr marL="182880" indent="-182880" defTabSz="914400">
              <a:lnSpc>
                <a:spcPct val="150000"/>
              </a:lnSpc>
              <a:spcBef>
                <a:spcPts val="1199"/>
              </a:spcBef>
              <a:buClr>
                <a:srgbClr val="55b4e8"/>
              </a:buClr>
              <a:buFont typeface="Wingdings 2" charset="2"/>
              <a:buChar char=""/>
            </a:pPr>
            <a:r>
              <a:rPr b="0" lang="en-US" sz="2000" strike="noStrike" u="none">
                <a:solidFill>
                  <a:schemeClr val="dk1">
                    <a:lumMod val="65000"/>
                    <a:lumOff val="35000"/>
                  </a:schemeClr>
                </a:solidFill>
                <a:effectLst/>
                <a:uFillTx/>
                <a:latin typeface="Arial"/>
              </a:rPr>
              <a:t>Click to edit Master text styles (left)</a:t>
            </a:r>
            <a:endParaRPr b="0" lang="en-US" sz="2000" strike="noStrike" u="none">
              <a:solidFill>
                <a:schemeClr val="dk1"/>
              </a:solidFill>
              <a:effectLst/>
              <a:uFillTx/>
              <a:latin typeface="Corbel"/>
            </a:endParaRPr>
          </a:p>
          <a:p>
            <a:pPr lvl="1" marL="685800" indent="-182880" defTabSz="914400">
              <a:lnSpc>
                <a:spcPct val="150000"/>
              </a:lnSpc>
              <a:spcBef>
                <a:spcPts val="249"/>
              </a:spcBef>
              <a:spcAft>
                <a:spcPts val="249"/>
              </a:spcAft>
              <a:buClr>
                <a:srgbClr val="55b4e8"/>
              </a:buClr>
              <a:buFont typeface="Wingdings 2" charset="2"/>
              <a:buChar char=""/>
            </a:pPr>
            <a:r>
              <a:rPr b="0" lang="en-US" sz="1800" strike="noStrike" u="none">
                <a:solidFill>
                  <a:schemeClr val="dk1">
                    <a:lumMod val="65000"/>
                    <a:lumOff val="35000"/>
                  </a:schemeClr>
                </a:solidFill>
                <a:effectLst/>
                <a:uFillTx/>
                <a:latin typeface="Arial"/>
              </a:rPr>
              <a:t>Second level</a:t>
            </a:r>
            <a:endParaRPr b="0" lang="en-US" sz="1800" strike="noStrike" u="none">
              <a:solidFill>
                <a:schemeClr val="dk1"/>
              </a:solidFill>
              <a:effectLst/>
              <a:uFillTx/>
              <a:latin typeface="Corbel"/>
            </a:endParaRPr>
          </a:p>
          <a:p>
            <a:pPr lvl="2" marL="1143000" indent="-182880" defTabSz="914400">
              <a:lnSpc>
                <a:spcPct val="150000"/>
              </a:lnSpc>
              <a:spcBef>
                <a:spcPts val="249"/>
              </a:spcBef>
              <a:spcAft>
                <a:spcPts val="249"/>
              </a:spcAft>
              <a:buClr>
                <a:srgbClr val="55b4e8"/>
              </a:buClr>
              <a:buFont typeface="Wingdings 2" charset="2"/>
              <a:buChar char=""/>
            </a:pPr>
            <a:r>
              <a:rPr b="0" lang="en-US" sz="1600" strike="noStrike" u="none">
                <a:solidFill>
                  <a:schemeClr val="dk1">
                    <a:lumMod val="65000"/>
                    <a:lumOff val="35000"/>
                  </a:schemeClr>
                </a:solidFill>
                <a:effectLst/>
                <a:uFillTx/>
                <a:latin typeface="Arial"/>
              </a:rPr>
              <a:t>Third level</a:t>
            </a:r>
            <a:endParaRPr b="0" lang="en-US" sz="1600" strike="noStrike" u="none">
              <a:solidFill>
                <a:schemeClr val="dk1"/>
              </a:solidFill>
              <a:effectLst/>
              <a:uFillTx/>
              <a:latin typeface="Corbel"/>
            </a:endParaRPr>
          </a:p>
        </p:txBody>
      </p:sp>
      <p:sp>
        <p:nvSpPr>
          <p:cNvPr id="36" name="PlaceHolder 5"/>
          <p:cNvSpPr>
            <a:spLocks noGrp="1"/>
          </p:cNvSpPr>
          <p:nvPr>
            <p:ph type="body"/>
          </p:nvPr>
        </p:nvSpPr>
        <p:spPr>
          <a:xfrm>
            <a:off x="7818480" y="2691720"/>
            <a:ext cx="3474000" cy="364320"/>
          </a:xfrm>
          <a:prstGeom prst="rect">
            <a:avLst/>
          </a:prstGeom>
          <a:noFill/>
          <a:ln w="0">
            <a:noFill/>
          </a:ln>
        </p:spPr>
        <p:txBody>
          <a:bodyPr lIns="91440" rIns="91440" tIns="45720" bIns="45720" anchor="b">
            <a:noAutofit/>
          </a:bodyPr>
          <a:p>
            <a:pPr marL="228600" indent="0" defTabSz="914400">
              <a:lnSpc>
                <a:spcPct val="90000"/>
              </a:lnSpc>
              <a:spcBef>
                <a:spcPts val="1001"/>
              </a:spcBef>
              <a:buNone/>
              <a:tabLst>
                <a:tab algn="l" pos="0"/>
              </a:tabLst>
            </a:pPr>
            <a:r>
              <a:rPr b="0" lang="en-US" sz="2000" strike="noStrike" u="none">
                <a:solidFill>
                  <a:schemeClr val="dk2">
                    <a:lumMod val="60000"/>
                    <a:lumOff val="40000"/>
                  </a:schemeClr>
                </a:solidFill>
                <a:effectLst/>
                <a:uFillTx/>
                <a:latin typeface="Arial"/>
              </a:rPr>
              <a:t>[name]</a:t>
            </a:r>
            <a:endParaRPr b="0" lang="en-US" sz="2000" strike="noStrike" u="none">
              <a:solidFill>
                <a:schemeClr val="dk1"/>
              </a:solidFill>
              <a:effectLst/>
              <a:uFillTx/>
              <a:latin typeface="Corbel"/>
            </a:endParaRPr>
          </a:p>
        </p:txBody>
      </p:sp>
      <p:sp>
        <p:nvSpPr>
          <p:cNvPr id="37" name="PlaceHolder 6"/>
          <p:cNvSpPr>
            <a:spLocks noGrp="1"/>
          </p:cNvSpPr>
          <p:nvPr>
            <p:ph type="body"/>
          </p:nvPr>
        </p:nvSpPr>
        <p:spPr>
          <a:xfrm>
            <a:off x="7818480" y="372240"/>
            <a:ext cx="3474000" cy="2169000"/>
          </a:xfrm>
          <a:prstGeom prst="rect">
            <a:avLst/>
          </a:prstGeom>
          <a:solidFill>
            <a:schemeClr val="accent1">
              <a:lumMod val="20000"/>
              <a:lumOff val="80000"/>
            </a:schemeClr>
          </a:solidFill>
          <a:ln w="0">
            <a:noFill/>
          </a:ln>
        </p:spPr>
        <p:txBody>
          <a:bodyPr lIns="91440" rIns="91440" tIns="45720" bIns="45720" anchor="t">
            <a:noAutofit/>
          </a:bodyPr>
          <a:p>
            <a:pPr marL="182880" indent="-182880" defTabSz="914400">
              <a:lnSpc>
                <a:spcPct val="150000"/>
              </a:lnSpc>
              <a:spcBef>
                <a:spcPts val="1199"/>
              </a:spcBef>
              <a:buClr>
                <a:srgbClr val="55b4e8"/>
              </a:buClr>
              <a:buFont typeface="Wingdings 2" charset="2"/>
              <a:buChar char=""/>
            </a:pPr>
            <a:r>
              <a:rPr b="0" lang="en-US" sz="2000" strike="noStrike" u="none">
                <a:solidFill>
                  <a:schemeClr val="dk1">
                    <a:lumMod val="65000"/>
                    <a:lumOff val="35000"/>
                  </a:schemeClr>
                </a:solidFill>
                <a:effectLst/>
                <a:uFillTx/>
                <a:latin typeface="Arial"/>
              </a:rPr>
              <a:t>Click to edit Master </a:t>
            </a:r>
            <a:r>
              <a:rPr b="0" lang="en-US" sz="2000" strike="noStrike" u="none">
                <a:solidFill>
                  <a:schemeClr val="dk1">
                    <a:lumMod val="65000"/>
                    <a:lumOff val="35000"/>
                  </a:schemeClr>
                </a:solidFill>
                <a:effectLst/>
                <a:uFillTx/>
                <a:latin typeface="Arial"/>
              </a:rPr>
              <a:t>text styles (right)</a:t>
            </a:r>
            <a:endParaRPr b="0" lang="en-US" sz="2000" strike="noStrike" u="none">
              <a:solidFill>
                <a:schemeClr val="dk1"/>
              </a:solidFill>
              <a:effectLst/>
              <a:uFillTx/>
              <a:latin typeface="Corbel"/>
            </a:endParaRPr>
          </a:p>
          <a:p>
            <a:pPr lvl="1" marL="685800" indent="-182880" defTabSz="914400">
              <a:lnSpc>
                <a:spcPct val="150000"/>
              </a:lnSpc>
              <a:spcBef>
                <a:spcPts val="249"/>
              </a:spcBef>
              <a:spcAft>
                <a:spcPts val="249"/>
              </a:spcAft>
              <a:buClr>
                <a:srgbClr val="55b4e8"/>
              </a:buClr>
              <a:buFont typeface="Wingdings 2" charset="2"/>
              <a:buChar char=""/>
            </a:pPr>
            <a:r>
              <a:rPr b="0" lang="en-US" sz="1800" strike="noStrike" u="none">
                <a:solidFill>
                  <a:schemeClr val="dk1">
                    <a:lumMod val="65000"/>
                    <a:lumOff val="35000"/>
                  </a:schemeClr>
                </a:solidFill>
                <a:effectLst/>
                <a:uFillTx/>
                <a:latin typeface="Arial"/>
              </a:rPr>
              <a:t>Second level</a:t>
            </a:r>
            <a:endParaRPr b="0" lang="en-US" sz="1800" strike="noStrike" u="none">
              <a:solidFill>
                <a:schemeClr val="dk1"/>
              </a:solidFill>
              <a:effectLst/>
              <a:uFillTx/>
              <a:latin typeface="Corbel"/>
            </a:endParaRPr>
          </a:p>
          <a:p>
            <a:pPr lvl="2" marL="1143000" indent="-182880" defTabSz="914400">
              <a:lnSpc>
                <a:spcPct val="150000"/>
              </a:lnSpc>
              <a:spcBef>
                <a:spcPts val="249"/>
              </a:spcBef>
              <a:spcAft>
                <a:spcPts val="249"/>
              </a:spcAft>
              <a:buClr>
                <a:srgbClr val="55b4e8"/>
              </a:buClr>
              <a:buFont typeface="Wingdings 2" charset="2"/>
              <a:buChar char=""/>
            </a:pPr>
            <a:r>
              <a:rPr b="0" lang="en-US" sz="1600" strike="noStrike" u="none">
                <a:solidFill>
                  <a:schemeClr val="dk1">
                    <a:lumMod val="65000"/>
                    <a:lumOff val="35000"/>
                  </a:schemeClr>
                </a:solidFill>
                <a:effectLst/>
                <a:uFillTx/>
                <a:latin typeface="Arial"/>
              </a:rPr>
              <a:t>Third level</a:t>
            </a:r>
            <a:endParaRPr b="0" lang="en-US" sz="1600" strike="noStrike" u="none">
              <a:solidFill>
                <a:schemeClr val="dk1"/>
              </a:solidFill>
              <a:effectLst/>
              <a:uFillTx/>
              <a:latin typeface="Corbel"/>
            </a:endParaRPr>
          </a:p>
        </p:txBody>
      </p:sp>
      <p:sp>
        <p:nvSpPr>
          <p:cNvPr id="38" name="PlaceHolder 7"/>
          <p:cNvSpPr>
            <a:spLocks noGrp="1"/>
          </p:cNvSpPr>
          <p:nvPr>
            <p:ph type="body"/>
          </p:nvPr>
        </p:nvSpPr>
        <p:spPr>
          <a:xfrm>
            <a:off x="3868920" y="2691720"/>
            <a:ext cx="3474000" cy="364320"/>
          </a:xfrm>
          <a:prstGeom prst="rect">
            <a:avLst/>
          </a:prstGeom>
          <a:noFill/>
          <a:ln w="0">
            <a:noFill/>
          </a:ln>
        </p:spPr>
        <p:txBody>
          <a:bodyPr lIns="91440" rIns="91440" tIns="45720" bIns="45720" anchor="b">
            <a:noAutofit/>
          </a:bodyPr>
          <a:p>
            <a:pPr marL="228600" indent="0" defTabSz="914400">
              <a:lnSpc>
                <a:spcPct val="90000"/>
              </a:lnSpc>
              <a:spcBef>
                <a:spcPts val="1001"/>
              </a:spcBef>
              <a:buNone/>
              <a:tabLst>
                <a:tab algn="l" pos="0"/>
              </a:tabLst>
            </a:pPr>
            <a:r>
              <a:rPr b="0" lang="en-US" sz="2000" strike="noStrike" u="none">
                <a:solidFill>
                  <a:schemeClr val="dk2">
                    <a:lumMod val="60000"/>
                    <a:lumOff val="40000"/>
                  </a:schemeClr>
                </a:solidFill>
                <a:effectLst/>
                <a:uFillTx/>
                <a:latin typeface="Arial"/>
              </a:rPr>
              <a:t>[name]</a:t>
            </a:r>
            <a:endParaRPr b="0" lang="en-US" sz="2000" strike="noStrike" u="none">
              <a:solidFill>
                <a:schemeClr val="dk1"/>
              </a:solidFill>
              <a:effectLst/>
              <a:uFillTx/>
              <a:latin typeface="Corbel"/>
            </a:endParaRPr>
          </a:p>
        </p:txBody>
      </p:sp>
      <p:sp>
        <p:nvSpPr>
          <p:cNvPr id="39" name="PlaceHolder 8"/>
          <p:cNvSpPr>
            <a:spLocks noGrp="1"/>
          </p:cNvSpPr>
          <p:nvPr>
            <p:ph type="body"/>
          </p:nvPr>
        </p:nvSpPr>
        <p:spPr>
          <a:xfrm>
            <a:off x="3877920" y="372240"/>
            <a:ext cx="3474000" cy="2169000"/>
          </a:xfrm>
          <a:prstGeom prst="rect">
            <a:avLst/>
          </a:prstGeom>
          <a:solidFill>
            <a:schemeClr val="accent1">
              <a:lumMod val="20000"/>
              <a:lumOff val="80000"/>
            </a:schemeClr>
          </a:solidFill>
          <a:ln w="0">
            <a:noFill/>
          </a:ln>
        </p:spPr>
        <p:txBody>
          <a:bodyPr lIns="91440" rIns="91440" tIns="45720" bIns="45720" anchor="t">
            <a:noAutofit/>
          </a:bodyPr>
          <a:p>
            <a:pPr marL="182880" indent="-182880" defTabSz="914400">
              <a:lnSpc>
                <a:spcPct val="150000"/>
              </a:lnSpc>
              <a:spcBef>
                <a:spcPts val="1199"/>
              </a:spcBef>
              <a:buClr>
                <a:srgbClr val="55b4e8"/>
              </a:buClr>
              <a:buFont typeface="Wingdings 2" charset="2"/>
              <a:buChar char=""/>
            </a:pPr>
            <a:r>
              <a:rPr b="0" lang="en-US" sz="2000" strike="noStrike" u="none">
                <a:solidFill>
                  <a:schemeClr val="dk1">
                    <a:lumMod val="65000"/>
                    <a:lumOff val="35000"/>
                  </a:schemeClr>
                </a:solidFill>
                <a:effectLst/>
                <a:uFillTx/>
                <a:latin typeface="Arial"/>
              </a:rPr>
              <a:t>Click to edit Master text styles (left)</a:t>
            </a:r>
            <a:endParaRPr b="0" lang="en-US" sz="2000" strike="noStrike" u="none">
              <a:solidFill>
                <a:schemeClr val="dk1"/>
              </a:solidFill>
              <a:effectLst/>
              <a:uFillTx/>
              <a:latin typeface="Corbel"/>
            </a:endParaRPr>
          </a:p>
          <a:p>
            <a:pPr lvl="1" marL="685800" indent="-182880" defTabSz="914400">
              <a:lnSpc>
                <a:spcPct val="150000"/>
              </a:lnSpc>
              <a:spcBef>
                <a:spcPts val="249"/>
              </a:spcBef>
              <a:spcAft>
                <a:spcPts val="249"/>
              </a:spcAft>
              <a:buClr>
                <a:srgbClr val="55b4e8"/>
              </a:buClr>
              <a:buFont typeface="Wingdings 2" charset="2"/>
              <a:buChar char=""/>
            </a:pPr>
            <a:r>
              <a:rPr b="0" lang="en-US" sz="1800" strike="noStrike" u="none">
                <a:solidFill>
                  <a:schemeClr val="dk1">
                    <a:lumMod val="65000"/>
                    <a:lumOff val="35000"/>
                  </a:schemeClr>
                </a:solidFill>
                <a:effectLst/>
                <a:uFillTx/>
                <a:latin typeface="Arial"/>
              </a:rPr>
              <a:t>Second level</a:t>
            </a:r>
            <a:endParaRPr b="0" lang="en-US" sz="1800" strike="noStrike" u="none">
              <a:solidFill>
                <a:schemeClr val="dk1"/>
              </a:solidFill>
              <a:effectLst/>
              <a:uFillTx/>
              <a:latin typeface="Corbel"/>
            </a:endParaRPr>
          </a:p>
          <a:p>
            <a:pPr lvl="2" marL="1143000" indent="-182880" defTabSz="914400">
              <a:lnSpc>
                <a:spcPct val="150000"/>
              </a:lnSpc>
              <a:spcBef>
                <a:spcPts val="249"/>
              </a:spcBef>
              <a:spcAft>
                <a:spcPts val="249"/>
              </a:spcAft>
              <a:buClr>
                <a:srgbClr val="55b4e8"/>
              </a:buClr>
              <a:buFont typeface="Wingdings 2" charset="2"/>
              <a:buChar char=""/>
            </a:pPr>
            <a:r>
              <a:rPr b="0" lang="en-US" sz="1600" strike="noStrike" u="none">
                <a:solidFill>
                  <a:schemeClr val="dk1">
                    <a:lumMod val="65000"/>
                    <a:lumOff val="35000"/>
                  </a:schemeClr>
                </a:solidFill>
                <a:effectLst/>
                <a:uFillTx/>
                <a:latin typeface="Arial"/>
              </a:rPr>
              <a:t>Third level</a:t>
            </a:r>
            <a:endParaRPr b="0" lang="en-US" sz="1600" strike="noStrike" u="none">
              <a:solidFill>
                <a:schemeClr val="dk1"/>
              </a:solidFill>
              <a:effectLst/>
              <a:uFillTx/>
              <a:latin typeface="Corbel"/>
            </a:endParaRPr>
          </a:p>
        </p:txBody>
      </p:sp>
      <p:sp>
        <p:nvSpPr>
          <p:cNvPr id="40" name="PlaceHolder 9"/>
          <p:cNvSpPr>
            <a:spLocks noGrp="1"/>
          </p:cNvSpPr>
          <p:nvPr>
            <p:ph type="body"/>
          </p:nvPr>
        </p:nvSpPr>
        <p:spPr>
          <a:xfrm>
            <a:off x="255960" y="2544480"/>
            <a:ext cx="2833920" cy="3270960"/>
          </a:xfrm>
          <a:prstGeom prst="rect">
            <a:avLst/>
          </a:prstGeom>
          <a:noFill/>
          <a:ln w="0">
            <a:noFill/>
          </a:ln>
        </p:spPr>
        <p:txBody>
          <a:bodyPr lIns="91440" rIns="91440" tIns="45720" bIns="45720" anchor="t">
            <a:normAutofit/>
          </a:bodyPr>
          <a:p>
            <a:pPr marL="228600" indent="0" defTabSz="914400">
              <a:lnSpc>
                <a:spcPct val="100000"/>
              </a:lnSpc>
              <a:spcBef>
                <a:spcPts val="1199"/>
              </a:spcBef>
              <a:buNone/>
              <a:tabLst>
                <a:tab algn="l" pos="0"/>
              </a:tabLst>
            </a:pPr>
            <a:r>
              <a:rPr b="0" lang="en-US" sz="2200" strike="noStrike" u="none">
                <a:solidFill>
                  <a:srgbClr val="ffffff"/>
                </a:solidFill>
                <a:effectLst/>
                <a:uFillTx/>
                <a:latin typeface="Arial"/>
              </a:rPr>
              <a:t>Edit Master text styles</a:t>
            </a:r>
            <a:endParaRPr b="0" lang="en-US" sz="2200" strike="noStrike" u="none">
              <a:solidFill>
                <a:schemeClr val="dk1"/>
              </a:solidFill>
              <a:effectLst/>
              <a:uFillTx/>
              <a:latin typeface="Corbel"/>
            </a:endParaRPr>
          </a:p>
        </p:txBody>
      </p:sp>
      <p:sp>
        <p:nvSpPr>
          <p:cNvPr id="41" name="PlaceHolder 10"/>
          <p:cNvSpPr>
            <a:spLocks noGrp="1"/>
          </p:cNvSpPr>
          <p:nvPr>
            <p:ph type="title"/>
          </p:nvPr>
        </p:nvSpPr>
        <p:spPr>
          <a:xfrm>
            <a:off x="255960" y="254520"/>
            <a:ext cx="2833920" cy="2122200"/>
          </a:xfrm>
          <a:prstGeom prst="rect">
            <a:avLst/>
          </a:prstGeom>
          <a:noFill/>
          <a:ln w="0">
            <a:noFill/>
          </a:ln>
        </p:spPr>
        <p:txBody>
          <a:bodyPr lIns="91440" rIns="91440" tIns="45720" bIns="45720" anchor="b">
            <a:normAutofit/>
          </a:bodyPr>
          <a:p>
            <a:pPr indent="0" defTabSz="914400">
              <a:lnSpc>
                <a:spcPct val="90000"/>
              </a:lnSpc>
              <a:buNone/>
              <a:tabLst>
                <a:tab algn="l" pos="0"/>
              </a:tabLst>
            </a:pPr>
            <a:r>
              <a:rPr b="0" lang="en-US" sz="3600" spc="-60" strike="noStrike" u="none">
                <a:solidFill>
                  <a:srgbClr val="ffffff"/>
                </a:solidFill>
                <a:effectLst/>
                <a:uFillTx/>
                <a:latin typeface="Arial"/>
              </a:rPr>
              <a:t>Click to edit Master title style</a:t>
            </a:r>
            <a:endParaRPr b="0" lang="en-US" sz="3600" strike="noStrike" u="none">
              <a:solidFill>
                <a:schemeClr val="dk1"/>
              </a:solidFill>
              <a:effectLst/>
              <a:uFillTx/>
              <a:latin typeface="Corbel"/>
            </a:endParaRPr>
          </a:p>
        </p:txBody>
      </p:sp>
      <p:sp>
        <p:nvSpPr>
          <p:cNvPr id="42" name="PlaceHolder 11"/>
          <p:cNvSpPr>
            <a:spLocks noGrp="1"/>
          </p:cNvSpPr>
          <p:nvPr>
            <p:ph type="dt" idx="7"/>
          </p:nvPr>
        </p:nvSpPr>
        <p:spPr>
          <a:xfrm>
            <a:off x="262440" y="6356520"/>
            <a:ext cx="2742480" cy="36432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100" strike="noStrike" u="none">
                <a:solidFill>
                  <a:schemeClr val="dk1">
                    <a:lumMod val="50000"/>
                    <a:lumOff val="50000"/>
                  </a:schemeClr>
                </a:solidFill>
                <a:effectLst/>
                <a:uFillTx/>
                <a:latin typeface="Arial"/>
              </a:defRPr>
            </a:lvl1pPr>
          </a:lstStyle>
          <a:p>
            <a:pPr indent="0" defTabSz="457200">
              <a:lnSpc>
                <a:spcPct val="100000"/>
              </a:lnSpc>
              <a:buNone/>
              <a:tabLst>
                <a:tab algn="l" pos="0"/>
              </a:tabLst>
            </a:pPr>
            <a:r>
              <a:rPr b="0" lang="en-US" sz="1100" strike="noStrike" u="none">
                <a:solidFill>
                  <a:schemeClr val="dk1">
                    <a:lumMod val="50000"/>
                    <a:lumOff val="50000"/>
                  </a:schemeClr>
                </a:solidFill>
                <a:effectLst/>
                <a:uFillTx/>
                <a:latin typeface="Arial"/>
              </a:rPr>
              <a:t>&lt;date/time&gt;</a:t>
            </a:r>
            <a:endParaRPr b="0" lang="en-US" sz="1100" strike="noStrike" u="none">
              <a:solidFill>
                <a:srgbClr val="000000"/>
              </a:solidFill>
              <a:effectLst/>
              <a:uFillTx/>
              <a:latin typeface="Times New Roman"/>
            </a:endParaRPr>
          </a:p>
        </p:txBody>
      </p:sp>
      <p:sp>
        <p:nvSpPr>
          <p:cNvPr id="43" name="PlaceHolder 12"/>
          <p:cNvSpPr>
            <a:spLocks noGrp="1"/>
          </p:cNvSpPr>
          <p:nvPr>
            <p:ph type="ftr" idx="8"/>
          </p:nvPr>
        </p:nvSpPr>
        <p:spPr>
          <a:xfrm>
            <a:off x="3869280" y="6356520"/>
            <a:ext cx="5910840" cy="36432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100" strike="noStrike" u="none">
                <a:solidFill>
                  <a:schemeClr val="accent1"/>
                </a:solidFill>
                <a:effectLst/>
                <a:uFillTx/>
                <a:latin typeface="Arial"/>
              </a:defRPr>
            </a:lvl1pPr>
          </a:lstStyle>
          <a:p>
            <a:pPr indent="0" defTabSz="457200">
              <a:lnSpc>
                <a:spcPct val="100000"/>
              </a:lnSpc>
              <a:buNone/>
              <a:tabLst>
                <a:tab algn="l" pos="0"/>
              </a:tabLst>
            </a:pPr>
            <a:r>
              <a:rPr b="0" lang="en-US" sz="1100" strike="noStrike" u="none">
                <a:solidFill>
                  <a:schemeClr val="accent1"/>
                </a:solidFill>
                <a:effectLst/>
                <a:uFillTx/>
                <a:latin typeface="Arial"/>
              </a:rPr>
              <a:t>&lt;footer&gt;</a:t>
            </a:r>
            <a:endParaRPr b="0" lang="en-US" sz="1100" strike="noStrike" u="none">
              <a:solidFill>
                <a:srgbClr val="000000"/>
              </a:solidFill>
              <a:effectLst/>
              <a:uFillTx/>
              <a:latin typeface="Times New Roman"/>
            </a:endParaRPr>
          </a:p>
        </p:txBody>
      </p:sp>
      <p:sp>
        <p:nvSpPr>
          <p:cNvPr id="44" name="PlaceHolder 13"/>
          <p:cNvSpPr>
            <a:spLocks noGrp="1"/>
          </p:cNvSpPr>
          <p:nvPr>
            <p:ph type="sldNum" idx="9"/>
          </p:nvPr>
        </p:nvSpPr>
        <p:spPr>
          <a:xfrm>
            <a:off x="10634040" y="6356520"/>
            <a:ext cx="15303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1" lang="en-US" sz="1200" strike="noStrike" u="none">
                <a:solidFill>
                  <a:schemeClr val="accent1"/>
                </a:solidFill>
                <a:effectLst/>
                <a:uFillTx/>
                <a:latin typeface="Arial"/>
              </a:defRPr>
            </a:lvl1pPr>
          </a:lstStyle>
          <a:p>
            <a:pPr indent="0" algn="r" defTabSz="457200">
              <a:lnSpc>
                <a:spcPct val="100000"/>
              </a:lnSpc>
              <a:buNone/>
              <a:tabLst>
                <a:tab algn="l" pos="0"/>
              </a:tabLst>
            </a:pPr>
            <a:fld id="{D3241351-0216-4492-B997-7A156589C81E}" type="slidenum">
              <a:rPr b="1" lang="en-US" sz="1200" strike="noStrike" u="none">
                <a:solidFill>
                  <a:schemeClr val="accent1"/>
                </a:solidFill>
                <a:effectLst/>
                <a:uFillTx/>
                <a:latin typeface="Arial"/>
              </a:rPr>
              <a:t>&lt;number&gt;</a:t>
            </a:fld>
            <a:endParaRPr b="0" lang="en-US" sz="1200" strike="noStrike" u="none">
              <a:solidFill>
                <a:srgbClr val="000000"/>
              </a:solidFill>
              <a:effectLst/>
              <a:uFillTx/>
              <a:latin typeface="Times New Roman"/>
            </a:endParaRPr>
          </a:p>
        </p:txBody>
      </p:sp>
      <p:sp>
        <p:nvSpPr>
          <p:cNvPr id="45" name="Triangle 2"/>
          <p:cNvSpPr/>
          <p:nvPr/>
        </p:nvSpPr>
        <p:spPr>
          <a:xfrm flipH="1" rot="5400000">
            <a:off x="11233080" y="3504600"/>
            <a:ext cx="420480" cy="257400"/>
          </a:xfrm>
          <a:custGeom>
            <a:avLst/>
            <a:gdLst>
              <a:gd name="textAreaLeft" fmla="*/ -360 w 420480"/>
              <a:gd name="textAreaRight" fmla="*/ 420840 w 420480"/>
              <a:gd name="textAreaTop" fmla="*/ 0 h 257400"/>
              <a:gd name="textAreaBottom" fmla="*/ 258120 h 257400"/>
              <a:gd name="GluePoint1X" fmla="*/ 0 w 421105"/>
              <a:gd name="GluePoint1Y" fmla="*/ 257985 h 257985"/>
              <a:gd name="GluePoint2X" fmla="*/ 358088 w 421105"/>
              <a:gd name="GluePoint2Y" fmla="*/ 0 h 257985"/>
              <a:gd name="GluePoint3X" fmla="*/ 421105 w 421105"/>
              <a:gd name="GluePoint3Y" fmla="*/ 257985 h 257985"/>
              <a:gd name="GluePoint4X" fmla="*/ 0 w 421105"/>
              <a:gd name="GluePoint4Y" fmla="*/ 257985 h 25798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421105" h="257985">
                <a:moveTo>
                  <a:pt x="0" y="257985"/>
                </a:moveTo>
                <a:lnTo>
                  <a:pt x="358088" y="0"/>
                </a:lnTo>
                <a:lnTo>
                  <a:pt x="421105" y="257985"/>
                </a:lnTo>
                <a:lnTo>
                  <a:pt x="0" y="257985"/>
                </a:lnTo>
                <a:close/>
              </a:path>
            </a:pathLst>
          </a:cu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orbel"/>
            </a:endParaRPr>
          </a:p>
        </p:txBody>
      </p:sp>
      <p:sp>
        <p:nvSpPr>
          <p:cNvPr id="46" name="Triangle 2"/>
          <p:cNvSpPr/>
          <p:nvPr/>
        </p:nvSpPr>
        <p:spPr>
          <a:xfrm flipH="1" rot="5400000">
            <a:off x="7282800" y="3505320"/>
            <a:ext cx="420480" cy="257400"/>
          </a:xfrm>
          <a:custGeom>
            <a:avLst/>
            <a:gdLst>
              <a:gd name="textAreaLeft" fmla="*/ -360 w 420480"/>
              <a:gd name="textAreaRight" fmla="*/ 420840 w 420480"/>
              <a:gd name="textAreaTop" fmla="*/ 0 h 257400"/>
              <a:gd name="textAreaBottom" fmla="*/ 258120 h 257400"/>
              <a:gd name="GluePoint1X" fmla="*/ 0 w 421105"/>
              <a:gd name="GluePoint1Y" fmla="*/ 257985 h 257985"/>
              <a:gd name="GluePoint2X" fmla="*/ 358088 w 421105"/>
              <a:gd name="GluePoint2Y" fmla="*/ 0 h 257985"/>
              <a:gd name="GluePoint3X" fmla="*/ 421105 w 421105"/>
              <a:gd name="GluePoint3Y" fmla="*/ 257985 h 257985"/>
              <a:gd name="GluePoint4X" fmla="*/ 0 w 421105"/>
              <a:gd name="GluePoint4Y" fmla="*/ 257985 h 25798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421105" h="257985">
                <a:moveTo>
                  <a:pt x="0" y="257985"/>
                </a:moveTo>
                <a:lnTo>
                  <a:pt x="358088" y="0"/>
                </a:lnTo>
                <a:lnTo>
                  <a:pt x="421105" y="257985"/>
                </a:lnTo>
                <a:lnTo>
                  <a:pt x="0" y="257985"/>
                </a:lnTo>
                <a:close/>
              </a:path>
            </a:pathLst>
          </a:cu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orbe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wo Images">
    <p:bg>
      <p:bgPr>
        <a:solidFill>
          <a:srgbClr val="ffffff"/>
        </a:solidFill>
      </p:bgPr>
    </p:bg>
    <p:spTree>
      <p:nvGrpSpPr>
        <p:cNvPr id="1" name=""/>
        <p:cNvGrpSpPr/>
        <p:nvPr/>
      </p:nvGrpSpPr>
      <p:grpSpPr>
        <a:xfrm>
          <a:off x="0" y="0"/>
          <a:ext cx="0" cy="0"/>
          <a:chOff x="0" y="0"/>
          <a:chExt cx="0" cy="0"/>
        </a:xfrm>
      </p:grpSpPr>
      <p:sp>
        <p:nvSpPr>
          <p:cNvPr id="47" name="Rectangle 6"/>
          <p:cNvSpPr/>
          <p:nvPr/>
        </p:nvSpPr>
        <p:spPr>
          <a:xfrm>
            <a:off x="0" y="0"/>
            <a:ext cx="3443040" cy="608904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pPr defTabSz="457200">
              <a:lnSpc>
                <a:spcPct val="100000"/>
              </a:lnSpc>
            </a:pPr>
            <a:endParaRPr b="0" lang="en-US" sz="1800" strike="noStrike" u="none">
              <a:solidFill>
                <a:schemeClr val="lt1"/>
              </a:solidFill>
              <a:effectLst/>
              <a:uFillTx/>
              <a:latin typeface="Arial"/>
            </a:endParaRPr>
          </a:p>
        </p:txBody>
      </p:sp>
      <p:sp>
        <p:nvSpPr>
          <p:cNvPr id="48" name="Rectangle 37"/>
          <p:cNvSpPr/>
          <p:nvPr/>
        </p:nvSpPr>
        <p:spPr>
          <a:xfrm>
            <a:off x="11815920" y="0"/>
            <a:ext cx="383400" cy="6089040"/>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pPr defTabSz="457200">
              <a:lnSpc>
                <a:spcPct val="100000"/>
              </a:lnSpc>
            </a:pPr>
            <a:endParaRPr b="0" lang="en-US" sz="1800" strike="noStrike" u="none">
              <a:solidFill>
                <a:schemeClr val="lt1"/>
              </a:solidFill>
              <a:effectLst/>
              <a:uFillTx/>
              <a:latin typeface="Corbel"/>
            </a:endParaRPr>
          </a:p>
        </p:txBody>
      </p:sp>
      <p:sp>
        <p:nvSpPr>
          <p:cNvPr id="49" name="PlaceHolder 1"/>
          <p:cNvSpPr>
            <a:spLocks noGrp="1"/>
          </p:cNvSpPr>
          <p:nvPr>
            <p:ph type="body"/>
          </p:nvPr>
        </p:nvSpPr>
        <p:spPr>
          <a:xfrm>
            <a:off x="7818480" y="5748480"/>
            <a:ext cx="3474000" cy="364320"/>
          </a:xfrm>
          <a:prstGeom prst="rect">
            <a:avLst/>
          </a:prstGeom>
          <a:noFill/>
          <a:ln w="0">
            <a:noFill/>
          </a:ln>
        </p:spPr>
        <p:txBody>
          <a:bodyPr lIns="91440" rIns="91440" tIns="45720" bIns="45720" anchor="b">
            <a:noAutofit/>
          </a:bodyPr>
          <a:p>
            <a:pPr marL="228600" indent="0" defTabSz="914400">
              <a:lnSpc>
                <a:spcPct val="90000"/>
              </a:lnSpc>
              <a:spcBef>
                <a:spcPts val="1001"/>
              </a:spcBef>
              <a:buNone/>
              <a:tabLst>
                <a:tab algn="l" pos="0"/>
              </a:tabLst>
            </a:pPr>
            <a:r>
              <a:rPr b="0" lang="en-US" sz="700" strike="noStrike" u="none">
                <a:solidFill>
                  <a:schemeClr val="dk1">
                    <a:lumMod val="65000"/>
                    <a:lumOff val="35000"/>
                  </a:schemeClr>
                </a:solidFill>
                <a:effectLst/>
                <a:uFillTx/>
                <a:latin typeface="Arial"/>
              </a:rPr>
              <a:t>Click to edit Master text styles (right)</a:t>
            </a:r>
            <a:endParaRPr b="0" lang="en-US" sz="700" strike="noStrike" u="none">
              <a:solidFill>
                <a:schemeClr val="dk1"/>
              </a:solidFill>
              <a:effectLst/>
              <a:uFillTx/>
              <a:latin typeface="Corbel"/>
            </a:endParaRPr>
          </a:p>
        </p:txBody>
      </p:sp>
      <p:sp>
        <p:nvSpPr>
          <p:cNvPr id="50" name="PlaceHolder 2"/>
          <p:cNvSpPr>
            <a:spLocks noGrp="1"/>
          </p:cNvSpPr>
          <p:nvPr>
            <p:ph type="body"/>
          </p:nvPr>
        </p:nvSpPr>
        <p:spPr>
          <a:xfrm>
            <a:off x="7818480" y="1168920"/>
            <a:ext cx="3474000" cy="4467960"/>
          </a:xfrm>
          <a:prstGeom prst="rect">
            <a:avLst/>
          </a:prstGeom>
          <a:solidFill>
            <a:schemeClr val="lt1">
              <a:lumMod val="75000"/>
            </a:schemeClr>
          </a:solidFill>
          <a:ln w="0">
            <a:noFill/>
          </a:ln>
        </p:spPr>
        <p:txBody>
          <a:bodyPr lIns="90000" rIns="90000" tIns="45000" bIns="45000" anchor="t">
            <a:noAutofit/>
          </a:bodyPr>
          <a:p>
            <a:pPr marL="228600" indent="0" defTabSz="457200">
              <a:lnSpc>
                <a:spcPct val="100000"/>
              </a:lnSpc>
              <a:spcBef>
                <a:spcPts val="1001"/>
              </a:spcBef>
              <a:buNone/>
              <a:tabLst>
                <a:tab algn="l" pos="0"/>
              </a:tabLst>
            </a:pPr>
            <a:r>
              <a:rPr b="0" lang="en-US" sz="3200" strike="noStrike" u="none">
                <a:solidFill>
                  <a:schemeClr val="dk1"/>
                </a:solidFill>
                <a:effectLst/>
                <a:uFillTx/>
                <a:latin typeface="Corbel"/>
              </a:rPr>
              <a:t>Click icon to </a:t>
            </a:r>
            <a:r>
              <a:rPr b="0" lang="en-US" sz="3200" strike="noStrike" u="none">
                <a:solidFill>
                  <a:schemeClr val="dk1"/>
                </a:solidFill>
                <a:effectLst/>
                <a:uFillTx/>
                <a:latin typeface="Corbel"/>
              </a:rPr>
              <a:t>add picture </a:t>
            </a:r>
            <a:r>
              <a:rPr b="0" lang="en-US" sz="3200" strike="noStrike" u="none">
                <a:solidFill>
                  <a:schemeClr val="dk1"/>
                </a:solidFill>
                <a:effectLst/>
                <a:uFillTx/>
                <a:latin typeface="Corbel"/>
              </a:rPr>
              <a:t>(right)</a:t>
            </a:r>
            <a:endParaRPr b="0" lang="en-US" sz="3200" strike="noStrike" u="none">
              <a:solidFill>
                <a:schemeClr val="dk1"/>
              </a:solidFill>
              <a:effectLst/>
              <a:uFillTx/>
              <a:latin typeface="Corbel"/>
            </a:endParaRPr>
          </a:p>
        </p:txBody>
      </p:sp>
      <p:sp>
        <p:nvSpPr>
          <p:cNvPr id="51" name="PlaceHolder 3"/>
          <p:cNvSpPr>
            <a:spLocks noGrp="1"/>
          </p:cNvSpPr>
          <p:nvPr>
            <p:ph type="body"/>
          </p:nvPr>
        </p:nvSpPr>
        <p:spPr>
          <a:xfrm>
            <a:off x="7818480" y="254520"/>
            <a:ext cx="3474000" cy="812520"/>
          </a:xfrm>
          <a:prstGeom prst="rect">
            <a:avLst/>
          </a:prstGeom>
          <a:noFill/>
          <a:ln w="0">
            <a:noFill/>
          </a:ln>
        </p:spPr>
        <p:txBody>
          <a:bodyPr lIns="91440" rIns="91440" tIns="45720" bIns="45720" anchor="t">
            <a:normAutofit/>
          </a:bodyPr>
          <a:p>
            <a:pPr marL="228600" indent="0" defTabSz="914400">
              <a:lnSpc>
                <a:spcPct val="90000"/>
              </a:lnSpc>
              <a:spcBef>
                <a:spcPts val="1001"/>
              </a:spcBef>
              <a:buNone/>
              <a:tabLst>
                <a:tab algn="l" pos="0"/>
              </a:tabLst>
            </a:pPr>
            <a:r>
              <a:rPr b="1" lang="en-US" sz="2200" strike="noStrike" u="none">
                <a:solidFill>
                  <a:schemeClr val="dk1">
                    <a:lumMod val="65000"/>
                    <a:lumOff val="35000"/>
                  </a:schemeClr>
                </a:solidFill>
                <a:effectLst/>
                <a:uFillTx/>
                <a:latin typeface="Arial"/>
              </a:rPr>
              <a:t>Click to edit </a:t>
            </a:r>
            <a:r>
              <a:rPr b="1" lang="en-US" sz="2200" strike="noStrike" u="none">
                <a:solidFill>
                  <a:schemeClr val="dk1">
                    <a:lumMod val="65000"/>
                    <a:lumOff val="35000"/>
                  </a:schemeClr>
                </a:solidFill>
                <a:effectLst/>
                <a:uFillTx/>
                <a:latin typeface="Arial"/>
              </a:rPr>
              <a:t>Master text styles </a:t>
            </a:r>
            <a:r>
              <a:rPr b="1" lang="en-US" sz="2200" strike="noStrike" u="none">
                <a:solidFill>
                  <a:schemeClr val="dk1">
                    <a:lumMod val="65000"/>
                    <a:lumOff val="35000"/>
                  </a:schemeClr>
                </a:solidFill>
                <a:effectLst/>
                <a:uFillTx/>
                <a:latin typeface="Arial"/>
              </a:rPr>
              <a:t>(right)</a:t>
            </a:r>
            <a:endParaRPr b="0" lang="en-US" sz="2200" strike="noStrike" u="none">
              <a:solidFill>
                <a:schemeClr val="dk1"/>
              </a:solidFill>
              <a:effectLst/>
              <a:uFillTx/>
              <a:latin typeface="Corbel"/>
            </a:endParaRPr>
          </a:p>
        </p:txBody>
      </p:sp>
      <p:sp>
        <p:nvSpPr>
          <p:cNvPr id="52" name="PlaceHolder 4"/>
          <p:cNvSpPr>
            <a:spLocks noGrp="1"/>
          </p:cNvSpPr>
          <p:nvPr>
            <p:ph type="body"/>
          </p:nvPr>
        </p:nvSpPr>
        <p:spPr>
          <a:xfrm>
            <a:off x="3858840" y="5748480"/>
            <a:ext cx="3474000" cy="364320"/>
          </a:xfrm>
          <a:prstGeom prst="rect">
            <a:avLst/>
          </a:prstGeom>
          <a:noFill/>
          <a:ln w="0">
            <a:noFill/>
          </a:ln>
        </p:spPr>
        <p:txBody>
          <a:bodyPr lIns="91440" rIns="91440" tIns="45720" bIns="45720" anchor="b">
            <a:noAutofit/>
          </a:bodyPr>
          <a:p>
            <a:pPr marL="228600" indent="0" defTabSz="914400">
              <a:lnSpc>
                <a:spcPct val="90000"/>
              </a:lnSpc>
              <a:spcBef>
                <a:spcPts val="1001"/>
              </a:spcBef>
              <a:buNone/>
              <a:tabLst>
                <a:tab algn="l" pos="0"/>
              </a:tabLst>
            </a:pPr>
            <a:r>
              <a:rPr b="0" lang="en-US" sz="700" strike="noStrike" u="none">
                <a:solidFill>
                  <a:schemeClr val="dk1">
                    <a:lumMod val="65000"/>
                    <a:lumOff val="35000"/>
                  </a:schemeClr>
                </a:solidFill>
                <a:effectLst/>
                <a:uFillTx/>
                <a:latin typeface="Arial"/>
              </a:rPr>
              <a:t>Click to edit Master text styles (letf)</a:t>
            </a:r>
            <a:endParaRPr b="0" lang="en-US" sz="700" strike="noStrike" u="none">
              <a:solidFill>
                <a:schemeClr val="dk1"/>
              </a:solidFill>
              <a:effectLst/>
              <a:uFillTx/>
              <a:latin typeface="Corbel"/>
            </a:endParaRPr>
          </a:p>
        </p:txBody>
      </p:sp>
      <p:sp>
        <p:nvSpPr>
          <p:cNvPr id="53" name="PlaceHolder 5"/>
          <p:cNvSpPr>
            <a:spLocks noGrp="1"/>
          </p:cNvSpPr>
          <p:nvPr>
            <p:ph type="body"/>
          </p:nvPr>
        </p:nvSpPr>
        <p:spPr>
          <a:xfrm>
            <a:off x="3867840" y="1168920"/>
            <a:ext cx="3474000" cy="4467960"/>
          </a:xfrm>
          <a:prstGeom prst="rect">
            <a:avLst/>
          </a:prstGeom>
          <a:solidFill>
            <a:schemeClr val="lt1">
              <a:lumMod val="75000"/>
            </a:schemeClr>
          </a:solidFill>
          <a:ln w="0">
            <a:noFill/>
          </a:ln>
        </p:spPr>
        <p:txBody>
          <a:bodyPr lIns="90000" rIns="90000" tIns="45000" bIns="45000" anchor="t">
            <a:noAutofit/>
          </a:bodyPr>
          <a:p>
            <a:pPr marL="228600" indent="0" defTabSz="457200">
              <a:lnSpc>
                <a:spcPct val="100000"/>
              </a:lnSpc>
              <a:spcBef>
                <a:spcPts val="1001"/>
              </a:spcBef>
              <a:buNone/>
              <a:tabLst>
                <a:tab algn="l" pos="0"/>
              </a:tabLst>
            </a:pPr>
            <a:r>
              <a:rPr b="0" lang="en-US" sz="3200" strike="noStrike" u="none">
                <a:solidFill>
                  <a:schemeClr val="dk1"/>
                </a:solidFill>
                <a:effectLst/>
                <a:uFillTx/>
                <a:latin typeface="Corbel"/>
              </a:rPr>
              <a:t>Click icon to add </a:t>
            </a:r>
            <a:r>
              <a:rPr b="0" lang="en-US" sz="3200" strike="noStrike" u="none">
                <a:solidFill>
                  <a:schemeClr val="dk1"/>
                </a:solidFill>
                <a:effectLst/>
                <a:uFillTx/>
                <a:latin typeface="Corbel"/>
              </a:rPr>
              <a:t>picture (left)</a:t>
            </a:r>
            <a:endParaRPr b="0" lang="en-US" sz="3200" strike="noStrike" u="none">
              <a:solidFill>
                <a:schemeClr val="dk1"/>
              </a:solidFill>
              <a:effectLst/>
              <a:uFillTx/>
              <a:latin typeface="Corbel"/>
            </a:endParaRPr>
          </a:p>
        </p:txBody>
      </p:sp>
      <p:sp>
        <p:nvSpPr>
          <p:cNvPr id="54" name="PlaceHolder 6"/>
          <p:cNvSpPr>
            <a:spLocks noGrp="1"/>
          </p:cNvSpPr>
          <p:nvPr>
            <p:ph type="body"/>
          </p:nvPr>
        </p:nvSpPr>
        <p:spPr>
          <a:xfrm>
            <a:off x="3867840" y="254520"/>
            <a:ext cx="3474000" cy="807120"/>
          </a:xfrm>
          <a:prstGeom prst="rect">
            <a:avLst/>
          </a:prstGeom>
          <a:noFill/>
          <a:ln w="0">
            <a:noFill/>
          </a:ln>
        </p:spPr>
        <p:txBody>
          <a:bodyPr lIns="91440" rIns="91440" tIns="45720" bIns="45720" anchor="t">
            <a:normAutofit/>
          </a:bodyPr>
          <a:p>
            <a:pPr marL="228600" indent="0" defTabSz="914400">
              <a:lnSpc>
                <a:spcPct val="90000"/>
              </a:lnSpc>
              <a:spcBef>
                <a:spcPts val="1001"/>
              </a:spcBef>
              <a:buNone/>
              <a:tabLst>
                <a:tab algn="l" pos="0"/>
              </a:tabLst>
            </a:pPr>
            <a:r>
              <a:rPr b="1" lang="en-US" sz="2200" strike="noStrike" u="none">
                <a:solidFill>
                  <a:schemeClr val="dk1">
                    <a:lumMod val="65000"/>
                    <a:lumOff val="35000"/>
                  </a:schemeClr>
                </a:solidFill>
                <a:effectLst/>
                <a:uFillTx/>
                <a:latin typeface="Arial"/>
              </a:rPr>
              <a:t>Click to edit Master text </a:t>
            </a:r>
            <a:r>
              <a:rPr b="1" lang="en-US" sz="2200" strike="noStrike" u="none">
                <a:solidFill>
                  <a:schemeClr val="dk1">
                    <a:lumMod val="65000"/>
                    <a:lumOff val="35000"/>
                  </a:schemeClr>
                </a:solidFill>
                <a:effectLst/>
                <a:uFillTx/>
                <a:latin typeface="Arial"/>
              </a:rPr>
              <a:t>styles (left)</a:t>
            </a:r>
            <a:endParaRPr b="0" lang="en-US" sz="2200" strike="noStrike" u="none">
              <a:solidFill>
                <a:schemeClr val="dk1"/>
              </a:solidFill>
              <a:effectLst/>
              <a:uFillTx/>
              <a:latin typeface="Corbel"/>
            </a:endParaRPr>
          </a:p>
        </p:txBody>
      </p:sp>
      <p:sp>
        <p:nvSpPr>
          <p:cNvPr id="55" name="PlaceHolder 7"/>
          <p:cNvSpPr>
            <a:spLocks noGrp="1"/>
          </p:cNvSpPr>
          <p:nvPr>
            <p:ph type="body"/>
          </p:nvPr>
        </p:nvSpPr>
        <p:spPr>
          <a:xfrm>
            <a:off x="255960" y="2544480"/>
            <a:ext cx="2833920" cy="3270960"/>
          </a:xfrm>
          <a:prstGeom prst="rect">
            <a:avLst/>
          </a:prstGeom>
          <a:noFill/>
          <a:ln w="0">
            <a:noFill/>
          </a:ln>
        </p:spPr>
        <p:txBody>
          <a:bodyPr lIns="91440" rIns="91440" tIns="45720" bIns="45720" anchor="t">
            <a:normAutofit/>
          </a:bodyPr>
          <a:p>
            <a:pPr marL="228600" indent="0" defTabSz="914400">
              <a:lnSpc>
                <a:spcPct val="100000"/>
              </a:lnSpc>
              <a:spcBef>
                <a:spcPts val="1199"/>
              </a:spcBef>
              <a:buNone/>
              <a:tabLst>
                <a:tab algn="l" pos="0"/>
              </a:tabLst>
            </a:pPr>
            <a:r>
              <a:rPr b="0" lang="en-US" sz="2200" strike="noStrike" u="none">
                <a:solidFill>
                  <a:srgbClr val="ffffff"/>
                </a:solidFill>
                <a:effectLst/>
                <a:uFillTx/>
                <a:latin typeface="Arial"/>
              </a:rPr>
              <a:t>Edit Master text styles</a:t>
            </a:r>
            <a:endParaRPr b="0" lang="en-US" sz="2200" strike="noStrike" u="none">
              <a:solidFill>
                <a:schemeClr val="dk1"/>
              </a:solidFill>
              <a:effectLst/>
              <a:uFillTx/>
              <a:latin typeface="Corbel"/>
            </a:endParaRPr>
          </a:p>
        </p:txBody>
      </p:sp>
      <p:sp>
        <p:nvSpPr>
          <p:cNvPr id="56" name="PlaceHolder 8"/>
          <p:cNvSpPr>
            <a:spLocks noGrp="1"/>
          </p:cNvSpPr>
          <p:nvPr>
            <p:ph type="title"/>
          </p:nvPr>
        </p:nvSpPr>
        <p:spPr>
          <a:xfrm>
            <a:off x="255960" y="254520"/>
            <a:ext cx="2833920" cy="2122200"/>
          </a:xfrm>
          <a:prstGeom prst="rect">
            <a:avLst/>
          </a:prstGeom>
          <a:noFill/>
          <a:ln w="0">
            <a:noFill/>
          </a:ln>
        </p:spPr>
        <p:txBody>
          <a:bodyPr lIns="91440" rIns="91440" tIns="45720" bIns="45720" anchor="b">
            <a:normAutofit/>
          </a:bodyPr>
          <a:p>
            <a:pPr indent="0" defTabSz="914400">
              <a:lnSpc>
                <a:spcPct val="90000"/>
              </a:lnSpc>
              <a:buNone/>
              <a:tabLst>
                <a:tab algn="l" pos="0"/>
              </a:tabLst>
            </a:pPr>
            <a:r>
              <a:rPr b="0" lang="en-US" sz="3600" spc="-60" strike="noStrike" u="none">
                <a:solidFill>
                  <a:srgbClr val="ffffff"/>
                </a:solidFill>
                <a:effectLst/>
                <a:uFillTx/>
                <a:latin typeface="Arial"/>
              </a:rPr>
              <a:t>Click to edit Master title style</a:t>
            </a:r>
            <a:endParaRPr b="0" lang="en-US" sz="3600" strike="noStrike" u="none">
              <a:solidFill>
                <a:schemeClr val="dk1"/>
              </a:solidFill>
              <a:effectLst/>
              <a:uFillTx/>
              <a:latin typeface="Corbel"/>
            </a:endParaRPr>
          </a:p>
        </p:txBody>
      </p:sp>
      <p:sp>
        <p:nvSpPr>
          <p:cNvPr id="57" name="PlaceHolder 9"/>
          <p:cNvSpPr>
            <a:spLocks noGrp="1"/>
          </p:cNvSpPr>
          <p:nvPr>
            <p:ph type="dt" idx="10"/>
          </p:nvPr>
        </p:nvSpPr>
        <p:spPr>
          <a:xfrm>
            <a:off x="262440" y="6356520"/>
            <a:ext cx="2742480" cy="36432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100" strike="noStrike" u="none">
                <a:solidFill>
                  <a:schemeClr val="dk1">
                    <a:lumMod val="50000"/>
                    <a:lumOff val="50000"/>
                  </a:schemeClr>
                </a:solidFill>
                <a:effectLst/>
                <a:uFillTx/>
                <a:latin typeface="Arial"/>
              </a:defRPr>
            </a:lvl1pPr>
          </a:lstStyle>
          <a:p>
            <a:pPr indent="0" defTabSz="457200">
              <a:lnSpc>
                <a:spcPct val="100000"/>
              </a:lnSpc>
              <a:buNone/>
              <a:tabLst>
                <a:tab algn="l" pos="0"/>
              </a:tabLst>
            </a:pPr>
            <a:r>
              <a:rPr b="0" lang="en-US" sz="1100" strike="noStrike" u="none">
                <a:solidFill>
                  <a:schemeClr val="dk1">
                    <a:lumMod val="50000"/>
                    <a:lumOff val="50000"/>
                  </a:schemeClr>
                </a:solidFill>
                <a:effectLst/>
                <a:uFillTx/>
                <a:latin typeface="Arial"/>
              </a:rPr>
              <a:t>&lt;date/time&gt;</a:t>
            </a:r>
            <a:endParaRPr b="0" lang="en-US" sz="1100" strike="noStrike" u="none">
              <a:solidFill>
                <a:srgbClr val="000000"/>
              </a:solidFill>
              <a:effectLst/>
              <a:uFillTx/>
              <a:latin typeface="Times New Roman"/>
            </a:endParaRPr>
          </a:p>
        </p:txBody>
      </p:sp>
      <p:sp>
        <p:nvSpPr>
          <p:cNvPr id="58" name="PlaceHolder 10"/>
          <p:cNvSpPr>
            <a:spLocks noGrp="1"/>
          </p:cNvSpPr>
          <p:nvPr>
            <p:ph type="sldNum" idx="11"/>
          </p:nvPr>
        </p:nvSpPr>
        <p:spPr>
          <a:xfrm>
            <a:off x="10634040" y="6356520"/>
            <a:ext cx="15303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1" lang="en-US" sz="1200" strike="noStrike" u="none">
                <a:solidFill>
                  <a:schemeClr val="accent1"/>
                </a:solidFill>
                <a:effectLst/>
                <a:uFillTx/>
                <a:latin typeface="Arial"/>
              </a:defRPr>
            </a:lvl1pPr>
          </a:lstStyle>
          <a:p>
            <a:pPr indent="0" algn="r" defTabSz="457200">
              <a:lnSpc>
                <a:spcPct val="100000"/>
              </a:lnSpc>
              <a:buNone/>
              <a:tabLst>
                <a:tab algn="l" pos="0"/>
              </a:tabLst>
            </a:pPr>
            <a:fld id="{61434A7D-E287-4FE3-9BDD-663635BED364}" type="slidenum">
              <a:rPr b="1" lang="en-US" sz="1200" strike="noStrike" u="none">
                <a:solidFill>
                  <a:schemeClr val="accent1"/>
                </a:solidFill>
                <a:effectLst/>
                <a:uFillTx/>
                <a:latin typeface="Arial"/>
              </a:rPr>
              <a:t>&lt;number&gt;</a:t>
            </a:fld>
            <a:endParaRPr b="0" lang="en-US" sz="1200" strike="noStrike" u="none">
              <a:solidFill>
                <a:srgbClr val="000000"/>
              </a:solidFill>
              <a:effectLst/>
              <a:uFillTx/>
              <a:latin typeface="Times New Roman"/>
            </a:endParaRPr>
          </a:p>
        </p:txBody>
      </p:sp>
      <p:sp>
        <p:nvSpPr>
          <p:cNvPr id="59" name="PlaceHolder 11"/>
          <p:cNvSpPr>
            <a:spLocks noGrp="1"/>
          </p:cNvSpPr>
          <p:nvPr>
            <p:ph type="ftr" idx="12"/>
          </p:nvPr>
        </p:nvSpPr>
        <p:spPr>
          <a:xfrm>
            <a:off x="3869280" y="6356520"/>
            <a:ext cx="5910840" cy="36432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100" strike="noStrike" u="none">
                <a:solidFill>
                  <a:schemeClr val="accent1"/>
                </a:solidFill>
                <a:effectLst/>
                <a:uFillTx/>
                <a:latin typeface="Arial"/>
              </a:defRPr>
            </a:lvl1pPr>
          </a:lstStyle>
          <a:p>
            <a:pPr indent="0" defTabSz="457200">
              <a:lnSpc>
                <a:spcPct val="100000"/>
              </a:lnSpc>
              <a:buNone/>
              <a:tabLst>
                <a:tab algn="l" pos="0"/>
              </a:tabLst>
            </a:pPr>
            <a:r>
              <a:rPr b="0" lang="en-US" sz="1100" strike="noStrike" u="none">
                <a:solidFill>
                  <a:schemeClr val="accent1"/>
                </a:solidFill>
                <a:effectLst/>
                <a:uFillTx/>
                <a:latin typeface="Arial"/>
              </a:rPr>
              <a:t>&lt;footer&gt;</a:t>
            </a:r>
            <a:endParaRPr b="0" lang="en-US" sz="1100" strike="noStrike" u="non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ig Image">
    <p:bg>
      <p:bgPr>
        <a:solidFill>
          <a:srgbClr val="ffffff"/>
        </a:solidFill>
      </p:bgPr>
    </p:bg>
    <p:spTree>
      <p:nvGrpSpPr>
        <p:cNvPr id="1" name=""/>
        <p:cNvGrpSpPr/>
        <p:nvPr/>
      </p:nvGrpSpPr>
      <p:grpSpPr>
        <a:xfrm>
          <a:off x="0" y="0"/>
          <a:ext cx="0" cy="0"/>
          <a:chOff x="0" y="0"/>
          <a:chExt cx="0" cy="0"/>
        </a:xfrm>
      </p:grpSpPr>
      <p:sp>
        <p:nvSpPr>
          <p:cNvPr id="60" name="Rectangle 6"/>
          <p:cNvSpPr/>
          <p:nvPr/>
        </p:nvSpPr>
        <p:spPr>
          <a:xfrm>
            <a:off x="0" y="0"/>
            <a:ext cx="3443040" cy="608904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pPr defTabSz="457200">
              <a:lnSpc>
                <a:spcPct val="100000"/>
              </a:lnSpc>
            </a:pPr>
            <a:endParaRPr b="0" lang="en-US" sz="1800" strike="noStrike" u="none">
              <a:solidFill>
                <a:schemeClr val="lt1"/>
              </a:solidFill>
              <a:effectLst/>
              <a:uFillTx/>
              <a:latin typeface="Arial"/>
            </a:endParaRPr>
          </a:p>
        </p:txBody>
      </p:sp>
      <p:sp>
        <p:nvSpPr>
          <p:cNvPr id="61" name="Rectangle 37"/>
          <p:cNvSpPr/>
          <p:nvPr/>
        </p:nvSpPr>
        <p:spPr>
          <a:xfrm>
            <a:off x="11815920" y="0"/>
            <a:ext cx="383400" cy="6089040"/>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pPr defTabSz="457200">
              <a:lnSpc>
                <a:spcPct val="100000"/>
              </a:lnSpc>
            </a:pPr>
            <a:endParaRPr b="0" lang="en-US" sz="1800" strike="noStrike" u="none">
              <a:solidFill>
                <a:schemeClr val="lt1"/>
              </a:solidFill>
              <a:effectLst/>
              <a:uFillTx/>
              <a:latin typeface="Corbel"/>
            </a:endParaRPr>
          </a:p>
        </p:txBody>
      </p:sp>
      <p:sp>
        <p:nvSpPr>
          <p:cNvPr id="62" name="PlaceHolder 1"/>
          <p:cNvSpPr>
            <a:spLocks noGrp="1"/>
          </p:cNvSpPr>
          <p:nvPr>
            <p:ph type="body"/>
          </p:nvPr>
        </p:nvSpPr>
        <p:spPr>
          <a:xfrm>
            <a:off x="3570480" y="0"/>
            <a:ext cx="8114400" cy="6097680"/>
          </a:xfrm>
          <a:prstGeom prst="rect">
            <a:avLst/>
          </a:prstGeom>
          <a:solidFill>
            <a:schemeClr val="lt1">
              <a:lumMod val="75000"/>
            </a:schemeClr>
          </a:solidFill>
          <a:ln w="0">
            <a:noFill/>
          </a:ln>
        </p:spPr>
        <p:txBody>
          <a:bodyPr lIns="90000" rIns="90000" tIns="45000" bIns="45000" anchor="t">
            <a:noAutofit/>
          </a:bodyPr>
          <a:p>
            <a:pPr marL="228600" indent="0" defTabSz="457200">
              <a:lnSpc>
                <a:spcPct val="100000"/>
              </a:lnSpc>
              <a:spcBef>
                <a:spcPts val="1001"/>
              </a:spcBef>
              <a:buNone/>
              <a:tabLst>
                <a:tab algn="l" pos="0"/>
              </a:tabLst>
            </a:pPr>
            <a:r>
              <a:rPr b="0" lang="en-US" sz="3200" strike="noStrike" u="none">
                <a:solidFill>
                  <a:schemeClr val="dk1"/>
                </a:solidFill>
                <a:effectLst/>
                <a:uFillTx/>
                <a:latin typeface="Corbel"/>
              </a:rPr>
              <a:t>Click icon to </a:t>
            </a:r>
            <a:r>
              <a:rPr b="0" lang="en-US" sz="3200" strike="noStrike" u="none">
                <a:solidFill>
                  <a:schemeClr val="dk1"/>
                </a:solidFill>
                <a:effectLst/>
                <a:uFillTx/>
                <a:latin typeface="Corbel"/>
              </a:rPr>
              <a:t>add picture</a:t>
            </a:r>
            <a:endParaRPr b="0" lang="en-US" sz="3200" strike="noStrike" u="none">
              <a:solidFill>
                <a:schemeClr val="dk1"/>
              </a:solidFill>
              <a:effectLst/>
              <a:uFillTx/>
              <a:latin typeface="Corbel"/>
            </a:endParaRPr>
          </a:p>
        </p:txBody>
      </p:sp>
      <p:sp>
        <p:nvSpPr>
          <p:cNvPr id="63" name="PlaceHolder 2"/>
          <p:cNvSpPr>
            <a:spLocks noGrp="1"/>
          </p:cNvSpPr>
          <p:nvPr>
            <p:ph type="dt" idx="13"/>
          </p:nvPr>
        </p:nvSpPr>
        <p:spPr>
          <a:xfrm>
            <a:off x="262440" y="6356520"/>
            <a:ext cx="2742480" cy="36432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100" strike="noStrike" u="none">
                <a:solidFill>
                  <a:schemeClr val="dk1">
                    <a:lumMod val="50000"/>
                    <a:lumOff val="50000"/>
                  </a:schemeClr>
                </a:solidFill>
                <a:effectLst/>
                <a:uFillTx/>
                <a:latin typeface="Arial"/>
              </a:defRPr>
            </a:lvl1pPr>
          </a:lstStyle>
          <a:p>
            <a:pPr indent="0" defTabSz="457200">
              <a:lnSpc>
                <a:spcPct val="100000"/>
              </a:lnSpc>
              <a:buNone/>
              <a:tabLst>
                <a:tab algn="l" pos="0"/>
              </a:tabLst>
            </a:pPr>
            <a:r>
              <a:rPr b="0" lang="en-US" sz="1100" strike="noStrike" u="none">
                <a:solidFill>
                  <a:schemeClr val="dk1">
                    <a:lumMod val="50000"/>
                    <a:lumOff val="50000"/>
                  </a:schemeClr>
                </a:solidFill>
                <a:effectLst/>
                <a:uFillTx/>
                <a:latin typeface="Arial"/>
              </a:rPr>
              <a:t>&lt;date/time&gt;</a:t>
            </a:r>
            <a:endParaRPr b="0" lang="en-US" sz="1100" strike="noStrike" u="none">
              <a:solidFill>
                <a:srgbClr val="000000"/>
              </a:solidFill>
              <a:effectLst/>
              <a:uFillTx/>
              <a:latin typeface="Times New Roman"/>
            </a:endParaRPr>
          </a:p>
        </p:txBody>
      </p:sp>
      <p:sp>
        <p:nvSpPr>
          <p:cNvPr id="64" name="PlaceHolder 3"/>
          <p:cNvSpPr>
            <a:spLocks noGrp="1"/>
          </p:cNvSpPr>
          <p:nvPr>
            <p:ph type="body"/>
          </p:nvPr>
        </p:nvSpPr>
        <p:spPr>
          <a:xfrm>
            <a:off x="255960" y="2544480"/>
            <a:ext cx="2833920" cy="3270960"/>
          </a:xfrm>
          <a:prstGeom prst="rect">
            <a:avLst/>
          </a:prstGeom>
          <a:noFill/>
          <a:ln w="0">
            <a:noFill/>
          </a:ln>
        </p:spPr>
        <p:txBody>
          <a:bodyPr lIns="91440" rIns="91440" tIns="45720" bIns="45720" anchor="t">
            <a:normAutofit/>
          </a:bodyPr>
          <a:p>
            <a:pPr marL="228600" indent="0" defTabSz="914400">
              <a:lnSpc>
                <a:spcPct val="100000"/>
              </a:lnSpc>
              <a:spcBef>
                <a:spcPts val="1199"/>
              </a:spcBef>
              <a:buNone/>
              <a:tabLst>
                <a:tab algn="l" pos="0"/>
              </a:tabLst>
            </a:pPr>
            <a:r>
              <a:rPr b="0" lang="en-US" sz="2200" strike="noStrike" u="none">
                <a:solidFill>
                  <a:srgbClr val="ffffff"/>
                </a:solidFill>
                <a:effectLst/>
                <a:uFillTx/>
                <a:latin typeface="Arial"/>
              </a:rPr>
              <a:t>Edit Master text styles</a:t>
            </a:r>
            <a:endParaRPr b="0" lang="en-US" sz="2200" strike="noStrike" u="none">
              <a:solidFill>
                <a:schemeClr val="dk1"/>
              </a:solidFill>
              <a:effectLst/>
              <a:uFillTx/>
              <a:latin typeface="Corbel"/>
            </a:endParaRPr>
          </a:p>
        </p:txBody>
      </p:sp>
      <p:sp>
        <p:nvSpPr>
          <p:cNvPr id="65" name="PlaceHolder 4"/>
          <p:cNvSpPr>
            <a:spLocks noGrp="1"/>
          </p:cNvSpPr>
          <p:nvPr>
            <p:ph type="title"/>
          </p:nvPr>
        </p:nvSpPr>
        <p:spPr>
          <a:xfrm>
            <a:off x="255960" y="254520"/>
            <a:ext cx="2833920" cy="2122200"/>
          </a:xfrm>
          <a:prstGeom prst="rect">
            <a:avLst/>
          </a:prstGeom>
          <a:noFill/>
          <a:ln w="0">
            <a:noFill/>
          </a:ln>
        </p:spPr>
        <p:txBody>
          <a:bodyPr lIns="91440" rIns="91440" tIns="45720" bIns="45720" anchor="b">
            <a:normAutofit/>
          </a:bodyPr>
          <a:p>
            <a:pPr indent="0" defTabSz="914400">
              <a:lnSpc>
                <a:spcPct val="90000"/>
              </a:lnSpc>
              <a:buNone/>
              <a:tabLst>
                <a:tab algn="l" pos="0"/>
              </a:tabLst>
            </a:pPr>
            <a:r>
              <a:rPr b="0" lang="en-US" sz="3600" spc="-60" strike="noStrike" u="none">
                <a:solidFill>
                  <a:srgbClr val="ffffff"/>
                </a:solidFill>
                <a:effectLst/>
                <a:uFillTx/>
                <a:latin typeface="Arial"/>
              </a:rPr>
              <a:t>Click to edit Master title style</a:t>
            </a:r>
            <a:endParaRPr b="0" lang="en-US" sz="3600" strike="noStrike" u="none">
              <a:solidFill>
                <a:schemeClr val="dk1"/>
              </a:solidFill>
              <a:effectLst/>
              <a:uFillTx/>
              <a:latin typeface="Corbel"/>
            </a:endParaRPr>
          </a:p>
        </p:txBody>
      </p:sp>
      <p:sp>
        <p:nvSpPr>
          <p:cNvPr id="66" name="PlaceHolder 5"/>
          <p:cNvSpPr>
            <a:spLocks noGrp="1"/>
          </p:cNvSpPr>
          <p:nvPr>
            <p:ph type="ftr" idx="14"/>
          </p:nvPr>
        </p:nvSpPr>
        <p:spPr>
          <a:xfrm>
            <a:off x="3499200" y="6356520"/>
            <a:ext cx="5910840" cy="36432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100" strike="noStrike" u="none">
                <a:solidFill>
                  <a:schemeClr val="accent1"/>
                </a:solidFill>
                <a:effectLst/>
                <a:uFillTx/>
                <a:latin typeface="Arial"/>
              </a:defRPr>
            </a:lvl1pPr>
          </a:lstStyle>
          <a:p>
            <a:pPr indent="0" defTabSz="457200">
              <a:lnSpc>
                <a:spcPct val="100000"/>
              </a:lnSpc>
              <a:buNone/>
              <a:tabLst>
                <a:tab algn="l" pos="0"/>
              </a:tabLst>
            </a:pPr>
            <a:r>
              <a:rPr b="0" lang="en-US" sz="1100" strike="noStrike" u="none">
                <a:solidFill>
                  <a:schemeClr val="accent1"/>
                </a:solidFill>
                <a:effectLst/>
                <a:uFillTx/>
                <a:latin typeface="Arial"/>
              </a:rPr>
              <a:t>&lt;footer&gt;</a:t>
            </a:r>
            <a:endParaRPr b="0" lang="en-US" sz="1100" strike="noStrike" u="none">
              <a:solidFill>
                <a:srgbClr val="000000"/>
              </a:solidFill>
              <a:effectLst/>
              <a:uFillTx/>
              <a:latin typeface="Times New Roman"/>
            </a:endParaRPr>
          </a:p>
        </p:txBody>
      </p:sp>
      <p:sp>
        <p:nvSpPr>
          <p:cNvPr id="67" name="PlaceHolder 6"/>
          <p:cNvSpPr>
            <a:spLocks noGrp="1"/>
          </p:cNvSpPr>
          <p:nvPr>
            <p:ph type="sldNum" idx="15"/>
          </p:nvPr>
        </p:nvSpPr>
        <p:spPr>
          <a:xfrm>
            <a:off x="10634040" y="6356520"/>
            <a:ext cx="15303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1" lang="en-US" sz="1200" strike="noStrike" u="none">
                <a:solidFill>
                  <a:schemeClr val="accent1"/>
                </a:solidFill>
                <a:effectLst/>
                <a:uFillTx/>
                <a:latin typeface="Arial"/>
              </a:defRPr>
            </a:lvl1pPr>
          </a:lstStyle>
          <a:p>
            <a:pPr indent="0" algn="r" defTabSz="457200">
              <a:lnSpc>
                <a:spcPct val="100000"/>
              </a:lnSpc>
              <a:buNone/>
              <a:tabLst>
                <a:tab algn="l" pos="0"/>
              </a:tabLst>
            </a:pPr>
            <a:fld id="{557D1E12-A115-48CD-8E35-613CBDCCEFCE}" type="slidenum">
              <a:rPr b="1" lang="en-US" sz="1200" strike="noStrike" u="none">
                <a:solidFill>
                  <a:schemeClr val="accent1"/>
                </a:solidFill>
                <a:effectLst/>
                <a:uFillTx/>
                <a:latin typeface="Arial"/>
              </a:rPr>
              <a:t>&lt;number&gt;</a:t>
            </a:fld>
            <a:endParaRPr b="0" lang="en-US" sz="1200" strike="noStrike" u="non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_Comparison">
    <p:bg>
      <p:bgPr>
        <a:solidFill>
          <a:srgbClr val="ffffff"/>
        </a:solidFill>
      </p:bgPr>
    </p:bg>
    <p:spTree>
      <p:nvGrpSpPr>
        <p:cNvPr id="1" name=""/>
        <p:cNvGrpSpPr/>
        <p:nvPr/>
      </p:nvGrpSpPr>
      <p:grpSpPr>
        <a:xfrm>
          <a:off x="0" y="0"/>
          <a:ext cx="0" cy="0"/>
          <a:chOff x="0" y="0"/>
          <a:chExt cx="0" cy="0"/>
        </a:xfrm>
      </p:grpSpPr>
      <p:sp>
        <p:nvSpPr>
          <p:cNvPr id="68" name="Rectangle 6"/>
          <p:cNvSpPr/>
          <p:nvPr/>
        </p:nvSpPr>
        <p:spPr>
          <a:xfrm>
            <a:off x="0" y="0"/>
            <a:ext cx="3443040" cy="608904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pPr defTabSz="914400">
              <a:lnSpc>
                <a:spcPct val="100000"/>
              </a:lnSpc>
            </a:pPr>
            <a:endParaRPr b="0" lang="en-US" sz="1800" strike="noStrike" u="none">
              <a:solidFill>
                <a:schemeClr val="lt1"/>
              </a:solidFill>
              <a:effectLst/>
              <a:uFillTx/>
              <a:latin typeface="Arial"/>
            </a:endParaRPr>
          </a:p>
        </p:txBody>
      </p:sp>
      <p:sp>
        <p:nvSpPr>
          <p:cNvPr id="69" name="Rectangle 37"/>
          <p:cNvSpPr/>
          <p:nvPr/>
        </p:nvSpPr>
        <p:spPr>
          <a:xfrm>
            <a:off x="11815920" y="0"/>
            <a:ext cx="383400" cy="6089040"/>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pPr defTabSz="914400">
              <a:lnSpc>
                <a:spcPct val="100000"/>
              </a:lnSpc>
            </a:pPr>
            <a:endParaRPr b="0" lang="en-US" sz="1800" strike="noStrike" u="none">
              <a:solidFill>
                <a:schemeClr val="lt1"/>
              </a:solidFill>
              <a:effectLst/>
              <a:uFillTx/>
              <a:latin typeface="Corbel"/>
            </a:endParaRPr>
          </a:p>
        </p:txBody>
      </p:sp>
      <p:sp>
        <p:nvSpPr>
          <p:cNvPr id="70" name="PlaceHolder 1"/>
          <p:cNvSpPr>
            <a:spLocks noGrp="1"/>
          </p:cNvSpPr>
          <p:nvPr>
            <p:ph type="body"/>
          </p:nvPr>
        </p:nvSpPr>
        <p:spPr>
          <a:xfrm>
            <a:off x="7818480" y="5748480"/>
            <a:ext cx="3474000" cy="364320"/>
          </a:xfrm>
          <a:prstGeom prst="rect">
            <a:avLst/>
          </a:prstGeom>
          <a:noFill/>
          <a:ln w="0">
            <a:noFill/>
          </a:ln>
        </p:spPr>
        <p:txBody>
          <a:bodyPr lIns="91440" rIns="91440" tIns="45720" bIns="45720" anchor="b">
            <a:noAutofit/>
          </a:bodyPr>
          <a:p>
            <a:pPr marL="228600" indent="0" defTabSz="914400">
              <a:lnSpc>
                <a:spcPct val="90000"/>
              </a:lnSpc>
              <a:spcBef>
                <a:spcPts val="1001"/>
              </a:spcBef>
              <a:buNone/>
              <a:tabLst>
                <a:tab algn="l" pos="0"/>
              </a:tabLst>
            </a:pPr>
            <a:r>
              <a:rPr b="0" lang="en-US" sz="700" strike="noStrike" u="none">
                <a:solidFill>
                  <a:schemeClr val="dk1">
                    <a:lumMod val="65000"/>
                    <a:lumOff val="35000"/>
                  </a:schemeClr>
                </a:solidFill>
                <a:effectLst/>
                <a:uFillTx/>
                <a:latin typeface="Arial"/>
              </a:rPr>
              <a:t>Click to edit Master text styles (right)</a:t>
            </a:r>
            <a:endParaRPr b="0" lang="en-US" sz="700" strike="noStrike" u="none">
              <a:solidFill>
                <a:schemeClr val="dk1"/>
              </a:solidFill>
              <a:effectLst/>
              <a:uFillTx/>
              <a:latin typeface="Corbel"/>
            </a:endParaRPr>
          </a:p>
        </p:txBody>
      </p:sp>
      <p:sp>
        <p:nvSpPr>
          <p:cNvPr id="71" name="PlaceHolder 2"/>
          <p:cNvSpPr>
            <a:spLocks noGrp="1"/>
          </p:cNvSpPr>
          <p:nvPr>
            <p:ph type="body"/>
          </p:nvPr>
        </p:nvSpPr>
        <p:spPr>
          <a:xfrm>
            <a:off x="7818480" y="1224360"/>
            <a:ext cx="3474000" cy="4373640"/>
          </a:xfrm>
          <a:prstGeom prst="rect">
            <a:avLst/>
          </a:prstGeom>
          <a:noFill/>
          <a:ln w="0">
            <a:noFill/>
          </a:ln>
        </p:spPr>
        <p:txBody>
          <a:bodyPr lIns="91440" rIns="91440" tIns="45720" bIns="45720" anchor="t">
            <a:noAutofit/>
          </a:bodyPr>
          <a:p>
            <a:pPr marL="182880" indent="-182880" defTabSz="914400">
              <a:lnSpc>
                <a:spcPct val="90000"/>
              </a:lnSpc>
              <a:spcBef>
                <a:spcPts val="1199"/>
              </a:spcBef>
              <a:buClr>
                <a:srgbClr val="55b4e8"/>
              </a:buClr>
              <a:buFont typeface="Wingdings 2" charset="2"/>
              <a:buChar char=""/>
            </a:pPr>
            <a:r>
              <a:rPr b="0" lang="en-US" sz="2000" strike="noStrike" u="none">
                <a:solidFill>
                  <a:schemeClr val="dk1">
                    <a:lumMod val="65000"/>
                    <a:lumOff val="35000"/>
                  </a:schemeClr>
                </a:solidFill>
                <a:effectLst/>
                <a:uFillTx/>
                <a:latin typeface="Arial"/>
              </a:rPr>
              <a:t>Click to edit Master text styles (right)</a:t>
            </a:r>
            <a:endParaRPr b="0" lang="en-US" sz="2000" strike="noStrike" u="none">
              <a:solidFill>
                <a:schemeClr val="dk1"/>
              </a:solidFill>
              <a:effectLst/>
              <a:uFillTx/>
              <a:latin typeface="Corbel"/>
            </a:endParaRPr>
          </a:p>
          <a:p>
            <a:pPr lvl="1" marL="685800" indent="-182880" defTabSz="914400">
              <a:lnSpc>
                <a:spcPct val="90000"/>
              </a:lnSpc>
              <a:spcBef>
                <a:spcPts val="249"/>
              </a:spcBef>
              <a:spcAft>
                <a:spcPts val="249"/>
              </a:spcAft>
              <a:buClr>
                <a:srgbClr val="55b4e8"/>
              </a:buClr>
              <a:buFont typeface="Wingdings 2" charset="2"/>
              <a:buChar char=""/>
            </a:pPr>
            <a:r>
              <a:rPr b="0" lang="en-US" sz="1800" strike="noStrike" u="none">
                <a:solidFill>
                  <a:schemeClr val="dk1">
                    <a:lumMod val="65000"/>
                    <a:lumOff val="35000"/>
                  </a:schemeClr>
                </a:solidFill>
                <a:effectLst/>
                <a:uFillTx/>
                <a:latin typeface="Arial"/>
              </a:rPr>
              <a:t>Second level</a:t>
            </a:r>
            <a:endParaRPr b="0" lang="en-US" sz="1800" strike="noStrike" u="none">
              <a:solidFill>
                <a:schemeClr val="dk1"/>
              </a:solidFill>
              <a:effectLst/>
              <a:uFillTx/>
              <a:latin typeface="Corbel"/>
            </a:endParaRPr>
          </a:p>
          <a:p>
            <a:pPr lvl="2" marL="1143000" indent="-182880" defTabSz="914400">
              <a:lnSpc>
                <a:spcPct val="90000"/>
              </a:lnSpc>
              <a:spcBef>
                <a:spcPts val="249"/>
              </a:spcBef>
              <a:spcAft>
                <a:spcPts val="249"/>
              </a:spcAft>
              <a:buClr>
                <a:srgbClr val="55b4e8"/>
              </a:buClr>
              <a:buFont typeface="Wingdings 2" charset="2"/>
              <a:buChar char=""/>
            </a:pPr>
            <a:r>
              <a:rPr b="0" lang="en-US" sz="1600" strike="noStrike" u="none">
                <a:solidFill>
                  <a:schemeClr val="dk1">
                    <a:lumMod val="65000"/>
                    <a:lumOff val="35000"/>
                  </a:schemeClr>
                </a:solidFill>
                <a:effectLst/>
                <a:uFillTx/>
                <a:latin typeface="Arial"/>
              </a:rPr>
              <a:t>Third level</a:t>
            </a:r>
            <a:endParaRPr b="0" lang="en-US" sz="1600" strike="noStrike" u="none">
              <a:solidFill>
                <a:schemeClr val="dk1"/>
              </a:solidFill>
              <a:effectLst/>
              <a:uFillTx/>
              <a:latin typeface="Corbel"/>
            </a:endParaRPr>
          </a:p>
          <a:p>
            <a:pPr lvl="3" marL="1600200" indent="-182880" defTabSz="914400">
              <a:lnSpc>
                <a:spcPct val="90000"/>
              </a:lnSpc>
              <a:spcBef>
                <a:spcPts val="249"/>
              </a:spcBef>
              <a:spcAft>
                <a:spcPts val="249"/>
              </a:spcAft>
              <a:buClr>
                <a:srgbClr val="55b4e8"/>
              </a:buClr>
              <a:buFont typeface="Wingdings 2" charset="2"/>
              <a:buChar char=""/>
            </a:pPr>
            <a:r>
              <a:rPr b="0" lang="en-US" sz="1400" strike="noStrike" u="none">
                <a:solidFill>
                  <a:schemeClr val="dk1">
                    <a:lumMod val="65000"/>
                    <a:lumOff val="35000"/>
                  </a:schemeClr>
                </a:solidFill>
                <a:effectLst/>
                <a:uFillTx/>
                <a:latin typeface="Arial"/>
              </a:rPr>
              <a:t>Fourth level</a:t>
            </a:r>
            <a:endParaRPr b="0" lang="en-US" sz="1400" strike="noStrike" u="none">
              <a:solidFill>
                <a:schemeClr val="dk1"/>
              </a:solidFill>
              <a:effectLst/>
              <a:uFillTx/>
              <a:latin typeface="Corbel"/>
            </a:endParaRPr>
          </a:p>
          <a:p>
            <a:pPr lvl="4" marL="2057400" indent="-182880" defTabSz="914400">
              <a:lnSpc>
                <a:spcPct val="90000"/>
              </a:lnSpc>
              <a:spcBef>
                <a:spcPts val="249"/>
              </a:spcBef>
              <a:spcAft>
                <a:spcPts val="249"/>
              </a:spcAft>
              <a:buClr>
                <a:srgbClr val="55b4e8"/>
              </a:buClr>
              <a:buFont typeface="Wingdings 2" charset="2"/>
              <a:buChar char=""/>
            </a:pPr>
            <a:r>
              <a:rPr b="0" lang="en-US" sz="1400" strike="noStrike" u="none">
                <a:solidFill>
                  <a:schemeClr val="dk1">
                    <a:lumMod val="65000"/>
                    <a:lumOff val="35000"/>
                  </a:schemeClr>
                </a:solidFill>
                <a:effectLst/>
                <a:uFillTx/>
                <a:latin typeface="Arial"/>
              </a:rPr>
              <a:t>Fifth level</a:t>
            </a:r>
            <a:endParaRPr b="0" lang="en-US" sz="1400" strike="noStrike" u="none">
              <a:solidFill>
                <a:schemeClr val="dk1"/>
              </a:solidFill>
              <a:effectLst/>
              <a:uFillTx/>
              <a:latin typeface="Corbel"/>
            </a:endParaRPr>
          </a:p>
        </p:txBody>
      </p:sp>
      <p:sp>
        <p:nvSpPr>
          <p:cNvPr id="72" name="PlaceHolder 3"/>
          <p:cNvSpPr>
            <a:spLocks noGrp="1"/>
          </p:cNvSpPr>
          <p:nvPr>
            <p:ph type="body"/>
          </p:nvPr>
        </p:nvSpPr>
        <p:spPr>
          <a:xfrm>
            <a:off x="7818480" y="261720"/>
            <a:ext cx="3474000" cy="812520"/>
          </a:xfrm>
          <a:prstGeom prst="rect">
            <a:avLst/>
          </a:prstGeom>
          <a:noFill/>
          <a:ln w="0">
            <a:noFill/>
          </a:ln>
        </p:spPr>
        <p:txBody>
          <a:bodyPr lIns="91440" rIns="91440" tIns="45720" bIns="45720" anchor="t">
            <a:normAutofit/>
          </a:bodyPr>
          <a:p>
            <a:pPr marL="228600" indent="0" defTabSz="914400">
              <a:lnSpc>
                <a:spcPct val="90000"/>
              </a:lnSpc>
              <a:spcBef>
                <a:spcPts val="1001"/>
              </a:spcBef>
              <a:buNone/>
              <a:tabLst>
                <a:tab algn="l" pos="0"/>
              </a:tabLst>
            </a:pPr>
            <a:r>
              <a:rPr b="1" lang="en-US" sz="2400" strike="noStrike" u="none">
                <a:solidFill>
                  <a:schemeClr val="dk1">
                    <a:lumMod val="65000"/>
                    <a:lumOff val="35000"/>
                  </a:schemeClr>
                </a:solidFill>
                <a:effectLst/>
                <a:uFillTx/>
                <a:latin typeface="Arial"/>
              </a:rPr>
              <a:t>Click to edit Master text styles (right)</a:t>
            </a:r>
            <a:endParaRPr b="0" lang="en-US" sz="2400" strike="noStrike" u="none">
              <a:solidFill>
                <a:schemeClr val="dk1"/>
              </a:solidFill>
              <a:effectLst/>
              <a:uFillTx/>
              <a:latin typeface="Corbel"/>
            </a:endParaRPr>
          </a:p>
        </p:txBody>
      </p:sp>
      <p:sp>
        <p:nvSpPr>
          <p:cNvPr id="73" name="PlaceHolder 4"/>
          <p:cNvSpPr>
            <a:spLocks noGrp="1"/>
          </p:cNvSpPr>
          <p:nvPr>
            <p:ph type="body"/>
          </p:nvPr>
        </p:nvSpPr>
        <p:spPr>
          <a:xfrm>
            <a:off x="3858840" y="5748480"/>
            <a:ext cx="3474000" cy="364320"/>
          </a:xfrm>
          <a:prstGeom prst="rect">
            <a:avLst/>
          </a:prstGeom>
          <a:noFill/>
          <a:ln w="0">
            <a:noFill/>
          </a:ln>
        </p:spPr>
        <p:txBody>
          <a:bodyPr lIns="91440" rIns="91440" tIns="45720" bIns="45720" anchor="b">
            <a:noAutofit/>
          </a:bodyPr>
          <a:p>
            <a:pPr marL="228600" indent="0" defTabSz="914400">
              <a:lnSpc>
                <a:spcPct val="90000"/>
              </a:lnSpc>
              <a:spcBef>
                <a:spcPts val="1001"/>
              </a:spcBef>
              <a:buNone/>
              <a:tabLst>
                <a:tab algn="l" pos="0"/>
              </a:tabLst>
            </a:pPr>
            <a:r>
              <a:rPr b="0" lang="en-US" sz="700" strike="noStrike" u="none">
                <a:solidFill>
                  <a:schemeClr val="dk1">
                    <a:lumMod val="65000"/>
                    <a:lumOff val="35000"/>
                  </a:schemeClr>
                </a:solidFill>
                <a:effectLst/>
                <a:uFillTx/>
                <a:latin typeface="Arial"/>
              </a:rPr>
              <a:t>Click to edit Master text styles (left)</a:t>
            </a:r>
            <a:endParaRPr b="0" lang="en-US" sz="700" strike="noStrike" u="none">
              <a:solidFill>
                <a:schemeClr val="dk1"/>
              </a:solidFill>
              <a:effectLst/>
              <a:uFillTx/>
              <a:latin typeface="Corbel"/>
            </a:endParaRPr>
          </a:p>
        </p:txBody>
      </p:sp>
      <p:sp>
        <p:nvSpPr>
          <p:cNvPr id="74" name="PlaceHolder 5"/>
          <p:cNvSpPr>
            <a:spLocks noGrp="1"/>
          </p:cNvSpPr>
          <p:nvPr>
            <p:ph type="body"/>
          </p:nvPr>
        </p:nvSpPr>
        <p:spPr>
          <a:xfrm>
            <a:off x="3867840" y="1224360"/>
            <a:ext cx="3474000" cy="4373640"/>
          </a:xfrm>
          <a:prstGeom prst="rect">
            <a:avLst/>
          </a:prstGeom>
          <a:noFill/>
          <a:ln w="0">
            <a:noFill/>
          </a:ln>
        </p:spPr>
        <p:txBody>
          <a:bodyPr lIns="91440" rIns="91440" tIns="45720" bIns="45720" anchor="t">
            <a:noAutofit/>
          </a:bodyPr>
          <a:p>
            <a:pPr marL="182880" indent="-182880" defTabSz="914400">
              <a:lnSpc>
                <a:spcPct val="90000"/>
              </a:lnSpc>
              <a:spcBef>
                <a:spcPts val="1199"/>
              </a:spcBef>
              <a:buClr>
                <a:srgbClr val="55b4e8"/>
              </a:buClr>
              <a:buFont typeface="Wingdings 2" charset="2"/>
              <a:buChar char=""/>
            </a:pPr>
            <a:r>
              <a:rPr b="0" lang="en-US" sz="2000" strike="noStrike" u="none">
                <a:solidFill>
                  <a:schemeClr val="dk1">
                    <a:lumMod val="65000"/>
                    <a:lumOff val="35000"/>
                  </a:schemeClr>
                </a:solidFill>
                <a:effectLst/>
                <a:uFillTx/>
                <a:latin typeface="Arial"/>
              </a:rPr>
              <a:t>Click to edit Master text </a:t>
            </a:r>
            <a:r>
              <a:rPr b="0" lang="en-US" sz="2000" strike="noStrike" u="none">
                <a:solidFill>
                  <a:schemeClr val="dk1">
                    <a:lumMod val="65000"/>
                    <a:lumOff val="35000"/>
                  </a:schemeClr>
                </a:solidFill>
                <a:effectLst/>
                <a:uFillTx/>
                <a:latin typeface="Arial"/>
              </a:rPr>
              <a:t>styles (left)</a:t>
            </a:r>
            <a:endParaRPr b="0" lang="en-US" sz="2000" strike="noStrike" u="none">
              <a:solidFill>
                <a:schemeClr val="dk1"/>
              </a:solidFill>
              <a:effectLst/>
              <a:uFillTx/>
              <a:latin typeface="Corbel"/>
            </a:endParaRPr>
          </a:p>
          <a:p>
            <a:pPr lvl="1" marL="685800" indent="-182880" defTabSz="914400">
              <a:lnSpc>
                <a:spcPct val="90000"/>
              </a:lnSpc>
              <a:spcBef>
                <a:spcPts val="249"/>
              </a:spcBef>
              <a:spcAft>
                <a:spcPts val="249"/>
              </a:spcAft>
              <a:buClr>
                <a:srgbClr val="55b4e8"/>
              </a:buClr>
              <a:buFont typeface="Wingdings 2" charset="2"/>
              <a:buChar char=""/>
            </a:pPr>
            <a:r>
              <a:rPr b="0" lang="en-US" sz="1800" strike="noStrike" u="none">
                <a:solidFill>
                  <a:schemeClr val="dk1">
                    <a:lumMod val="65000"/>
                    <a:lumOff val="35000"/>
                  </a:schemeClr>
                </a:solidFill>
                <a:effectLst/>
                <a:uFillTx/>
                <a:latin typeface="Arial"/>
              </a:rPr>
              <a:t>Second level</a:t>
            </a:r>
            <a:endParaRPr b="0" lang="en-US" sz="1800" strike="noStrike" u="none">
              <a:solidFill>
                <a:schemeClr val="dk1"/>
              </a:solidFill>
              <a:effectLst/>
              <a:uFillTx/>
              <a:latin typeface="Corbel"/>
            </a:endParaRPr>
          </a:p>
          <a:p>
            <a:pPr lvl="2" marL="1143000" indent="-182880" defTabSz="914400">
              <a:lnSpc>
                <a:spcPct val="90000"/>
              </a:lnSpc>
              <a:spcBef>
                <a:spcPts val="249"/>
              </a:spcBef>
              <a:spcAft>
                <a:spcPts val="249"/>
              </a:spcAft>
              <a:buClr>
                <a:srgbClr val="55b4e8"/>
              </a:buClr>
              <a:buFont typeface="Wingdings 2" charset="2"/>
              <a:buChar char=""/>
            </a:pPr>
            <a:r>
              <a:rPr b="0" lang="en-US" sz="1600" strike="noStrike" u="none">
                <a:solidFill>
                  <a:schemeClr val="dk1">
                    <a:lumMod val="65000"/>
                    <a:lumOff val="35000"/>
                  </a:schemeClr>
                </a:solidFill>
                <a:effectLst/>
                <a:uFillTx/>
                <a:latin typeface="Arial"/>
              </a:rPr>
              <a:t>Third level</a:t>
            </a:r>
            <a:endParaRPr b="0" lang="en-US" sz="1600" strike="noStrike" u="none">
              <a:solidFill>
                <a:schemeClr val="dk1"/>
              </a:solidFill>
              <a:effectLst/>
              <a:uFillTx/>
              <a:latin typeface="Corbel"/>
            </a:endParaRPr>
          </a:p>
          <a:p>
            <a:pPr lvl="3" marL="1600200" indent="-182880" defTabSz="914400">
              <a:lnSpc>
                <a:spcPct val="90000"/>
              </a:lnSpc>
              <a:spcBef>
                <a:spcPts val="249"/>
              </a:spcBef>
              <a:spcAft>
                <a:spcPts val="249"/>
              </a:spcAft>
              <a:buClr>
                <a:srgbClr val="55b4e8"/>
              </a:buClr>
              <a:buFont typeface="Wingdings 2" charset="2"/>
              <a:buChar char=""/>
            </a:pPr>
            <a:r>
              <a:rPr b="0" lang="en-US" sz="1400" strike="noStrike" u="none">
                <a:solidFill>
                  <a:schemeClr val="dk1">
                    <a:lumMod val="65000"/>
                    <a:lumOff val="35000"/>
                  </a:schemeClr>
                </a:solidFill>
                <a:effectLst/>
                <a:uFillTx/>
                <a:latin typeface="Arial"/>
              </a:rPr>
              <a:t>Fourth level</a:t>
            </a:r>
            <a:endParaRPr b="0" lang="en-US" sz="1400" strike="noStrike" u="none">
              <a:solidFill>
                <a:schemeClr val="dk1"/>
              </a:solidFill>
              <a:effectLst/>
              <a:uFillTx/>
              <a:latin typeface="Corbel"/>
            </a:endParaRPr>
          </a:p>
          <a:p>
            <a:pPr lvl="4" marL="2057400" indent="-182880" defTabSz="914400">
              <a:lnSpc>
                <a:spcPct val="90000"/>
              </a:lnSpc>
              <a:spcBef>
                <a:spcPts val="249"/>
              </a:spcBef>
              <a:spcAft>
                <a:spcPts val="249"/>
              </a:spcAft>
              <a:buClr>
                <a:srgbClr val="55b4e8"/>
              </a:buClr>
              <a:buFont typeface="Wingdings 2" charset="2"/>
              <a:buChar char=""/>
            </a:pPr>
            <a:r>
              <a:rPr b="0" lang="en-US" sz="1400" strike="noStrike" u="none">
                <a:solidFill>
                  <a:schemeClr val="dk1">
                    <a:lumMod val="65000"/>
                    <a:lumOff val="35000"/>
                  </a:schemeClr>
                </a:solidFill>
                <a:effectLst/>
                <a:uFillTx/>
                <a:latin typeface="Arial"/>
              </a:rPr>
              <a:t>Fifth level</a:t>
            </a:r>
            <a:endParaRPr b="0" lang="en-US" sz="1400" strike="noStrike" u="none">
              <a:solidFill>
                <a:schemeClr val="dk1"/>
              </a:solidFill>
              <a:effectLst/>
              <a:uFillTx/>
              <a:latin typeface="Corbel"/>
            </a:endParaRPr>
          </a:p>
        </p:txBody>
      </p:sp>
      <p:sp>
        <p:nvSpPr>
          <p:cNvPr id="75" name="PlaceHolder 6"/>
          <p:cNvSpPr>
            <a:spLocks noGrp="1"/>
          </p:cNvSpPr>
          <p:nvPr>
            <p:ph type="body"/>
          </p:nvPr>
        </p:nvSpPr>
        <p:spPr>
          <a:xfrm>
            <a:off x="3867840" y="254520"/>
            <a:ext cx="3474000" cy="807120"/>
          </a:xfrm>
          <a:prstGeom prst="rect">
            <a:avLst/>
          </a:prstGeom>
          <a:noFill/>
          <a:ln w="0">
            <a:noFill/>
          </a:ln>
        </p:spPr>
        <p:txBody>
          <a:bodyPr lIns="91440" rIns="91440" tIns="45720" bIns="45720" anchor="t">
            <a:normAutofit/>
          </a:bodyPr>
          <a:p>
            <a:pPr marL="228600" indent="0" defTabSz="914400">
              <a:lnSpc>
                <a:spcPct val="90000"/>
              </a:lnSpc>
              <a:spcBef>
                <a:spcPts val="1001"/>
              </a:spcBef>
              <a:buNone/>
              <a:tabLst>
                <a:tab algn="l" pos="0"/>
              </a:tabLst>
            </a:pPr>
            <a:r>
              <a:rPr b="1" lang="en-US" sz="2400" strike="noStrike" u="none">
                <a:solidFill>
                  <a:schemeClr val="dk1">
                    <a:lumMod val="65000"/>
                    <a:lumOff val="35000"/>
                  </a:schemeClr>
                </a:solidFill>
                <a:effectLst/>
                <a:uFillTx/>
                <a:latin typeface="Arial"/>
              </a:rPr>
              <a:t>Click to edit Master </a:t>
            </a:r>
            <a:r>
              <a:rPr b="1" lang="en-US" sz="2400" strike="noStrike" u="none">
                <a:solidFill>
                  <a:schemeClr val="dk1">
                    <a:lumMod val="65000"/>
                    <a:lumOff val="35000"/>
                  </a:schemeClr>
                </a:solidFill>
                <a:effectLst/>
                <a:uFillTx/>
                <a:latin typeface="Arial"/>
              </a:rPr>
              <a:t>text styles (left)</a:t>
            </a:r>
            <a:endParaRPr b="0" lang="en-US" sz="2400" strike="noStrike" u="none">
              <a:solidFill>
                <a:schemeClr val="dk1"/>
              </a:solidFill>
              <a:effectLst/>
              <a:uFillTx/>
              <a:latin typeface="Corbel"/>
            </a:endParaRPr>
          </a:p>
        </p:txBody>
      </p:sp>
      <p:sp>
        <p:nvSpPr>
          <p:cNvPr id="76" name="PlaceHolder 7"/>
          <p:cNvSpPr>
            <a:spLocks noGrp="1"/>
          </p:cNvSpPr>
          <p:nvPr>
            <p:ph type="body"/>
          </p:nvPr>
        </p:nvSpPr>
        <p:spPr>
          <a:xfrm>
            <a:off x="255960" y="2544480"/>
            <a:ext cx="2833920" cy="3270960"/>
          </a:xfrm>
          <a:prstGeom prst="rect">
            <a:avLst/>
          </a:prstGeom>
          <a:noFill/>
          <a:ln w="0">
            <a:noFill/>
          </a:ln>
        </p:spPr>
        <p:txBody>
          <a:bodyPr lIns="91440" rIns="91440" tIns="45720" bIns="45720" anchor="t">
            <a:normAutofit/>
          </a:bodyPr>
          <a:p>
            <a:pPr marL="228600" indent="0" defTabSz="914400">
              <a:lnSpc>
                <a:spcPct val="100000"/>
              </a:lnSpc>
              <a:spcBef>
                <a:spcPts val="1199"/>
              </a:spcBef>
              <a:buNone/>
              <a:tabLst>
                <a:tab algn="l" pos="0"/>
              </a:tabLst>
            </a:pPr>
            <a:r>
              <a:rPr b="0" lang="en-US" sz="2200" strike="noStrike" u="none">
                <a:solidFill>
                  <a:srgbClr val="ffffff"/>
                </a:solidFill>
                <a:effectLst/>
                <a:uFillTx/>
                <a:latin typeface="Arial"/>
              </a:rPr>
              <a:t>Edit Master text styles</a:t>
            </a:r>
            <a:endParaRPr b="0" lang="en-US" sz="2200" strike="noStrike" u="none">
              <a:solidFill>
                <a:schemeClr val="dk1"/>
              </a:solidFill>
              <a:effectLst/>
              <a:uFillTx/>
              <a:latin typeface="Corbel"/>
            </a:endParaRPr>
          </a:p>
        </p:txBody>
      </p:sp>
      <p:sp>
        <p:nvSpPr>
          <p:cNvPr id="77" name="PlaceHolder 8"/>
          <p:cNvSpPr>
            <a:spLocks noGrp="1"/>
          </p:cNvSpPr>
          <p:nvPr>
            <p:ph type="title"/>
          </p:nvPr>
        </p:nvSpPr>
        <p:spPr>
          <a:xfrm>
            <a:off x="255960" y="254520"/>
            <a:ext cx="2833920" cy="2122200"/>
          </a:xfrm>
          <a:prstGeom prst="rect">
            <a:avLst/>
          </a:prstGeom>
          <a:noFill/>
          <a:ln w="0">
            <a:noFill/>
          </a:ln>
        </p:spPr>
        <p:txBody>
          <a:bodyPr lIns="91440" rIns="91440" tIns="45720" bIns="45720" anchor="b">
            <a:normAutofit/>
          </a:bodyPr>
          <a:p>
            <a:pPr indent="0" defTabSz="914400">
              <a:lnSpc>
                <a:spcPct val="90000"/>
              </a:lnSpc>
              <a:buNone/>
              <a:tabLst>
                <a:tab algn="l" pos="0"/>
              </a:tabLst>
            </a:pPr>
            <a:r>
              <a:rPr b="0" lang="en-US" sz="3600" spc="-60" strike="noStrike" u="none">
                <a:solidFill>
                  <a:srgbClr val="ffffff"/>
                </a:solidFill>
                <a:effectLst/>
                <a:uFillTx/>
                <a:latin typeface="Arial"/>
              </a:rPr>
              <a:t>Click to edit Master title style</a:t>
            </a:r>
            <a:endParaRPr b="0" lang="en-US" sz="3600" strike="noStrike" u="none">
              <a:solidFill>
                <a:schemeClr val="dk1"/>
              </a:solidFill>
              <a:effectLst/>
              <a:uFillTx/>
              <a:latin typeface="Corbel"/>
            </a:endParaRPr>
          </a:p>
        </p:txBody>
      </p:sp>
      <p:sp>
        <p:nvSpPr>
          <p:cNvPr id="78" name="PlaceHolder 9"/>
          <p:cNvSpPr>
            <a:spLocks noGrp="1"/>
          </p:cNvSpPr>
          <p:nvPr>
            <p:ph type="dt" idx="16"/>
          </p:nvPr>
        </p:nvSpPr>
        <p:spPr>
          <a:xfrm>
            <a:off x="262440" y="6356520"/>
            <a:ext cx="2742480" cy="36432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100" strike="noStrike" u="none">
                <a:solidFill>
                  <a:schemeClr val="dk1">
                    <a:lumMod val="50000"/>
                    <a:lumOff val="50000"/>
                  </a:schemeClr>
                </a:solidFill>
                <a:effectLst/>
                <a:uFillTx/>
                <a:latin typeface="Arial"/>
              </a:defRPr>
            </a:lvl1pPr>
          </a:lstStyle>
          <a:p>
            <a:pPr indent="0" defTabSz="457200">
              <a:lnSpc>
                <a:spcPct val="100000"/>
              </a:lnSpc>
              <a:buNone/>
              <a:tabLst>
                <a:tab algn="l" pos="0"/>
              </a:tabLst>
            </a:pPr>
            <a:r>
              <a:rPr b="0" lang="en-US" sz="1100" strike="noStrike" u="none">
                <a:solidFill>
                  <a:schemeClr val="dk1">
                    <a:lumMod val="50000"/>
                    <a:lumOff val="50000"/>
                  </a:schemeClr>
                </a:solidFill>
                <a:effectLst/>
                <a:uFillTx/>
                <a:latin typeface="Arial"/>
              </a:rPr>
              <a:t>&lt;date/time&gt;</a:t>
            </a:r>
            <a:endParaRPr b="0" lang="en-US" sz="1100" strike="noStrike" u="none">
              <a:solidFill>
                <a:srgbClr val="000000"/>
              </a:solidFill>
              <a:effectLst/>
              <a:uFillTx/>
              <a:latin typeface="Times New Roman"/>
            </a:endParaRPr>
          </a:p>
        </p:txBody>
      </p:sp>
      <p:sp>
        <p:nvSpPr>
          <p:cNvPr id="79" name="PlaceHolder 10"/>
          <p:cNvSpPr>
            <a:spLocks noGrp="1"/>
          </p:cNvSpPr>
          <p:nvPr>
            <p:ph type="ftr" idx="17"/>
          </p:nvPr>
        </p:nvSpPr>
        <p:spPr>
          <a:xfrm>
            <a:off x="3869280" y="6356520"/>
            <a:ext cx="5910840" cy="36432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100" strike="noStrike" u="none">
                <a:solidFill>
                  <a:schemeClr val="accent1"/>
                </a:solidFill>
                <a:effectLst/>
                <a:uFillTx/>
                <a:latin typeface="Arial"/>
              </a:defRPr>
            </a:lvl1pPr>
          </a:lstStyle>
          <a:p>
            <a:pPr indent="0" defTabSz="457200">
              <a:lnSpc>
                <a:spcPct val="100000"/>
              </a:lnSpc>
              <a:buNone/>
              <a:tabLst>
                <a:tab algn="l" pos="0"/>
              </a:tabLst>
            </a:pPr>
            <a:r>
              <a:rPr b="0" lang="en-US" sz="1100" strike="noStrike" u="none">
                <a:solidFill>
                  <a:schemeClr val="accent1"/>
                </a:solidFill>
                <a:effectLst/>
                <a:uFillTx/>
                <a:latin typeface="Arial"/>
              </a:rPr>
              <a:t>&lt;footer&gt;</a:t>
            </a:r>
            <a:endParaRPr b="0" lang="en-US" sz="1100" strike="noStrike" u="none">
              <a:solidFill>
                <a:srgbClr val="000000"/>
              </a:solidFill>
              <a:effectLst/>
              <a:uFillTx/>
              <a:latin typeface="Times New Roman"/>
            </a:endParaRPr>
          </a:p>
        </p:txBody>
      </p:sp>
      <p:sp>
        <p:nvSpPr>
          <p:cNvPr id="80" name="PlaceHolder 11"/>
          <p:cNvSpPr>
            <a:spLocks noGrp="1"/>
          </p:cNvSpPr>
          <p:nvPr>
            <p:ph type="sldNum" idx="18"/>
          </p:nvPr>
        </p:nvSpPr>
        <p:spPr>
          <a:xfrm>
            <a:off x="10634040" y="6356520"/>
            <a:ext cx="15303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1" lang="en-US" sz="1200" strike="noStrike" u="none">
                <a:solidFill>
                  <a:schemeClr val="accent1"/>
                </a:solidFill>
                <a:effectLst/>
                <a:uFillTx/>
                <a:latin typeface="Arial"/>
              </a:defRPr>
            </a:lvl1pPr>
          </a:lstStyle>
          <a:p>
            <a:pPr indent="0" algn="r" defTabSz="457200">
              <a:lnSpc>
                <a:spcPct val="100000"/>
              </a:lnSpc>
              <a:buNone/>
              <a:tabLst>
                <a:tab algn="l" pos="0"/>
              </a:tabLst>
            </a:pPr>
            <a:fld id="{5E2C1896-4906-4B84-84AD-E9FC28D7264A}" type="slidenum">
              <a:rPr b="1" lang="en-US" sz="1200" strike="noStrike" u="none">
                <a:solidFill>
                  <a:schemeClr val="accent1"/>
                </a:solidFill>
                <a:effectLst/>
                <a:uFillTx/>
                <a:latin typeface="Arial"/>
              </a:rPr>
              <a:t>&lt;number&gt;</a:t>
            </a:fld>
            <a:endParaRPr b="0" lang="en-US" sz="1200" strike="noStrike" u="non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_Title and Content">
    <p:bg>
      <p:bgPr>
        <a:solidFill>
          <a:srgbClr val="ffffff"/>
        </a:solidFill>
      </p:bgPr>
    </p:bg>
    <p:spTree>
      <p:nvGrpSpPr>
        <p:cNvPr id="1" name=""/>
        <p:cNvGrpSpPr/>
        <p:nvPr/>
      </p:nvGrpSpPr>
      <p:grpSpPr>
        <a:xfrm>
          <a:off x="0" y="0"/>
          <a:ext cx="0" cy="0"/>
          <a:chOff x="0" y="0"/>
          <a:chExt cx="0" cy="0"/>
        </a:xfrm>
      </p:grpSpPr>
      <p:sp>
        <p:nvSpPr>
          <p:cNvPr id="81" name="Rectangle 6"/>
          <p:cNvSpPr/>
          <p:nvPr/>
        </p:nvSpPr>
        <p:spPr>
          <a:xfrm>
            <a:off x="0" y="0"/>
            <a:ext cx="3443040" cy="608904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pPr defTabSz="914400">
              <a:lnSpc>
                <a:spcPct val="100000"/>
              </a:lnSpc>
            </a:pPr>
            <a:endParaRPr b="0" lang="en-US" sz="1800" strike="noStrike" u="none">
              <a:solidFill>
                <a:schemeClr val="lt1"/>
              </a:solidFill>
              <a:effectLst/>
              <a:uFillTx/>
              <a:latin typeface="Arial"/>
            </a:endParaRPr>
          </a:p>
        </p:txBody>
      </p:sp>
      <p:sp>
        <p:nvSpPr>
          <p:cNvPr id="82" name="Rectangle 37"/>
          <p:cNvSpPr/>
          <p:nvPr/>
        </p:nvSpPr>
        <p:spPr>
          <a:xfrm>
            <a:off x="11815920" y="0"/>
            <a:ext cx="383400" cy="6089040"/>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pPr defTabSz="914400">
              <a:lnSpc>
                <a:spcPct val="100000"/>
              </a:lnSpc>
            </a:pPr>
            <a:endParaRPr b="0" lang="en-US" sz="1800" strike="noStrike" u="none">
              <a:solidFill>
                <a:schemeClr val="lt1"/>
              </a:solidFill>
              <a:effectLst/>
              <a:uFillTx/>
              <a:latin typeface="Corbel"/>
            </a:endParaRPr>
          </a:p>
        </p:txBody>
      </p:sp>
      <p:sp>
        <p:nvSpPr>
          <p:cNvPr id="83" name="PlaceHolder 1"/>
          <p:cNvSpPr>
            <a:spLocks noGrp="1"/>
          </p:cNvSpPr>
          <p:nvPr>
            <p:ph type="title"/>
          </p:nvPr>
        </p:nvSpPr>
        <p:spPr>
          <a:xfrm>
            <a:off x="253080" y="254520"/>
            <a:ext cx="2946600" cy="546984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en-US" sz="3600" spc="-60" strike="noStrike" u="none">
                <a:solidFill>
                  <a:srgbClr val="ffffff"/>
                </a:solidFill>
                <a:effectLst/>
                <a:uFillTx/>
                <a:latin typeface="Arial"/>
              </a:rPr>
              <a:t>Click to edit Master title style</a:t>
            </a:r>
            <a:endParaRPr b="0" lang="en-US" sz="3600" strike="noStrike" u="none">
              <a:solidFill>
                <a:schemeClr val="dk1"/>
              </a:solidFill>
              <a:effectLst/>
              <a:uFillTx/>
              <a:latin typeface="Corbel"/>
            </a:endParaRPr>
          </a:p>
        </p:txBody>
      </p:sp>
      <p:sp>
        <p:nvSpPr>
          <p:cNvPr id="84" name="PlaceHolder 2"/>
          <p:cNvSpPr>
            <a:spLocks noGrp="1"/>
          </p:cNvSpPr>
          <p:nvPr>
            <p:ph type="body"/>
          </p:nvPr>
        </p:nvSpPr>
        <p:spPr>
          <a:xfrm>
            <a:off x="3869280" y="254520"/>
            <a:ext cx="7314480" cy="5354280"/>
          </a:xfrm>
          <a:prstGeom prst="rect">
            <a:avLst/>
          </a:prstGeom>
          <a:noFill/>
          <a:ln w="0">
            <a:noFill/>
          </a:ln>
        </p:spPr>
        <p:txBody>
          <a:bodyPr lIns="91440" rIns="91440" tIns="45720" bIns="45720" anchor="ctr">
            <a:noAutofit/>
          </a:bodyPr>
          <a:p>
            <a:pPr marL="182880" indent="-182880" defTabSz="914400">
              <a:lnSpc>
                <a:spcPct val="90000"/>
              </a:lnSpc>
              <a:spcBef>
                <a:spcPts val="1199"/>
              </a:spcBef>
              <a:buClr>
                <a:srgbClr val="55b4e8"/>
              </a:buClr>
              <a:buFont typeface="Wingdings 2" charset="2"/>
              <a:buChar char=""/>
            </a:pPr>
            <a:r>
              <a:rPr b="0" lang="en-US" sz="2000" strike="noStrike" u="none">
                <a:solidFill>
                  <a:schemeClr val="dk1">
                    <a:lumMod val="65000"/>
                    <a:lumOff val="35000"/>
                  </a:schemeClr>
                </a:solidFill>
                <a:effectLst/>
                <a:uFillTx/>
                <a:latin typeface="Arial"/>
              </a:rPr>
              <a:t>Edit Master text styles</a:t>
            </a:r>
            <a:endParaRPr b="0" lang="en-US" sz="2000" strike="noStrike" u="none">
              <a:solidFill>
                <a:schemeClr val="dk1"/>
              </a:solidFill>
              <a:effectLst/>
              <a:uFillTx/>
              <a:latin typeface="Corbel"/>
            </a:endParaRPr>
          </a:p>
          <a:p>
            <a:pPr lvl="1" marL="685800" indent="-182880" defTabSz="914400">
              <a:lnSpc>
                <a:spcPct val="90000"/>
              </a:lnSpc>
              <a:spcBef>
                <a:spcPts val="249"/>
              </a:spcBef>
              <a:spcAft>
                <a:spcPts val="249"/>
              </a:spcAft>
              <a:buClr>
                <a:srgbClr val="55b4e8"/>
              </a:buClr>
              <a:buFont typeface="Wingdings 2" charset="2"/>
              <a:buChar char=""/>
            </a:pPr>
            <a:r>
              <a:rPr b="0" lang="en-US" sz="1800" strike="noStrike" u="none">
                <a:solidFill>
                  <a:schemeClr val="dk1">
                    <a:lumMod val="65000"/>
                    <a:lumOff val="35000"/>
                  </a:schemeClr>
                </a:solidFill>
                <a:effectLst/>
                <a:uFillTx/>
                <a:latin typeface="Arial"/>
              </a:rPr>
              <a:t>Second level</a:t>
            </a:r>
            <a:endParaRPr b="0" lang="en-US" sz="1800" strike="noStrike" u="none">
              <a:solidFill>
                <a:schemeClr val="dk1"/>
              </a:solidFill>
              <a:effectLst/>
              <a:uFillTx/>
              <a:latin typeface="Corbel"/>
            </a:endParaRPr>
          </a:p>
          <a:p>
            <a:pPr lvl="2" marL="1143000" indent="-182880" defTabSz="914400">
              <a:lnSpc>
                <a:spcPct val="90000"/>
              </a:lnSpc>
              <a:spcBef>
                <a:spcPts val="249"/>
              </a:spcBef>
              <a:spcAft>
                <a:spcPts val="249"/>
              </a:spcAft>
              <a:buClr>
                <a:srgbClr val="55b4e8"/>
              </a:buClr>
              <a:buFont typeface="Wingdings 2" charset="2"/>
              <a:buChar char=""/>
            </a:pPr>
            <a:r>
              <a:rPr b="0" lang="en-US" sz="1600" strike="noStrike" u="none">
                <a:solidFill>
                  <a:schemeClr val="dk1">
                    <a:lumMod val="65000"/>
                    <a:lumOff val="35000"/>
                  </a:schemeClr>
                </a:solidFill>
                <a:effectLst/>
                <a:uFillTx/>
                <a:latin typeface="Arial"/>
              </a:rPr>
              <a:t>Third level</a:t>
            </a:r>
            <a:endParaRPr b="0" lang="en-US" sz="1600" strike="noStrike" u="none">
              <a:solidFill>
                <a:schemeClr val="dk1"/>
              </a:solidFill>
              <a:effectLst/>
              <a:uFillTx/>
              <a:latin typeface="Corbel"/>
            </a:endParaRPr>
          </a:p>
          <a:p>
            <a:pPr lvl="3" marL="1600200" indent="-182880" defTabSz="914400">
              <a:lnSpc>
                <a:spcPct val="90000"/>
              </a:lnSpc>
              <a:spcBef>
                <a:spcPts val="249"/>
              </a:spcBef>
              <a:spcAft>
                <a:spcPts val="249"/>
              </a:spcAft>
              <a:buClr>
                <a:srgbClr val="55b4e8"/>
              </a:buClr>
              <a:buFont typeface="Wingdings 2" charset="2"/>
              <a:buChar char=""/>
            </a:pPr>
            <a:r>
              <a:rPr b="0" lang="en-US" sz="1400" strike="noStrike" u="none">
                <a:solidFill>
                  <a:schemeClr val="dk1">
                    <a:lumMod val="65000"/>
                    <a:lumOff val="35000"/>
                  </a:schemeClr>
                </a:solidFill>
                <a:effectLst/>
                <a:uFillTx/>
                <a:latin typeface="Arial"/>
              </a:rPr>
              <a:t>Fourth level</a:t>
            </a:r>
            <a:endParaRPr b="0" lang="en-US" sz="1400" strike="noStrike" u="none">
              <a:solidFill>
                <a:schemeClr val="dk1"/>
              </a:solidFill>
              <a:effectLst/>
              <a:uFillTx/>
              <a:latin typeface="Corbel"/>
            </a:endParaRPr>
          </a:p>
          <a:p>
            <a:pPr lvl="4" marL="2057400" indent="-182880" defTabSz="914400">
              <a:lnSpc>
                <a:spcPct val="90000"/>
              </a:lnSpc>
              <a:spcBef>
                <a:spcPts val="249"/>
              </a:spcBef>
              <a:spcAft>
                <a:spcPts val="249"/>
              </a:spcAft>
              <a:buClr>
                <a:srgbClr val="55b4e8"/>
              </a:buClr>
              <a:buFont typeface="Wingdings 2" charset="2"/>
              <a:buChar char=""/>
            </a:pPr>
            <a:r>
              <a:rPr b="0" lang="en-US" sz="1400" strike="noStrike" u="none">
                <a:solidFill>
                  <a:schemeClr val="dk1">
                    <a:lumMod val="65000"/>
                    <a:lumOff val="35000"/>
                  </a:schemeClr>
                </a:solidFill>
                <a:effectLst/>
                <a:uFillTx/>
                <a:latin typeface="Arial"/>
              </a:rPr>
              <a:t>Fifth level</a:t>
            </a:r>
            <a:endParaRPr b="0" lang="en-US" sz="1400" strike="noStrike" u="none">
              <a:solidFill>
                <a:schemeClr val="dk1"/>
              </a:solidFill>
              <a:effectLst/>
              <a:uFillTx/>
              <a:latin typeface="Corbel"/>
            </a:endParaRPr>
          </a:p>
        </p:txBody>
      </p:sp>
      <p:sp>
        <p:nvSpPr>
          <p:cNvPr id="85" name="PlaceHolder 3"/>
          <p:cNvSpPr>
            <a:spLocks noGrp="1"/>
          </p:cNvSpPr>
          <p:nvPr>
            <p:ph type="dt" idx="19"/>
          </p:nvPr>
        </p:nvSpPr>
        <p:spPr>
          <a:xfrm>
            <a:off x="262440" y="6356520"/>
            <a:ext cx="2742480" cy="36432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100" strike="noStrike" u="none">
                <a:solidFill>
                  <a:schemeClr val="dk1">
                    <a:lumMod val="50000"/>
                    <a:lumOff val="50000"/>
                  </a:schemeClr>
                </a:solidFill>
                <a:effectLst/>
                <a:uFillTx/>
                <a:latin typeface="Arial"/>
              </a:defRPr>
            </a:lvl1pPr>
          </a:lstStyle>
          <a:p>
            <a:pPr indent="0" defTabSz="457200">
              <a:lnSpc>
                <a:spcPct val="100000"/>
              </a:lnSpc>
              <a:buNone/>
              <a:tabLst>
                <a:tab algn="l" pos="0"/>
              </a:tabLst>
            </a:pPr>
            <a:r>
              <a:rPr b="0" lang="en-US" sz="1100" strike="noStrike" u="none">
                <a:solidFill>
                  <a:schemeClr val="dk1">
                    <a:lumMod val="50000"/>
                    <a:lumOff val="50000"/>
                  </a:schemeClr>
                </a:solidFill>
                <a:effectLst/>
                <a:uFillTx/>
                <a:latin typeface="Arial"/>
              </a:rPr>
              <a:t>&lt;date/time&gt;</a:t>
            </a:r>
            <a:endParaRPr b="0" lang="en-US" sz="1100" strike="noStrike" u="none">
              <a:solidFill>
                <a:srgbClr val="000000"/>
              </a:solidFill>
              <a:effectLst/>
              <a:uFillTx/>
              <a:latin typeface="Times New Roman"/>
            </a:endParaRPr>
          </a:p>
        </p:txBody>
      </p:sp>
      <p:sp>
        <p:nvSpPr>
          <p:cNvPr id="86" name="PlaceHolder 4"/>
          <p:cNvSpPr>
            <a:spLocks noGrp="1"/>
          </p:cNvSpPr>
          <p:nvPr>
            <p:ph type="ftr" idx="20"/>
          </p:nvPr>
        </p:nvSpPr>
        <p:spPr>
          <a:xfrm>
            <a:off x="3869280" y="6356520"/>
            <a:ext cx="5910840" cy="36432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100" strike="noStrike" u="none">
                <a:solidFill>
                  <a:schemeClr val="accent1"/>
                </a:solidFill>
                <a:effectLst/>
                <a:uFillTx/>
                <a:latin typeface="Arial"/>
              </a:defRPr>
            </a:lvl1pPr>
          </a:lstStyle>
          <a:p>
            <a:pPr indent="0" defTabSz="457200">
              <a:lnSpc>
                <a:spcPct val="100000"/>
              </a:lnSpc>
              <a:buNone/>
              <a:tabLst>
                <a:tab algn="l" pos="0"/>
              </a:tabLst>
            </a:pPr>
            <a:r>
              <a:rPr b="0" lang="en-US" sz="1100" strike="noStrike" u="none">
                <a:solidFill>
                  <a:schemeClr val="accent1"/>
                </a:solidFill>
                <a:effectLst/>
                <a:uFillTx/>
                <a:latin typeface="Arial"/>
              </a:rPr>
              <a:t>&lt;footer&gt;</a:t>
            </a:r>
            <a:endParaRPr b="0" lang="en-US" sz="1100" strike="noStrike" u="none">
              <a:solidFill>
                <a:srgbClr val="000000"/>
              </a:solidFill>
              <a:effectLst/>
              <a:uFillTx/>
              <a:latin typeface="Times New Roman"/>
            </a:endParaRPr>
          </a:p>
        </p:txBody>
      </p:sp>
      <p:sp>
        <p:nvSpPr>
          <p:cNvPr id="87" name="PlaceHolder 5"/>
          <p:cNvSpPr>
            <a:spLocks noGrp="1"/>
          </p:cNvSpPr>
          <p:nvPr>
            <p:ph type="sldNum" idx="21"/>
          </p:nvPr>
        </p:nvSpPr>
        <p:spPr>
          <a:xfrm>
            <a:off x="10634040" y="6356520"/>
            <a:ext cx="15303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1" lang="en-US" sz="1200" strike="noStrike" u="none">
                <a:solidFill>
                  <a:schemeClr val="accent1"/>
                </a:solidFill>
                <a:effectLst/>
                <a:uFillTx/>
                <a:latin typeface="Arial"/>
              </a:defRPr>
            </a:lvl1pPr>
          </a:lstStyle>
          <a:p>
            <a:pPr indent="0" algn="r" defTabSz="457200">
              <a:lnSpc>
                <a:spcPct val="100000"/>
              </a:lnSpc>
              <a:buNone/>
              <a:tabLst>
                <a:tab algn="l" pos="0"/>
              </a:tabLst>
            </a:pPr>
            <a:fld id="{D801212A-4260-419F-B1CF-AB1874D6CB97}" type="slidenum">
              <a:rPr b="1" lang="en-US" sz="1200" strike="noStrike" u="none">
                <a:solidFill>
                  <a:schemeClr val="accent1"/>
                </a:solidFill>
                <a:effectLst/>
                <a:uFillTx/>
                <a:latin typeface="Arial"/>
              </a:rPr>
              <a:t>&lt;number&gt;</a:t>
            </a:fld>
            <a:endParaRPr b="0" lang="en-US" sz="1200" strike="noStrike" u="none">
              <a:solidFill>
                <a:srgbClr val="000000"/>
              </a:solidFill>
              <a:effectLst/>
              <a:uFillTx/>
              <a:latin typeface="Times New Roman"/>
            </a:endParaRPr>
          </a:p>
        </p:txBody>
      </p:sp>
      <p:sp>
        <p:nvSpPr>
          <p:cNvPr id="88" name="PlaceHolder 6"/>
          <p:cNvSpPr>
            <a:spLocks noGrp="1"/>
          </p:cNvSpPr>
          <p:nvPr>
            <p:ph type="body"/>
          </p:nvPr>
        </p:nvSpPr>
        <p:spPr>
          <a:xfrm>
            <a:off x="3858840" y="5748480"/>
            <a:ext cx="7324560" cy="364320"/>
          </a:xfrm>
          <a:prstGeom prst="rect">
            <a:avLst/>
          </a:prstGeom>
          <a:noFill/>
          <a:ln w="0">
            <a:noFill/>
          </a:ln>
        </p:spPr>
        <p:txBody>
          <a:bodyPr lIns="91440" rIns="91440" tIns="45720" bIns="45720" anchor="b">
            <a:noAutofit/>
          </a:bodyPr>
          <a:p>
            <a:pPr marL="228600" indent="0" defTabSz="914400">
              <a:lnSpc>
                <a:spcPct val="90000"/>
              </a:lnSpc>
              <a:spcBef>
                <a:spcPts val="1001"/>
              </a:spcBef>
              <a:buNone/>
              <a:tabLst>
                <a:tab algn="l" pos="0"/>
              </a:tabLst>
            </a:pPr>
            <a:r>
              <a:rPr b="0" lang="en-US" sz="700" strike="noStrike" u="none">
                <a:solidFill>
                  <a:schemeClr val="dk1">
                    <a:lumMod val="65000"/>
                    <a:lumOff val="35000"/>
                  </a:schemeClr>
                </a:solidFill>
                <a:effectLst/>
                <a:uFillTx/>
                <a:latin typeface="Arial"/>
              </a:rPr>
              <a:t>Click to edit Master text styles (letf)</a:t>
            </a:r>
            <a:endParaRPr b="0" lang="en-US" sz="700" strike="noStrike" u="none">
              <a:solidFill>
                <a:schemeClr val="dk1"/>
              </a:solidFill>
              <a:effectLst/>
              <a:uFillTx/>
              <a:latin typeface="Corbe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Figure Palette">
    <p:bg>
      <p:bgPr>
        <a:solidFill>
          <a:srgbClr val="ffffff"/>
        </a:solidFill>
      </p:bgPr>
    </p:bg>
    <p:spTree>
      <p:nvGrpSpPr>
        <p:cNvPr id="1" name=""/>
        <p:cNvGrpSpPr/>
        <p:nvPr/>
      </p:nvGrpSpPr>
      <p:grpSpPr>
        <a:xfrm>
          <a:off x="0" y="0"/>
          <a:ext cx="0" cy="0"/>
          <a:chOff x="0" y="0"/>
          <a:chExt cx="0" cy="0"/>
        </a:xfrm>
      </p:grpSpPr>
      <p:sp>
        <p:nvSpPr>
          <p:cNvPr id="89" name="Rectangle 6"/>
          <p:cNvSpPr/>
          <p:nvPr/>
        </p:nvSpPr>
        <p:spPr>
          <a:xfrm>
            <a:off x="0" y="0"/>
            <a:ext cx="3443040" cy="608904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pPr defTabSz="457200">
              <a:lnSpc>
                <a:spcPct val="100000"/>
              </a:lnSpc>
            </a:pPr>
            <a:endParaRPr b="0" lang="en-US" sz="1800" strike="noStrike" u="none">
              <a:solidFill>
                <a:schemeClr val="lt1"/>
              </a:solidFill>
              <a:effectLst/>
              <a:uFillTx/>
              <a:latin typeface="Arial"/>
            </a:endParaRPr>
          </a:p>
        </p:txBody>
      </p:sp>
      <p:sp>
        <p:nvSpPr>
          <p:cNvPr id="90" name="Rectangle 37"/>
          <p:cNvSpPr/>
          <p:nvPr/>
        </p:nvSpPr>
        <p:spPr>
          <a:xfrm>
            <a:off x="11815920" y="0"/>
            <a:ext cx="383400" cy="6089040"/>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pPr defTabSz="457200">
              <a:lnSpc>
                <a:spcPct val="100000"/>
              </a:lnSpc>
            </a:pPr>
            <a:endParaRPr b="0" lang="en-US" sz="1800" strike="noStrike" u="none">
              <a:solidFill>
                <a:schemeClr val="lt1"/>
              </a:solidFill>
              <a:effectLst/>
              <a:uFillTx/>
              <a:latin typeface="Corbel"/>
            </a:endParaRPr>
          </a:p>
        </p:txBody>
      </p:sp>
      <p:sp>
        <p:nvSpPr>
          <p:cNvPr id="91" name="PlaceHolder 1"/>
          <p:cNvSpPr>
            <a:spLocks noGrp="1"/>
          </p:cNvSpPr>
          <p:nvPr>
            <p:ph type="body"/>
          </p:nvPr>
        </p:nvSpPr>
        <p:spPr>
          <a:xfrm>
            <a:off x="255960" y="2544480"/>
            <a:ext cx="2833920" cy="3270960"/>
          </a:xfrm>
          <a:prstGeom prst="rect">
            <a:avLst/>
          </a:prstGeom>
          <a:noFill/>
          <a:ln w="0">
            <a:noFill/>
          </a:ln>
        </p:spPr>
        <p:txBody>
          <a:bodyPr lIns="91440" rIns="91440" tIns="45720" bIns="45720" anchor="t">
            <a:normAutofit/>
          </a:bodyPr>
          <a:p>
            <a:pPr marL="228600" indent="0" defTabSz="914400">
              <a:lnSpc>
                <a:spcPct val="100000"/>
              </a:lnSpc>
              <a:spcBef>
                <a:spcPts val="1199"/>
              </a:spcBef>
              <a:buNone/>
              <a:tabLst>
                <a:tab algn="l" pos="0"/>
              </a:tabLst>
            </a:pPr>
            <a:r>
              <a:rPr b="0" lang="en-US" sz="2200" strike="noStrike" u="none">
                <a:solidFill>
                  <a:srgbClr val="ffffff"/>
                </a:solidFill>
                <a:effectLst/>
                <a:uFillTx/>
                <a:latin typeface="Arial"/>
              </a:rPr>
              <a:t>Edit Master text styles</a:t>
            </a:r>
            <a:endParaRPr b="0" lang="en-US" sz="2200" strike="noStrike" u="none">
              <a:solidFill>
                <a:schemeClr val="dk1"/>
              </a:solidFill>
              <a:effectLst/>
              <a:uFillTx/>
              <a:latin typeface="Corbel"/>
            </a:endParaRPr>
          </a:p>
        </p:txBody>
      </p:sp>
      <p:sp>
        <p:nvSpPr>
          <p:cNvPr id="92" name="PlaceHolder 2"/>
          <p:cNvSpPr>
            <a:spLocks noGrp="1"/>
          </p:cNvSpPr>
          <p:nvPr>
            <p:ph type="title"/>
          </p:nvPr>
        </p:nvSpPr>
        <p:spPr>
          <a:xfrm>
            <a:off x="255960" y="254520"/>
            <a:ext cx="2833920" cy="2122200"/>
          </a:xfrm>
          <a:prstGeom prst="rect">
            <a:avLst/>
          </a:prstGeom>
          <a:noFill/>
          <a:ln w="0">
            <a:noFill/>
          </a:ln>
        </p:spPr>
        <p:txBody>
          <a:bodyPr lIns="91440" rIns="91440" tIns="45720" bIns="45720" anchor="b">
            <a:normAutofit/>
          </a:bodyPr>
          <a:p>
            <a:pPr indent="0" defTabSz="914400">
              <a:lnSpc>
                <a:spcPct val="90000"/>
              </a:lnSpc>
              <a:buNone/>
              <a:tabLst>
                <a:tab algn="l" pos="0"/>
              </a:tabLst>
            </a:pPr>
            <a:r>
              <a:rPr b="0" lang="en-US" sz="3600" spc="-60" strike="noStrike" u="none">
                <a:solidFill>
                  <a:srgbClr val="ffffff"/>
                </a:solidFill>
                <a:effectLst/>
                <a:uFillTx/>
                <a:latin typeface="Arial"/>
              </a:rPr>
              <a:t>Click to edit Master title style</a:t>
            </a:r>
            <a:endParaRPr b="0" lang="en-US" sz="3600" strike="noStrike" u="none">
              <a:solidFill>
                <a:schemeClr val="dk1"/>
              </a:solidFill>
              <a:effectLst/>
              <a:uFillTx/>
              <a:latin typeface="Corbel"/>
            </a:endParaRPr>
          </a:p>
        </p:txBody>
      </p:sp>
      <p:sp>
        <p:nvSpPr>
          <p:cNvPr id="93" name="PlaceHolder 3"/>
          <p:cNvSpPr>
            <a:spLocks noGrp="1"/>
          </p:cNvSpPr>
          <p:nvPr>
            <p:ph type="dt" idx="22"/>
          </p:nvPr>
        </p:nvSpPr>
        <p:spPr>
          <a:xfrm>
            <a:off x="262440" y="6356520"/>
            <a:ext cx="2742480" cy="36432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100" strike="noStrike" u="none">
                <a:solidFill>
                  <a:schemeClr val="dk1">
                    <a:lumMod val="50000"/>
                    <a:lumOff val="50000"/>
                  </a:schemeClr>
                </a:solidFill>
                <a:effectLst/>
                <a:uFillTx/>
                <a:latin typeface="Arial"/>
              </a:defRPr>
            </a:lvl1pPr>
          </a:lstStyle>
          <a:p>
            <a:pPr indent="0" defTabSz="457200">
              <a:lnSpc>
                <a:spcPct val="100000"/>
              </a:lnSpc>
              <a:buNone/>
              <a:tabLst>
                <a:tab algn="l" pos="0"/>
              </a:tabLst>
            </a:pPr>
            <a:r>
              <a:rPr b="0" lang="en-US" sz="1100" strike="noStrike" u="none">
                <a:solidFill>
                  <a:schemeClr val="dk1">
                    <a:lumMod val="50000"/>
                    <a:lumOff val="50000"/>
                  </a:schemeClr>
                </a:solidFill>
                <a:effectLst/>
                <a:uFillTx/>
                <a:latin typeface="Arial"/>
              </a:rPr>
              <a:t>&lt;date/time&gt;</a:t>
            </a:r>
            <a:endParaRPr b="0" lang="en-US" sz="1100" strike="noStrike" u="none">
              <a:solidFill>
                <a:srgbClr val="000000"/>
              </a:solidFill>
              <a:effectLst/>
              <a:uFillTx/>
              <a:latin typeface="Times New Roman"/>
            </a:endParaRPr>
          </a:p>
        </p:txBody>
      </p:sp>
      <p:sp>
        <p:nvSpPr>
          <p:cNvPr id="94" name="PlaceHolder 4"/>
          <p:cNvSpPr>
            <a:spLocks noGrp="1"/>
          </p:cNvSpPr>
          <p:nvPr>
            <p:ph type="ftr" idx="23"/>
          </p:nvPr>
        </p:nvSpPr>
        <p:spPr>
          <a:xfrm>
            <a:off x="3869280" y="6356520"/>
            <a:ext cx="5910840" cy="36432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100" strike="noStrike" u="none">
                <a:solidFill>
                  <a:schemeClr val="accent1"/>
                </a:solidFill>
                <a:effectLst/>
                <a:uFillTx/>
                <a:latin typeface="Arial"/>
              </a:defRPr>
            </a:lvl1pPr>
          </a:lstStyle>
          <a:p>
            <a:pPr indent="0" defTabSz="457200">
              <a:lnSpc>
                <a:spcPct val="100000"/>
              </a:lnSpc>
              <a:buNone/>
              <a:tabLst>
                <a:tab algn="l" pos="0"/>
              </a:tabLst>
            </a:pPr>
            <a:r>
              <a:rPr b="0" lang="en-US" sz="1100" strike="noStrike" u="none">
                <a:solidFill>
                  <a:schemeClr val="accent1"/>
                </a:solidFill>
                <a:effectLst/>
                <a:uFillTx/>
                <a:latin typeface="Arial"/>
              </a:rPr>
              <a:t>&lt;footer&gt;</a:t>
            </a:r>
            <a:endParaRPr b="0" lang="en-US" sz="1100" strike="noStrike" u="none">
              <a:solidFill>
                <a:srgbClr val="000000"/>
              </a:solidFill>
              <a:effectLst/>
              <a:uFillTx/>
              <a:latin typeface="Times New Roman"/>
            </a:endParaRPr>
          </a:p>
        </p:txBody>
      </p:sp>
      <p:sp>
        <p:nvSpPr>
          <p:cNvPr id="95" name="PlaceHolder 5"/>
          <p:cNvSpPr>
            <a:spLocks noGrp="1"/>
          </p:cNvSpPr>
          <p:nvPr>
            <p:ph type="sldNum" idx="24"/>
          </p:nvPr>
        </p:nvSpPr>
        <p:spPr>
          <a:xfrm>
            <a:off x="10634040" y="6356520"/>
            <a:ext cx="15303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1" lang="en-US" sz="1200" strike="noStrike" u="none">
                <a:solidFill>
                  <a:schemeClr val="accent1"/>
                </a:solidFill>
                <a:effectLst/>
                <a:uFillTx/>
                <a:latin typeface="Arial"/>
              </a:defRPr>
            </a:lvl1pPr>
          </a:lstStyle>
          <a:p>
            <a:pPr indent="0" algn="r" defTabSz="457200">
              <a:lnSpc>
                <a:spcPct val="100000"/>
              </a:lnSpc>
              <a:buNone/>
              <a:tabLst>
                <a:tab algn="l" pos="0"/>
              </a:tabLst>
            </a:pPr>
            <a:fld id="{54F40E5A-43BE-4CF5-8BFB-BDEB4968BAC6}" type="slidenum">
              <a:rPr b="1" lang="en-US" sz="1200" strike="noStrike" u="none">
                <a:solidFill>
                  <a:schemeClr val="accent1"/>
                </a:solidFill>
                <a:effectLst/>
                <a:uFillTx/>
                <a:latin typeface="Arial"/>
              </a:rPr>
              <a:t>&lt;number&gt;</a:t>
            </a:fld>
            <a:endParaRPr b="0" lang="en-US" sz="1200" strike="noStrike" u="non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quence Diagram">
    <p:bg>
      <p:bgPr>
        <a:solidFill>
          <a:srgbClr val="ffffff"/>
        </a:solidFill>
      </p:bgPr>
    </p:bg>
    <p:spTree>
      <p:nvGrpSpPr>
        <p:cNvPr id="1" name=""/>
        <p:cNvGrpSpPr/>
        <p:nvPr/>
      </p:nvGrpSpPr>
      <p:grpSpPr>
        <a:xfrm>
          <a:off x="0" y="0"/>
          <a:ext cx="0" cy="0"/>
          <a:chOff x="0" y="0"/>
          <a:chExt cx="0" cy="0"/>
        </a:xfrm>
      </p:grpSpPr>
      <p:sp>
        <p:nvSpPr>
          <p:cNvPr id="96" name="Rectangle 6"/>
          <p:cNvSpPr/>
          <p:nvPr/>
        </p:nvSpPr>
        <p:spPr>
          <a:xfrm>
            <a:off x="0" y="0"/>
            <a:ext cx="3443040" cy="608904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pPr defTabSz="457200">
              <a:lnSpc>
                <a:spcPct val="100000"/>
              </a:lnSpc>
            </a:pPr>
            <a:endParaRPr b="0" lang="en-US" sz="1800" strike="noStrike" u="none">
              <a:solidFill>
                <a:schemeClr val="lt1"/>
              </a:solidFill>
              <a:effectLst/>
              <a:uFillTx/>
              <a:latin typeface="Arial"/>
            </a:endParaRPr>
          </a:p>
        </p:txBody>
      </p:sp>
      <p:sp>
        <p:nvSpPr>
          <p:cNvPr id="97" name="Rectangle 37"/>
          <p:cNvSpPr/>
          <p:nvPr/>
        </p:nvSpPr>
        <p:spPr>
          <a:xfrm>
            <a:off x="11815920" y="0"/>
            <a:ext cx="383400" cy="6089040"/>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pPr defTabSz="457200">
              <a:lnSpc>
                <a:spcPct val="100000"/>
              </a:lnSpc>
            </a:pPr>
            <a:endParaRPr b="0" lang="en-US" sz="1800" strike="noStrike" u="none">
              <a:solidFill>
                <a:schemeClr val="lt1"/>
              </a:solidFill>
              <a:effectLst/>
              <a:uFillTx/>
              <a:latin typeface="Corbel"/>
            </a:endParaRPr>
          </a:p>
        </p:txBody>
      </p:sp>
      <p:grpSp>
        <p:nvGrpSpPr>
          <p:cNvPr id="98" name="Group 27"/>
          <p:cNvGrpSpPr/>
          <p:nvPr/>
        </p:nvGrpSpPr>
        <p:grpSpPr>
          <a:xfrm>
            <a:off x="7057080" y="4462200"/>
            <a:ext cx="1742040" cy="1155960"/>
            <a:chOff x="7057080" y="4462200"/>
            <a:chExt cx="1742040" cy="1155960"/>
          </a:xfrm>
        </p:grpSpPr>
        <p:sp>
          <p:nvSpPr>
            <p:cNvPr id="99" name="Rounded Rectangle 12"/>
            <p:cNvSpPr/>
            <p:nvPr/>
          </p:nvSpPr>
          <p:spPr>
            <a:xfrm>
              <a:off x="7057080" y="4887360"/>
              <a:ext cx="1742040" cy="730800"/>
            </a:xfrm>
            <a:prstGeom prst="roundRect">
              <a:avLst>
                <a:gd name="adj" fmla="val 16667"/>
              </a:avLst>
            </a:prstGeom>
            <a:solidFill>
              <a:srgbClr val="55b4e8"/>
            </a:solidFill>
            <a:ln>
              <a:solidFill>
                <a:srgbClr val="3e85ab"/>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r>
                <a:rPr b="0" lang="en-US" sz="1800" strike="noStrike" u="none">
                  <a:solidFill>
                    <a:schemeClr val="lt1"/>
                  </a:solidFill>
                  <a:effectLst/>
                  <a:uFillTx/>
                  <a:latin typeface="Helvetica Light"/>
                </a:rPr>
                <a:t>Two line text box</a:t>
              </a:r>
              <a:endParaRPr b="0" lang="en-US" sz="1800" strike="noStrike" u="none">
                <a:solidFill>
                  <a:srgbClr val="000000"/>
                </a:solidFill>
                <a:effectLst/>
                <a:uFillTx/>
                <a:latin typeface="Arial"/>
              </a:endParaRPr>
            </a:p>
          </p:txBody>
        </p:sp>
        <p:cxnSp>
          <p:nvCxnSpPr>
            <p:cNvPr id="100" name="Straight Arrow Connector 15"/>
            <p:cNvCxnSpPr>
              <a:stCxn id="101" idx="2"/>
              <a:endCxn id="99" idx="0"/>
            </p:cNvCxnSpPr>
            <p:nvPr/>
          </p:nvCxnSpPr>
          <p:spPr>
            <a:xfrm>
              <a:off x="7928280" y="4462200"/>
              <a:ext cx="360" cy="425520"/>
            </a:xfrm>
            <a:prstGeom prst="straightConnector1">
              <a:avLst/>
            </a:prstGeom>
            <a:ln w="60325">
              <a:solidFill>
                <a:srgbClr val="bfbfbf"/>
              </a:solidFill>
              <a:round/>
              <a:tailEnd len="med" type="triangle" w="med"/>
            </a:ln>
          </p:spPr>
        </p:cxnSp>
      </p:grpSp>
      <p:grpSp>
        <p:nvGrpSpPr>
          <p:cNvPr id="102" name="Group 26"/>
          <p:cNvGrpSpPr/>
          <p:nvPr/>
        </p:nvGrpSpPr>
        <p:grpSpPr>
          <a:xfrm>
            <a:off x="7057080" y="3355560"/>
            <a:ext cx="1742040" cy="1106640"/>
            <a:chOff x="7057080" y="3355560"/>
            <a:chExt cx="1742040" cy="1106640"/>
          </a:xfrm>
        </p:grpSpPr>
        <p:sp>
          <p:nvSpPr>
            <p:cNvPr id="101" name="Rounded Rectangle 11"/>
            <p:cNvSpPr/>
            <p:nvPr/>
          </p:nvSpPr>
          <p:spPr>
            <a:xfrm>
              <a:off x="7057080" y="3731400"/>
              <a:ext cx="1742040" cy="730800"/>
            </a:xfrm>
            <a:prstGeom prst="roundRect">
              <a:avLst>
                <a:gd name="adj" fmla="val 16667"/>
              </a:avLst>
            </a:prstGeom>
            <a:solidFill>
              <a:srgbClr val="55b4e8"/>
            </a:solidFill>
            <a:ln>
              <a:solidFill>
                <a:srgbClr val="3e85ab"/>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r>
                <a:rPr b="0" lang="en-US" sz="1800" strike="noStrike" u="none">
                  <a:solidFill>
                    <a:schemeClr val="lt1"/>
                  </a:solidFill>
                  <a:effectLst/>
                  <a:uFillTx/>
                  <a:latin typeface="Helvetica Light"/>
                </a:rPr>
                <a:t>Two line text box</a:t>
              </a:r>
              <a:endParaRPr b="0" lang="en-US" sz="1800" strike="noStrike" u="none">
                <a:solidFill>
                  <a:srgbClr val="000000"/>
                </a:solidFill>
                <a:effectLst/>
                <a:uFillTx/>
                <a:latin typeface="Arial"/>
              </a:endParaRPr>
            </a:p>
          </p:txBody>
        </p:sp>
        <p:cxnSp>
          <p:nvCxnSpPr>
            <p:cNvPr id="103" name="Straight Arrow Connector 14"/>
            <p:cNvCxnSpPr>
              <a:stCxn id="104" idx="2"/>
              <a:endCxn id="101" idx="0"/>
            </p:cNvCxnSpPr>
            <p:nvPr/>
          </p:nvCxnSpPr>
          <p:spPr>
            <a:xfrm>
              <a:off x="7928280" y="3355560"/>
              <a:ext cx="360" cy="376200"/>
            </a:xfrm>
            <a:prstGeom prst="straightConnector1">
              <a:avLst/>
            </a:prstGeom>
            <a:ln w="60325">
              <a:solidFill>
                <a:srgbClr val="bfbfbf"/>
              </a:solidFill>
              <a:round/>
              <a:tailEnd len="med" type="triangle" w="med"/>
            </a:ln>
          </p:spPr>
        </p:cxnSp>
      </p:grpSp>
      <p:grpSp>
        <p:nvGrpSpPr>
          <p:cNvPr id="105" name="Group 25"/>
          <p:cNvGrpSpPr/>
          <p:nvPr/>
        </p:nvGrpSpPr>
        <p:grpSpPr>
          <a:xfrm>
            <a:off x="7057080" y="2203920"/>
            <a:ext cx="1742040" cy="1151640"/>
            <a:chOff x="7057080" y="2203920"/>
            <a:chExt cx="1742040" cy="1151640"/>
          </a:xfrm>
        </p:grpSpPr>
        <p:sp>
          <p:nvSpPr>
            <p:cNvPr id="104" name="Rounded Rectangle 10"/>
            <p:cNvSpPr/>
            <p:nvPr/>
          </p:nvSpPr>
          <p:spPr>
            <a:xfrm>
              <a:off x="7057080" y="2624760"/>
              <a:ext cx="1742040" cy="730800"/>
            </a:xfrm>
            <a:prstGeom prst="roundRect">
              <a:avLst>
                <a:gd name="adj" fmla="val 16667"/>
              </a:avLst>
            </a:prstGeom>
            <a:solidFill>
              <a:srgbClr val="55b4e8"/>
            </a:solidFill>
            <a:ln>
              <a:solidFill>
                <a:srgbClr val="3e85ab"/>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r>
                <a:rPr b="0" lang="en-US" sz="1800" strike="noStrike" u="none">
                  <a:solidFill>
                    <a:schemeClr val="lt1"/>
                  </a:solidFill>
                  <a:effectLst/>
                  <a:uFillTx/>
                  <a:latin typeface="Helvetica Light"/>
                </a:rPr>
                <a:t>Two line text box</a:t>
              </a:r>
              <a:endParaRPr b="0" lang="en-US" sz="1800" strike="noStrike" u="none">
                <a:solidFill>
                  <a:srgbClr val="000000"/>
                </a:solidFill>
                <a:effectLst/>
                <a:uFillTx/>
                <a:latin typeface="Arial"/>
              </a:endParaRPr>
            </a:p>
          </p:txBody>
        </p:sp>
        <p:cxnSp>
          <p:nvCxnSpPr>
            <p:cNvPr id="106" name="Straight Arrow Connector 13"/>
            <p:cNvCxnSpPr>
              <a:stCxn id="107" idx="2"/>
              <a:endCxn id="104" idx="0"/>
            </p:cNvCxnSpPr>
            <p:nvPr/>
          </p:nvCxnSpPr>
          <p:spPr>
            <a:xfrm>
              <a:off x="7928280" y="2203920"/>
              <a:ext cx="360" cy="421200"/>
            </a:xfrm>
            <a:prstGeom prst="straightConnector1">
              <a:avLst/>
            </a:prstGeom>
            <a:ln w="60325">
              <a:solidFill>
                <a:srgbClr val="bfbfbf"/>
              </a:solidFill>
              <a:round/>
              <a:tailEnd len="med" type="triangle" w="med"/>
            </a:ln>
          </p:spPr>
        </p:cxnSp>
      </p:grpSp>
      <p:grpSp>
        <p:nvGrpSpPr>
          <p:cNvPr id="108" name="Group 24"/>
          <p:cNvGrpSpPr/>
          <p:nvPr/>
        </p:nvGrpSpPr>
        <p:grpSpPr>
          <a:xfrm>
            <a:off x="7057080" y="1092600"/>
            <a:ext cx="1742040" cy="1111320"/>
            <a:chOff x="7057080" y="1092600"/>
            <a:chExt cx="1742040" cy="1111320"/>
          </a:xfrm>
        </p:grpSpPr>
        <p:sp>
          <p:nvSpPr>
            <p:cNvPr id="107" name="Rounded Rectangle 9"/>
            <p:cNvSpPr/>
            <p:nvPr/>
          </p:nvSpPr>
          <p:spPr>
            <a:xfrm>
              <a:off x="7057080" y="1473120"/>
              <a:ext cx="1742040" cy="730800"/>
            </a:xfrm>
            <a:prstGeom prst="roundRect">
              <a:avLst>
                <a:gd name="adj" fmla="val 16667"/>
              </a:avLst>
            </a:prstGeom>
            <a:solidFill>
              <a:srgbClr val="55b4e8"/>
            </a:solidFill>
            <a:ln>
              <a:solidFill>
                <a:srgbClr val="3e85ab"/>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r>
                <a:rPr b="0" lang="en-US" sz="1800" strike="noStrike" u="none">
                  <a:solidFill>
                    <a:schemeClr val="lt1"/>
                  </a:solidFill>
                  <a:effectLst/>
                  <a:uFillTx/>
                  <a:latin typeface="Helvetica Light"/>
                </a:rPr>
                <a:t>Two line text box</a:t>
              </a:r>
              <a:endParaRPr b="0" lang="en-US" sz="1800" strike="noStrike" u="none">
                <a:solidFill>
                  <a:srgbClr val="000000"/>
                </a:solidFill>
                <a:effectLst/>
                <a:uFillTx/>
                <a:latin typeface="Arial"/>
              </a:endParaRPr>
            </a:p>
          </p:txBody>
        </p:sp>
        <p:cxnSp>
          <p:nvCxnSpPr>
            <p:cNvPr id="109" name="Straight Arrow Connector 4"/>
            <p:cNvCxnSpPr>
              <a:stCxn id="110" idx="2"/>
              <a:endCxn id="107" idx="0"/>
            </p:cNvCxnSpPr>
            <p:nvPr/>
          </p:nvCxnSpPr>
          <p:spPr>
            <a:xfrm>
              <a:off x="7928280" y="1092600"/>
              <a:ext cx="360" cy="380880"/>
            </a:xfrm>
            <a:prstGeom prst="straightConnector1">
              <a:avLst/>
            </a:prstGeom>
            <a:ln w="60325">
              <a:solidFill>
                <a:srgbClr val="bfbfbf"/>
              </a:solidFill>
              <a:round/>
              <a:tailEnd len="med" type="triangle" w="med"/>
            </a:ln>
          </p:spPr>
        </p:cxnSp>
      </p:grpSp>
      <p:sp>
        <p:nvSpPr>
          <p:cNvPr id="110" name="Rounded Rectangle 2"/>
          <p:cNvSpPr/>
          <p:nvPr/>
        </p:nvSpPr>
        <p:spPr>
          <a:xfrm>
            <a:off x="7057080" y="361800"/>
            <a:ext cx="1742040" cy="730800"/>
          </a:xfrm>
          <a:prstGeom prst="roundRect">
            <a:avLst>
              <a:gd name="adj" fmla="val 16667"/>
            </a:avLst>
          </a:prstGeom>
          <a:solidFill>
            <a:srgbClr val="55b4e8"/>
          </a:solidFill>
          <a:ln>
            <a:solidFill>
              <a:srgbClr val="3e85ab"/>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r>
              <a:rPr b="0" lang="en-US" sz="1800" strike="noStrike" u="none">
                <a:solidFill>
                  <a:schemeClr val="lt1"/>
                </a:solidFill>
                <a:effectLst/>
                <a:uFillTx/>
                <a:latin typeface="Corbel"/>
              </a:rPr>
              <a:t>Two line text box</a:t>
            </a:r>
            <a:endParaRPr b="0" lang="en-US" sz="1800" strike="noStrike" u="none">
              <a:solidFill>
                <a:srgbClr val="000000"/>
              </a:solidFill>
              <a:effectLst/>
              <a:uFillTx/>
              <a:latin typeface="Arial"/>
            </a:endParaRPr>
          </a:p>
        </p:txBody>
      </p:sp>
      <p:sp>
        <p:nvSpPr>
          <p:cNvPr id="111" name="PlaceHolder 1"/>
          <p:cNvSpPr>
            <a:spLocks noGrp="1"/>
          </p:cNvSpPr>
          <p:nvPr>
            <p:ph type="body"/>
          </p:nvPr>
        </p:nvSpPr>
        <p:spPr>
          <a:xfrm>
            <a:off x="255960" y="2544480"/>
            <a:ext cx="2833920" cy="3270960"/>
          </a:xfrm>
          <a:prstGeom prst="rect">
            <a:avLst/>
          </a:prstGeom>
          <a:noFill/>
          <a:ln w="0">
            <a:noFill/>
          </a:ln>
        </p:spPr>
        <p:txBody>
          <a:bodyPr lIns="91440" rIns="91440" tIns="45720" bIns="45720" anchor="t">
            <a:normAutofit/>
          </a:bodyPr>
          <a:p>
            <a:pPr marL="228600" indent="0" defTabSz="914400">
              <a:lnSpc>
                <a:spcPct val="100000"/>
              </a:lnSpc>
              <a:spcBef>
                <a:spcPts val="1199"/>
              </a:spcBef>
              <a:buNone/>
              <a:tabLst>
                <a:tab algn="l" pos="0"/>
              </a:tabLst>
            </a:pPr>
            <a:r>
              <a:rPr b="0" lang="en-US" sz="2200" strike="noStrike" u="none">
                <a:solidFill>
                  <a:srgbClr val="ffffff"/>
                </a:solidFill>
                <a:effectLst/>
                <a:uFillTx/>
                <a:latin typeface="Arial"/>
              </a:rPr>
              <a:t>Edit Master text styles</a:t>
            </a:r>
            <a:endParaRPr b="0" lang="en-US" sz="2200" strike="noStrike" u="none">
              <a:solidFill>
                <a:schemeClr val="dk1"/>
              </a:solidFill>
              <a:effectLst/>
              <a:uFillTx/>
              <a:latin typeface="Corbel"/>
            </a:endParaRPr>
          </a:p>
        </p:txBody>
      </p:sp>
      <p:sp>
        <p:nvSpPr>
          <p:cNvPr id="112" name="PlaceHolder 2"/>
          <p:cNvSpPr>
            <a:spLocks noGrp="1"/>
          </p:cNvSpPr>
          <p:nvPr>
            <p:ph type="title"/>
          </p:nvPr>
        </p:nvSpPr>
        <p:spPr>
          <a:xfrm>
            <a:off x="255960" y="254520"/>
            <a:ext cx="2833920" cy="2122200"/>
          </a:xfrm>
          <a:prstGeom prst="rect">
            <a:avLst/>
          </a:prstGeom>
          <a:noFill/>
          <a:ln w="0">
            <a:noFill/>
          </a:ln>
        </p:spPr>
        <p:txBody>
          <a:bodyPr lIns="91440" rIns="91440" tIns="45720" bIns="45720" anchor="b">
            <a:normAutofit/>
          </a:bodyPr>
          <a:p>
            <a:pPr indent="0" defTabSz="914400">
              <a:lnSpc>
                <a:spcPct val="90000"/>
              </a:lnSpc>
              <a:buNone/>
              <a:tabLst>
                <a:tab algn="l" pos="0"/>
              </a:tabLst>
            </a:pPr>
            <a:r>
              <a:rPr b="0" lang="en-US" sz="3600" spc="-60" strike="noStrike" u="none">
                <a:solidFill>
                  <a:srgbClr val="ffffff"/>
                </a:solidFill>
                <a:effectLst/>
                <a:uFillTx/>
                <a:latin typeface="Arial"/>
              </a:rPr>
              <a:t>Click to edit Master title style</a:t>
            </a:r>
            <a:endParaRPr b="0" lang="en-US" sz="3600" strike="noStrike" u="none">
              <a:solidFill>
                <a:schemeClr val="dk1"/>
              </a:solidFill>
              <a:effectLst/>
              <a:uFillTx/>
              <a:latin typeface="Corbel"/>
            </a:endParaRPr>
          </a:p>
        </p:txBody>
      </p:sp>
      <p:sp>
        <p:nvSpPr>
          <p:cNvPr id="113" name="PlaceHolder 3"/>
          <p:cNvSpPr>
            <a:spLocks noGrp="1"/>
          </p:cNvSpPr>
          <p:nvPr>
            <p:ph type="dt" idx="25"/>
          </p:nvPr>
        </p:nvSpPr>
        <p:spPr>
          <a:xfrm>
            <a:off x="262440" y="6356520"/>
            <a:ext cx="2742480" cy="36432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100" strike="noStrike" u="none">
                <a:solidFill>
                  <a:schemeClr val="dk1">
                    <a:lumMod val="50000"/>
                    <a:lumOff val="50000"/>
                  </a:schemeClr>
                </a:solidFill>
                <a:effectLst/>
                <a:uFillTx/>
                <a:latin typeface="Arial"/>
              </a:defRPr>
            </a:lvl1pPr>
          </a:lstStyle>
          <a:p>
            <a:pPr indent="0" defTabSz="457200">
              <a:lnSpc>
                <a:spcPct val="100000"/>
              </a:lnSpc>
              <a:buNone/>
              <a:tabLst>
                <a:tab algn="l" pos="0"/>
              </a:tabLst>
            </a:pPr>
            <a:r>
              <a:rPr b="0" lang="en-US" sz="1100" strike="noStrike" u="none">
                <a:solidFill>
                  <a:schemeClr val="dk1">
                    <a:lumMod val="50000"/>
                    <a:lumOff val="50000"/>
                  </a:schemeClr>
                </a:solidFill>
                <a:effectLst/>
                <a:uFillTx/>
                <a:latin typeface="Arial"/>
              </a:rPr>
              <a:t>&lt;date/time&gt;</a:t>
            </a:r>
            <a:endParaRPr b="0" lang="en-US" sz="1100" strike="noStrike" u="none">
              <a:solidFill>
                <a:srgbClr val="000000"/>
              </a:solidFill>
              <a:effectLst/>
              <a:uFillTx/>
              <a:latin typeface="Times New Roman"/>
            </a:endParaRPr>
          </a:p>
        </p:txBody>
      </p:sp>
      <p:sp>
        <p:nvSpPr>
          <p:cNvPr id="114" name="PlaceHolder 4"/>
          <p:cNvSpPr>
            <a:spLocks noGrp="1"/>
          </p:cNvSpPr>
          <p:nvPr>
            <p:ph type="ftr" idx="26"/>
          </p:nvPr>
        </p:nvSpPr>
        <p:spPr>
          <a:xfrm>
            <a:off x="3869280" y="6356520"/>
            <a:ext cx="5910840" cy="36432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100" strike="noStrike" u="none">
                <a:solidFill>
                  <a:schemeClr val="accent1"/>
                </a:solidFill>
                <a:effectLst/>
                <a:uFillTx/>
                <a:latin typeface="Arial"/>
              </a:defRPr>
            </a:lvl1pPr>
          </a:lstStyle>
          <a:p>
            <a:pPr indent="0" defTabSz="457200">
              <a:lnSpc>
                <a:spcPct val="100000"/>
              </a:lnSpc>
              <a:buNone/>
              <a:tabLst>
                <a:tab algn="l" pos="0"/>
              </a:tabLst>
            </a:pPr>
            <a:r>
              <a:rPr b="0" lang="en-US" sz="1100" strike="noStrike" u="none">
                <a:solidFill>
                  <a:schemeClr val="accent1"/>
                </a:solidFill>
                <a:effectLst/>
                <a:uFillTx/>
                <a:latin typeface="Arial"/>
              </a:rPr>
              <a:t>&lt;footer&gt;</a:t>
            </a:r>
            <a:endParaRPr b="0" lang="en-US" sz="1100" strike="noStrike" u="none">
              <a:solidFill>
                <a:srgbClr val="000000"/>
              </a:solidFill>
              <a:effectLst/>
              <a:uFillTx/>
              <a:latin typeface="Times New Roman"/>
            </a:endParaRPr>
          </a:p>
        </p:txBody>
      </p:sp>
      <p:sp>
        <p:nvSpPr>
          <p:cNvPr id="115" name="PlaceHolder 5"/>
          <p:cNvSpPr>
            <a:spLocks noGrp="1"/>
          </p:cNvSpPr>
          <p:nvPr>
            <p:ph type="sldNum" idx="27"/>
          </p:nvPr>
        </p:nvSpPr>
        <p:spPr>
          <a:xfrm>
            <a:off x="10634040" y="6356520"/>
            <a:ext cx="15303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1" lang="en-US" sz="1200" strike="noStrike" u="none">
                <a:solidFill>
                  <a:schemeClr val="accent1"/>
                </a:solidFill>
                <a:effectLst/>
                <a:uFillTx/>
                <a:latin typeface="Arial"/>
              </a:defRPr>
            </a:lvl1pPr>
          </a:lstStyle>
          <a:p>
            <a:pPr indent="0" algn="r" defTabSz="457200">
              <a:lnSpc>
                <a:spcPct val="100000"/>
              </a:lnSpc>
              <a:buNone/>
              <a:tabLst>
                <a:tab algn="l" pos="0"/>
              </a:tabLst>
            </a:pPr>
            <a:fld id="{A5DE7817-5D8E-487F-8959-F7DA19D0AFB1}" type="slidenum">
              <a:rPr b="1" lang="en-US" sz="1200" strike="noStrike" u="none">
                <a:solidFill>
                  <a:schemeClr val="accent1"/>
                </a:solidFill>
                <a:effectLst/>
                <a:uFillTx/>
                <a:latin typeface="Arial"/>
              </a:rPr>
              <a:t>&lt;number&gt;</a:t>
            </a:fld>
            <a:endParaRPr b="0" lang="en-US" sz="1200" strike="noStrike" u="none">
              <a:solidFill>
                <a:srgbClr val="000000"/>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
        <p:nvSpPr>
          <p:cNvPr id="116" name="Rectangle 6" hidden="1"/>
          <p:cNvSpPr/>
          <p:nvPr/>
        </p:nvSpPr>
        <p:spPr>
          <a:xfrm>
            <a:off x="0" y="0"/>
            <a:ext cx="3443040" cy="608904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pPr defTabSz="457200">
              <a:lnSpc>
                <a:spcPct val="100000"/>
              </a:lnSpc>
            </a:pPr>
            <a:endParaRPr b="0" lang="en-US" sz="1800" strike="noStrike" u="none">
              <a:solidFill>
                <a:schemeClr val="lt1"/>
              </a:solidFill>
              <a:effectLst/>
              <a:uFillTx/>
              <a:latin typeface="Arial"/>
            </a:endParaRPr>
          </a:p>
        </p:txBody>
      </p:sp>
      <p:sp>
        <p:nvSpPr>
          <p:cNvPr id="117" name="Rectangle 37" hidden="1"/>
          <p:cNvSpPr/>
          <p:nvPr/>
        </p:nvSpPr>
        <p:spPr>
          <a:xfrm>
            <a:off x="11815920" y="0"/>
            <a:ext cx="383400" cy="6089040"/>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pPr defTabSz="457200">
              <a:lnSpc>
                <a:spcPct val="100000"/>
              </a:lnSpc>
            </a:pPr>
            <a:endParaRPr b="0" lang="en-US" sz="1800" strike="noStrike" u="none">
              <a:solidFill>
                <a:schemeClr val="lt1"/>
              </a:solidFill>
              <a:effectLst/>
              <a:uFillTx/>
              <a:latin typeface="Corbel"/>
            </a:endParaRPr>
          </a:p>
        </p:txBody>
      </p:sp>
      <p:sp>
        <p:nvSpPr>
          <p:cNvPr id="118" name="PlaceHolder 1"/>
          <p:cNvSpPr>
            <a:spLocks noGrp="1"/>
          </p:cNvSpPr>
          <p:nvPr>
            <p:ph type="dt" idx="28"/>
          </p:nvPr>
        </p:nvSpPr>
        <p:spPr>
          <a:xfrm>
            <a:off x="262440" y="6356520"/>
            <a:ext cx="2742480" cy="36432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100" strike="noStrike" u="none">
                <a:solidFill>
                  <a:schemeClr val="dk1">
                    <a:lumMod val="50000"/>
                    <a:lumOff val="50000"/>
                  </a:schemeClr>
                </a:solidFill>
                <a:effectLst/>
                <a:uFillTx/>
                <a:latin typeface="Arial"/>
              </a:defRPr>
            </a:lvl1pPr>
          </a:lstStyle>
          <a:p>
            <a:pPr indent="0" defTabSz="457200">
              <a:lnSpc>
                <a:spcPct val="100000"/>
              </a:lnSpc>
              <a:buNone/>
              <a:tabLst>
                <a:tab algn="l" pos="0"/>
              </a:tabLst>
            </a:pPr>
            <a:r>
              <a:rPr b="0" lang="en-US" sz="1100" strike="noStrike" u="none">
                <a:solidFill>
                  <a:schemeClr val="dk1">
                    <a:lumMod val="50000"/>
                    <a:lumOff val="50000"/>
                  </a:schemeClr>
                </a:solidFill>
                <a:effectLst/>
                <a:uFillTx/>
                <a:latin typeface="Arial"/>
              </a:rPr>
              <a:t>&lt;date/time&gt;</a:t>
            </a:r>
            <a:endParaRPr b="0" lang="en-US" sz="1100" strike="noStrike" u="none">
              <a:solidFill>
                <a:srgbClr val="000000"/>
              </a:solidFill>
              <a:effectLst/>
              <a:uFillTx/>
              <a:latin typeface="Times New Roman"/>
            </a:endParaRPr>
          </a:p>
        </p:txBody>
      </p:sp>
      <p:sp>
        <p:nvSpPr>
          <p:cNvPr id="119" name="PlaceHolder 2"/>
          <p:cNvSpPr>
            <a:spLocks noGrp="1"/>
          </p:cNvSpPr>
          <p:nvPr>
            <p:ph type="ftr" idx="29"/>
          </p:nvPr>
        </p:nvSpPr>
        <p:spPr>
          <a:xfrm>
            <a:off x="3869280" y="6356520"/>
            <a:ext cx="5910840" cy="36432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100" strike="noStrike" u="none">
                <a:solidFill>
                  <a:schemeClr val="accent1"/>
                </a:solidFill>
                <a:effectLst/>
                <a:uFillTx/>
                <a:latin typeface="Arial"/>
              </a:defRPr>
            </a:lvl1pPr>
          </a:lstStyle>
          <a:p>
            <a:pPr indent="0" defTabSz="457200">
              <a:lnSpc>
                <a:spcPct val="100000"/>
              </a:lnSpc>
              <a:buNone/>
              <a:tabLst>
                <a:tab algn="l" pos="0"/>
              </a:tabLst>
            </a:pPr>
            <a:r>
              <a:rPr b="0" lang="en-US" sz="1100" strike="noStrike" u="none">
                <a:solidFill>
                  <a:schemeClr val="accent1"/>
                </a:solidFill>
                <a:effectLst/>
                <a:uFillTx/>
                <a:latin typeface="Arial"/>
              </a:rPr>
              <a:t>&lt;footer&gt;</a:t>
            </a:r>
            <a:endParaRPr b="0" lang="en-US" sz="1100" strike="noStrike" u="none">
              <a:solidFill>
                <a:srgbClr val="000000"/>
              </a:solidFill>
              <a:effectLst/>
              <a:uFillTx/>
              <a:latin typeface="Times New Roman"/>
            </a:endParaRPr>
          </a:p>
        </p:txBody>
      </p:sp>
      <p:sp>
        <p:nvSpPr>
          <p:cNvPr id="120" name="PlaceHolder 3"/>
          <p:cNvSpPr>
            <a:spLocks noGrp="1"/>
          </p:cNvSpPr>
          <p:nvPr>
            <p:ph type="sldNum" idx="30"/>
          </p:nvPr>
        </p:nvSpPr>
        <p:spPr>
          <a:xfrm>
            <a:off x="10634040" y="6356520"/>
            <a:ext cx="15303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1" lang="en-US" sz="1200" strike="noStrike" u="none">
                <a:solidFill>
                  <a:schemeClr val="accent1"/>
                </a:solidFill>
                <a:effectLst/>
                <a:uFillTx/>
                <a:latin typeface="Arial"/>
              </a:defRPr>
            </a:lvl1pPr>
          </a:lstStyle>
          <a:p>
            <a:pPr indent="0" algn="r" defTabSz="457200">
              <a:lnSpc>
                <a:spcPct val="100000"/>
              </a:lnSpc>
              <a:buNone/>
              <a:tabLst>
                <a:tab algn="l" pos="0"/>
              </a:tabLst>
            </a:pPr>
            <a:fld id="{8C642702-12F1-426C-BD97-80213EBB995E}" type="slidenum">
              <a:rPr b="1" lang="en-US" sz="1200" strike="noStrike" u="none">
                <a:solidFill>
                  <a:schemeClr val="accent1"/>
                </a:solidFill>
                <a:effectLst/>
                <a:uFillTx/>
                <a:latin typeface="Arial"/>
              </a:rPr>
              <a:t>&lt;number&gt;</a:t>
            </a:fld>
            <a:endParaRPr b="0" lang="en-US" sz="1200" strike="noStrike" u="none">
              <a:solidFill>
                <a:srgbClr val="000000"/>
              </a:solidFill>
              <a:effectLst/>
              <a:uFillTx/>
              <a:latin typeface="Times New Roman"/>
            </a:endParaRPr>
          </a:p>
        </p:txBody>
      </p:sp>
      <p:sp>
        <p:nvSpPr>
          <p:cNvPr id="121" name="PlaceHolder 4"/>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defTabSz="914400">
              <a:lnSpc>
                <a:spcPct val="90000"/>
              </a:lnSpc>
              <a:buNone/>
              <a:tabLst>
                <a:tab algn="l" pos="0"/>
              </a:tabLst>
            </a:pPr>
            <a:r>
              <a:rPr b="0" lang="en-US" sz="1800" strike="noStrike" u="none">
                <a:solidFill>
                  <a:schemeClr val="dk1"/>
                </a:solidFill>
                <a:effectLst/>
                <a:uFillTx/>
                <a:latin typeface="Corbel"/>
              </a:rPr>
              <a:t>Click to edit the title text format</a:t>
            </a:r>
            <a:endParaRPr b="0" lang="en-US" sz="1800" strike="noStrike" u="none">
              <a:solidFill>
                <a:schemeClr val="dk1"/>
              </a:solidFill>
              <a:effectLst/>
              <a:uFillTx/>
              <a:latin typeface="Corbel"/>
            </a:endParaRPr>
          </a:p>
        </p:txBody>
      </p:sp>
      <p:sp>
        <p:nvSpPr>
          <p:cNvPr id="122" name="PlaceHolder 5"/>
          <p:cNvSpPr>
            <a:spLocks noGrp="1"/>
          </p:cNvSpPr>
          <p:nvPr>
            <p:ph type="body"/>
          </p:nvPr>
        </p:nvSpPr>
        <p:spPr>
          <a:xfrm>
            <a:off x="609480" y="1604520"/>
            <a:ext cx="10972080" cy="3976920"/>
          </a:xfrm>
          <a:prstGeom prst="rect">
            <a:avLst/>
          </a:prstGeom>
          <a:noFill/>
          <a:ln w="0">
            <a:noFill/>
          </a:ln>
        </p:spPr>
        <p:txBody>
          <a:bodyPr lIns="0" rIns="0" tIns="0" bIns="0" anchor="t">
            <a:normAutofit/>
          </a:bodyPr>
          <a:p>
            <a:pPr marL="432000" indent="-324000" defTabSz="914400">
              <a:lnSpc>
                <a:spcPct val="90000"/>
              </a:lnSpc>
              <a:spcBef>
                <a:spcPts val="1417"/>
              </a:spcBef>
              <a:buClr>
                <a:srgbClr val="000000"/>
              </a:buClr>
              <a:buSzPct val="45000"/>
              <a:buFont typeface="Wingdings" charset="2"/>
              <a:buChar char=""/>
            </a:pPr>
            <a:r>
              <a:rPr b="0" lang="en-US" sz="2000" strike="noStrike" u="none">
                <a:solidFill>
                  <a:schemeClr val="dk1">
                    <a:lumMod val="65000"/>
                    <a:lumOff val="35000"/>
                  </a:schemeClr>
                </a:solidFill>
                <a:effectLst/>
                <a:uFillTx/>
                <a:latin typeface="Arial"/>
              </a:rPr>
              <a:t>Click to edit the outline text </a:t>
            </a:r>
            <a:r>
              <a:rPr b="0" lang="en-US" sz="2000" strike="noStrike" u="none">
                <a:solidFill>
                  <a:schemeClr val="dk1">
                    <a:lumMod val="65000"/>
                    <a:lumOff val="35000"/>
                  </a:schemeClr>
                </a:solidFill>
                <a:effectLst/>
                <a:uFillTx/>
                <a:latin typeface="Arial"/>
              </a:rPr>
              <a:t>format</a:t>
            </a:r>
            <a:endParaRPr b="0" lang="en-US" sz="2000" strike="noStrike" u="none">
              <a:solidFill>
                <a:schemeClr val="dk1"/>
              </a:solidFill>
              <a:effectLst/>
              <a:uFillTx/>
              <a:latin typeface="Corbel"/>
            </a:endParaRPr>
          </a:p>
          <a:p>
            <a:pPr lvl="1" marL="864000" indent="-324000" defTabSz="914400">
              <a:lnSpc>
                <a:spcPct val="90000"/>
              </a:lnSpc>
              <a:spcBef>
                <a:spcPts val="1134"/>
              </a:spcBef>
              <a:buClr>
                <a:srgbClr val="000000"/>
              </a:buClr>
              <a:buSzPct val="75000"/>
              <a:buFont typeface="Symbol" charset="2"/>
              <a:buChar char=""/>
            </a:pPr>
            <a:r>
              <a:rPr b="0" lang="en-US" sz="1600" strike="noStrike" u="none">
                <a:solidFill>
                  <a:schemeClr val="dk1">
                    <a:lumMod val="65000"/>
                    <a:lumOff val="35000"/>
                  </a:schemeClr>
                </a:solidFill>
                <a:effectLst/>
                <a:uFillTx/>
                <a:latin typeface="Arial"/>
              </a:rPr>
              <a:t>Second Outline Level</a:t>
            </a:r>
            <a:endParaRPr b="0" lang="en-US" sz="1600" strike="noStrike" u="none">
              <a:solidFill>
                <a:schemeClr val="dk1"/>
              </a:solidFill>
              <a:effectLst/>
              <a:uFillTx/>
              <a:latin typeface="Corbel"/>
            </a:endParaRPr>
          </a:p>
          <a:p>
            <a:pPr lvl="2" marL="1296000" indent="-288000" defTabSz="914400">
              <a:lnSpc>
                <a:spcPct val="90000"/>
              </a:lnSpc>
              <a:spcBef>
                <a:spcPts val="850"/>
              </a:spcBef>
              <a:buClr>
                <a:srgbClr val="000000"/>
              </a:buClr>
              <a:buSzPct val="45000"/>
              <a:buFont typeface="Wingdings" charset="2"/>
              <a:buChar char=""/>
            </a:pPr>
            <a:r>
              <a:rPr b="0" lang="en-US" sz="1400" strike="noStrike" u="none">
                <a:solidFill>
                  <a:schemeClr val="dk1">
                    <a:lumMod val="65000"/>
                    <a:lumOff val="35000"/>
                  </a:schemeClr>
                </a:solidFill>
                <a:effectLst/>
                <a:uFillTx/>
                <a:latin typeface="Arial"/>
              </a:rPr>
              <a:t>Third Outline Level</a:t>
            </a:r>
            <a:endParaRPr b="0" lang="en-US" sz="1400" strike="noStrike" u="none">
              <a:solidFill>
                <a:schemeClr val="dk1"/>
              </a:solidFill>
              <a:effectLst/>
              <a:uFillTx/>
              <a:latin typeface="Corbel"/>
            </a:endParaRPr>
          </a:p>
          <a:p>
            <a:pPr lvl="3" marL="1728000" indent="-216000" defTabSz="914400">
              <a:lnSpc>
                <a:spcPct val="90000"/>
              </a:lnSpc>
              <a:spcBef>
                <a:spcPts val="567"/>
              </a:spcBef>
              <a:buClr>
                <a:srgbClr val="000000"/>
              </a:buClr>
              <a:buSzPct val="75000"/>
              <a:buFont typeface="Symbol" charset="2"/>
              <a:buChar char=""/>
            </a:pPr>
            <a:r>
              <a:rPr b="0" lang="en-US" sz="1400" strike="noStrike" u="none">
                <a:solidFill>
                  <a:schemeClr val="dk1">
                    <a:lumMod val="65000"/>
                    <a:lumOff val="35000"/>
                  </a:schemeClr>
                </a:solidFill>
                <a:effectLst/>
                <a:uFillTx/>
                <a:latin typeface="Arial"/>
              </a:rPr>
              <a:t>Fourth Outline Level</a:t>
            </a:r>
            <a:endParaRPr b="0" lang="en-US" sz="1400" strike="noStrike" u="none">
              <a:solidFill>
                <a:schemeClr val="dk1"/>
              </a:solidFill>
              <a:effectLst/>
              <a:uFillTx/>
              <a:latin typeface="Corbel"/>
            </a:endParaRPr>
          </a:p>
          <a:p>
            <a:pPr lvl="4" marL="2160000" indent="-216000" defTabSz="914400">
              <a:lnSpc>
                <a:spcPct val="90000"/>
              </a:lnSpc>
              <a:spcBef>
                <a:spcPts val="283"/>
              </a:spcBef>
              <a:buClr>
                <a:srgbClr val="000000"/>
              </a:buClr>
              <a:buSzPct val="45000"/>
              <a:buFont typeface="Wingdings" charset="2"/>
              <a:buChar char=""/>
            </a:pPr>
            <a:r>
              <a:rPr b="0" lang="en-US" sz="2000" strike="noStrike" u="none">
                <a:solidFill>
                  <a:schemeClr val="dk1">
                    <a:lumMod val="65000"/>
                    <a:lumOff val="35000"/>
                  </a:schemeClr>
                </a:solidFill>
                <a:effectLst/>
                <a:uFillTx/>
                <a:latin typeface="Arial"/>
              </a:rPr>
              <a:t>Fifth Outline </a:t>
            </a:r>
            <a:r>
              <a:rPr b="0" lang="en-US" sz="2000" strike="noStrike" u="none">
                <a:solidFill>
                  <a:schemeClr val="dk1">
                    <a:lumMod val="65000"/>
                    <a:lumOff val="35000"/>
                  </a:schemeClr>
                </a:solidFill>
                <a:effectLst/>
                <a:uFillTx/>
                <a:latin typeface="Arial"/>
              </a:rPr>
              <a:t>Level</a:t>
            </a:r>
            <a:endParaRPr b="0" lang="en-US" sz="2000" strike="noStrike" u="none">
              <a:solidFill>
                <a:schemeClr val="dk1"/>
              </a:solidFill>
              <a:effectLst/>
              <a:uFillTx/>
              <a:latin typeface="Corbel"/>
            </a:endParaRPr>
          </a:p>
          <a:p>
            <a:pPr lvl="5" marL="2592000" indent="-216000" defTabSz="914400">
              <a:lnSpc>
                <a:spcPct val="90000"/>
              </a:lnSpc>
              <a:spcBef>
                <a:spcPts val="283"/>
              </a:spcBef>
              <a:buClr>
                <a:srgbClr val="000000"/>
              </a:buClr>
              <a:buSzPct val="45000"/>
              <a:buFont typeface="Wingdings" charset="2"/>
              <a:buChar char=""/>
            </a:pPr>
            <a:r>
              <a:rPr b="0" lang="en-US" sz="2000" strike="noStrike" u="none">
                <a:solidFill>
                  <a:schemeClr val="dk1">
                    <a:lumMod val="65000"/>
                    <a:lumOff val="35000"/>
                  </a:schemeClr>
                </a:solidFill>
                <a:effectLst/>
                <a:uFillTx/>
                <a:latin typeface="Arial"/>
              </a:rPr>
              <a:t>Sixth </a:t>
            </a:r>
            <a:r>
              <a:rPr b="0" lang="en-US" sz="2000" strike="noStrike" u="none">
                <a:solidFill>
                  <a:schemeClr val="dk1">
                    <a:lumMod val="65000"/>
                    <a:lumOff val="35000"/>
                  </a:schemeClr>
                </a:solidFill>
                <a:effectLst/>
                <a:uFillTx/>
                <a:latin typeface="Arial"/>
              </a:rPr>
              <a:t>Outline </a:t>
            </a:r>
            <a:r>
              <a:rPr b="0" lang="en-US" sz="2000" strike="noStrike" u="none">
                <a:solidFill>
                  <a:schemeClr val="dk1">
                    <a:lumMod val="65000"/>
                    <a:lumOff val="35000"/>
                  </a:schemeClr>
                </a:solidFill>
                <a:effectLst/>
                <a:uFillTx/>
                <a:latin typeface="Arial"/>
              </a:rPr>
              <a:t>Level</a:t>
            </a:r>
            <a:endParaRPr b="0" lang="en-US" sz="2000" strike="noStrike" u="none">
              <a:solidFill>
                <a:schemeClr val="dk1"/>
              </a:solidFill>
              <a:effectLst/>
              <a:uFillTx/>
              <a:latin typeface="Corbel"/>
            </a:endParaRPr>
          </a:p>
          <a:p>
            <a:pPr lvl="6" marL="3024000" indent="-216000" defTabSz="914400">
              <a:lnSpc>
                <a:spcPct val="90000"/>
              </a:lnSpc>
              <a:spcBef>
                <a:spcPts val="283"/>
              </a:spcBef>
              <a:buClr>
                <a:srgbClr val="000000"/>
              </a:buClr>
              <a:buSzPct val="45000"/>
              <a:buFont typeface="Wingdings" charset="2"/>
              <a:buChar char=""/>
            </a:pPr>
            <a:r>
              <a:rPr b="0" lang="en-US" sz="2000" strike="noStrike" u="none">
                <a:solidFill>
                  <a:schemeClr val="dk1">
                    <a:lumMod val="65000"/>
                    <a:lumOff val="35000"/>
                  </a:schemeClr>
                </a:solidFill>
                <a:effectLst/>
                <a:uFillTx/>
                <a:latin typeface="Arial"/>
              </a:rPr>
              <a:t>Se</a:t>
            </a:r>
            <a:r>
              <a:rPr b="0" lang="en-US" sz="2000" strike="noStrike" u="none">
                <a:solidFill>
                  <a:schemeClr val="dk1">
                    <a:lumMod val="65000"/>
                    <a:lumOff val="35000"/>
                  </a:schemeClr>
                </a:solidFill>
                <a:effectLst/>
                <a:uFillTx/>
                <a:latin typeface="Arial"/>
              </a:rPr>
              <a:t>ve</a:t>
            </a:r>
            <a:r>
              <a:rPr b="0" lang="en-US" sz="2000" strike="noStrike" u="none">
                <a:solidFill>
                  <a:schemeClr val="dk1">
                    <a:lumMod val="65000"/>
                    <a:lumOff val="35000"/>
                  </a:schemeClr>
                </a:solidFill>
                <a:effectLst/>
                <a:uFillTx/>
                <a:latin typeface="Arial"/>
              </a:rPr>
              <a:t>nt</a:t>
            </a:r>
            <a:r>
              <a:rPr b="0" lang="en-US" sz="2000" strike="noStrike" u="none">
                <a:solidFill>
                  <a:schemeClr val="dk1">
                    <a:lumMod val="65000"/>
                    <a:lumOff val="35000"/>
                  </a:schemeClr>
                </a:solidFill>
                <a:effectLst/>
                <a:uFillTx/>
                <a:latin typeface="Arial"/>
              </a:rPr>
              <a:t>h </a:t>
            </a:r>
            <a:r>
              <a:rPr b="0" lang="en-US" sz="2000" strike="noStrike" u="none">
                <a:solidFill>
                  <a:schemeClr val="dk1">
                    <a:lumMod val="65000"/>
                    <a:lumOff val="35000"/>
                  </a:schemeClr>
                </a:solidFill>
                <a:effectLst/>
                <a:uFillTx/>
                <a:latin typeface="Arial"/>
              </a:rPr>
              <a:t>Ou</a:t>
            </a:r>
            <a:r>
              <a:rPr b="0" lang="en-US" sz="2000" strike="noStrike" u="none">
                <a:solidFill>
                  <a:schemeClr val="dk1">
                    <a:lumMod val="65000"/>
                    <a:lumOff val="35000"/>
                  </a:schemeClr>
                </a:solidFill>
                <a:effectLst/>
                <a:uFillTx/>
                <a:latin typeface="Arial"/>
              </a:rPr>
              <a:t>tlin</a:t>
            </a:r>
            <a:r>
              <a:rPr b="0" lang="en-US" sz="2000" strike="noStrike" u="none">
                <a:solidFill>
                  <a:schemeClr val="dk1">
                    <a:lumMod val="65000"/>
                    <a:lumOff val="35000"/>
                  </a:schemeClr>
                </a:solidFill>
                <a:effectLst/>
                <a:uFillTx/>
                <a:latin typeface="Arial"/>
              </a:rPr>
              <a:t>e </a:t>
            </a:r>
            <a:r>
              <a:rPr b="0" lang="en-US" sz="2000" strike="noStrike" u="none">
                <a:solidFill>
                  <a:schemeClr val="dk1">
                    <a:lumMod val="65000"/>
                    <a:lumOff val="35000"/>
                  </a:schemeClr>
                </a:solidFill>
                <a:effectLst/>
                <a:uFillTx/>
                <a:latin typeface="Arial"/>
              </a:rPr>
              <a:t>Le</a:t>
            </a:r>
            <a:r>
              <a:rPr b="0" lang="en-US" sz="2000" strike="noStrike" u="none">
                <a:solidFill>
                  <a:schemeClr val="dk1">
                    <a:lumMod val="65000"/>
                    <a:lumOff val="35000"/>
                  </a:schemeClr>
                </a:solidFill>
                <a:effectLst/>
                <a:uFillTx/>
                <a:latin typeface="Arial"/>
              </a:rPr>
              <a:t>vel</a:t>
            </a:r>
            <a:endParaRPr b="0" lang="en-US" sz="2000" strike="noStrike" u="none">
              <a:solidFill>
                <a:schemeClr val="dk1"/>
              </a:solidFill>
              <a:effectLst/>
              <a:uFillTx/>
              <a:latin typeface="Corbe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Content">
    <p:bg>
      <p:bgPr>
        <a:solidFill>
          <a:srgbClr val="ffffff"/>
        </a:solidFill>
      </p:bgPr>
    </p:bg>
    <p:spTree>
      <p:nvGrpSpPr>
        <p:cNvPr id="1" name=""/>
        <p:cNvGrpSpPr/>
        <p:nvPr/>
      </p:nvGrpSpPr>
      <p:grpSpPr>
        <a:xfrm>
          <a:off x="0" y="0"/>
          <a:ext cx="0" cy="0"/>
          <a:chOff x="0" y="0"/>
          <a:chExt cx="0" cy="0"/>
        </a:xfrm>
      </p:grpSpPr>
      <p:sp>
        <p:nvSpPr>
          <p:cNvPr id="123" name="Rectangle 6"/>
          <p:cNvSpPr/>
          <p:nvPr/>
        </p:nvSpPr>
        <p:spPr>
          <a:xfrm>
            <a:off x="0" y="0"/>
            <a:ext cx="3443040" cy="608904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pPr defTabSz="457200">
              <a:lnSpc>
                <a:spcPct val="100000"/>
              </a:lnSpc>
            </a:pPr>
            <a:endParaRPr b="0" lang="en-US" sz="1800" strike="noStrike" u="none">
              <a:solidFill>
                <a:schemeClr val="lt1"/>
              </a:solidFill>
              <a:effectLst/>
              <a:uFillTx/>
              <a:latin typeface="Arial"/>
            </a:endParaRPr>
          </a:p>
        </p:txBody>
      </p:sp>
      <p:sp>
        <p:nvSpPr>
          <p:cNvPr id="124" name="Rectangle 37"/>
          <p:cNvSpPr/>
          <p:nvPr/>
        </p:nvSpPr>
        <p:spPr>
          <a:xfrm>
            <a:off x="11815920" y="0"/>
            <a:ext cx="383400" cy="6089040"/>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pPr defTabSz="457200">
              <a:lnSpc>
                <a:spcPct val="100000"/>
              </a:lnSpc>
            </a:pPr>
            <a:endParaRPr b="0" lang="en-US" sz="1800" strike="noStrike" u="none">
              <a:solidFill>
                <a:schemeClr val="lt1"/>
              </a:solidFill>
              <a:effectLst/>
              <a:uFillTx/>
              <a:latin typeface="Corbel"/>
            </a:endParaRPr>
          </a:p>
        </p:txBody>
      </p:sp>
      <p:sp>
        <p:nvSpPr>
          <p:cNvPr id="125" name="PlaceHolder 1"/>
          <p:cNvSpPr>
            <a:spLocks noGrp="1"/>
          </p:cNvSpPr>
          <p:nvPr>
            <p:ph type="title"/>
          </p:nvPr>
        </p:nvSpPr>
        <p:spPr>
          <a:xfrm>
            <a:off x="253080" y="254520"/>
            <a:ext cx="2946600" cy="546984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en-US" sz="3600" spc="-60" strike="noStrike" u="none">
                <a:solidFill>
                  <a:srgbClr val="ffffff"/>
                </a:solidFill>
                <a:effectLst/>
                <a:uFillTx/>
                <a:latin typeface="Arial"/>
              </a:rPr>
              <a:t>Click to edit Master title style</a:t>
            </a:r>
            <a:endParaRPr b="0" lang="en-US" sz="3600" strike="noStrike" u="none">
              <a:solidFill>
                <a:schemeClr val="dk1"/>
              </a:solidFill>
              <a:effectLst/>
              <a:uFillTx/>
              <a:latin typeface="Corbel"/>
            </a:endParaRPr>
          </a:p>
        </p:txBody>
      </p:sp>
      <p:sp>
        <p:nvSpPr>
          <p:cNvPr id="126" name="PlaceHolder 2"/>
          <p:cNvSpPr>
            <a:spLocks noGrp="1"/>
          </p:cNvSpPr>
          <p:nvPr>
            <p:ph type="body"/>
          </p:nvPr>
        </p:nvSpPr>
        <p:spPr>
          <a:xfrm>
            <a:off x="3869280" y="254520"/>
            <a:ext cx="7314480" cy="5354280"/>
          </a:xfrm>
          <a:prstGeom prst="rect">
            <a:avLst/>
          </a:prstGeom>
          <a:noFill/>
          <a:ln w="0">
            <a:noFill/>
          </a:ln>
        </p:spPr>
        <p:txBody>
          <a:bodyPr lIns="91440" rIns="91440" tIns="45720" bIns="45720" anchor="ctr">
            <a:noAutofit/>
          </a:bodyPr>
          <a:p>
            <a:pPr marL="182880" indent="-182880" defTabSz="914400">
              <a:lnSpc>
                <a:spcPct val="90000"/>
              </a:lnSpc>
              <a:spcBef>
                <a:spcPts val="1199"/>
              </a:spcBef>
              <a:buClr>
                <a:srgbClr val="55b4e8"/>
              </a:buClr>
              <a:buFont typeface="Wingdings 2" charset="2"/>
              <a:buChar char=""/>
            </a:pPr>
            <a:r>
              <a:rPr b="0" lang="en-US" sz="2000" strike="noStrike" u="none">
                <a:solidFill>
                  <a:schemeClr val="dk1">
                    <a:lumMod val="65000"/>
                    <a:lumOff val="35000"/>
                  </a:schemeClr>
                </a:solidFill>
                <a:effectLst/>
                <a:uFillTx/>
                <a:latin typeface="Arial"/>
              </a:rPr>
              <a:t>Edit Master text styles</a:t>
            </a:r>
            <a:endParaRPr b="0" lang="en-US" sz="2000" strike="noStrike" u="none">
              <a:solidFill>
                <a:schemeClr val="dk1"/>
              </a:solidFill>
              <a:effectLst/>
              <a:uFillTx/>
              <a:latin typeface="Corbel"/>
            </a:endParaRPr>
          </a:p>
          <a:p>
            <a:pPr lvl="1" marL="685800" indent="-182880" defTabSz="914400">
              <a:lnSpc>
                <a:spcPct val="90000"/>
              </a:lnSpc>
              <a:spcBef>
                <a:spcPts val="249"/>
              </a:spcBef>
              <a:spcAft>
                <a:spcPts val="249"/>
              </a:spcAft>
              <a:buClr>
                <a:srgbClr val="55b4e8"/>
              </a:buClr>
              <a:buFont typeface="Wingdings 2" charset="2"/>
              <a:buChar char=""/>
            </a:pPr>
            <a:r>
              <a:rPr b="0" lang="en-US" sz="1800" strike="noStrike" u="none">
                <a:solidFill>
                  <a:schemeClr val="dk1">
                    <a:lumMod val="65000"/>
                    <a:lumOff val="35000"/>
                  </a:schemeClr>
                </a:solidFill>
                <a:effectLst/>
                <a:uFillTx/>
                <a:latin typeface="Arial"/>
              </a:rPr>
              <a:t>Second level</a:t>
            </a:r>
            <a:endParaRPr b="0" lang="en-US" sz="1800" strike="noStrike" u="none">
              <a:solidFill>
                <a:schemeClr val="dk1"/>
              </a:solidFill>
              <a:effectLst/>
              <a:uFillTx/>
              <a:latin typeface="Corbel"/>
            </a:endParaRPr>
          </a:p>
          <a:p>
            <a:pPr lvl="2" marL="1143000" indent="-182880" defTabSz="914400">
              <a:lnSpc>
                <a:spcPct val="90000"/>
              </a:lnSpc>
              <a:spcBef>
                <a:spcPts val="249"/>
              </a:spcBef>
              <a:spcAft>
                <a:spcPts val="249"/>
              </a:spcAft>
              <a:buClr>
                <a:srgbClr val="55b4e8"/>
              </a:buClr>
              <a:buFont typeface="Wingdings 2" charset="2"/>
              <a:buChar char=""/>
            </a:pPr>
            <a:r>
              <a:rPr b="0" lang="en-US" sz="1600" strike="noStrike" u="none">
                <a:solidFill>
                  <a:schemeClr val="dk1">
                    <a:lumMod val="65000"/>
                    <a:lumOff val="35000"/>
                  </a:schemeClr>
                </a:solidFill>
                <a:effectLst/>
                <a:uFillTx/>
                <a:latin typeface="Arial"/>
              </a:rPr>
              <a:t>Third level</a:t>
            </a:r>
            <a:endParaRPr b="0" lang="en-US" sz="1600" strike="noStrike" u="none">
              <a:solidFill>
                <a:schemeClr val="dk1"/>
              </a:solidFill>
              <a:effectLst/>
              <a:uFillTx/>
              <a:latin typeface="Corbel"/>
            </a:endParaRPr>
          </a:p>
          <a:p>
            <a:pPr lvl="3" marL="1600200" indent="-182880" defTabSz="914400">
              <a:lnSpc>
                <a:spcPct val="90000"/>
              </a:lnSpc>
              <a:spcBef>
                <a:spcPts val="249"/>
              </a:spcBef>
              <a:spcAft>
                <a:spcPts val="249"/>
              </a:spcAft>
              <a:buClr>
                <a:srgbClr val="55b4e8"/>
              </a:buClr>
              <a:buFont typeface="Wingdings 2" charset="2"/>
              <a:buChar char=""/>
            </a:pPr>
            <a:r>
              <a:rPr b="0" lang="en-US" sz="1400" strike="noStrike" u="none">
                <a:solidFill>
                  <a:schemeClr val="dk1">
                    <a:lumMod val="65000"/>
                    <a:lumOff val="35000"/>
                  </a:schemeClr>
                </a:solidFill>
                <a:effectLst/>
                <a:uFillTx/>
                <a:latin typeface="Arial"/>
              </a:rPr>
              <a:t>Fourth level</a:t>
            </a:r>
            <a:endParaRPr b="0" lang="en-US" sz="1400" strike="noStrike" u="none">
              <a:solidFill>
                <a:schemeClr val="dk1"/>
              </a:solidFill>
              <a:effectLst/>
              <a:uFillTx/>
              <a:latin typeface="Corbel"/>
            </a:endParaRPr>
          </a:p>
          <a:p>
            <a:pPr lvl="4" marL="2057400" indent="-182880" defTabSz="914400">
              <a:lnSpc>
                <a:spcPct val="90000"/>
              </a:lnSpc>
              <a:spcBef>
                <a:spcPts val="249"/>
              </a:spcBef>
              <a:spcAft>
                <a:spcPts val="249"/>
              </a:spcAft>
              <a:buClr>
                <a:srgbClr val="55b4e8"/>
              </a:buClr>
              <a:buFont typeface="Wingdings 2" charset="2"/>
              <a:buChar char=""/>
            </a:pPr>
            <a:r>
              <a:rPr b="0" lang="en-US" sz="1400" strike="noStrike" u="none">
                <a:solidFill>
                  <a:schemeClr val="dk1">
                    <a:lumMod val="65000"/>
                    <a:lumOff val="35000"/>
                  </a:schemeClr>
                </a:solidFill>
                <a:effectLst/>
                <a:uFillTx/>
                <a:latin typeface="Arial"/>
              </a:rPr>
              <a:t>Fifth level</a:t>
            </a:r>
            <a:endParaRPr b="0" lang="en-US" sz="1400" strike="noStrike" u="none">
              <a:solidFill>
                <a:schemeClr val="dk1"/>
              </a:solidFill>
              <a:effectLst/>
              <a:uFillTx/>
              <a:latin typeface="Corbel"/>
            </a:endParaRPr>
          </a:p>
        </p:txBody>
      </p:sp>
      <p:sp>
        <p:nvSpPr>
          <p:cNvPr id="127" name="PlaceHolder 3"/>
          <p:cNvSpPr>
            <a:spLocks noGrp="1"/>
          </p:cNvSpPr>
          <p:nvPr>
            <p:ph type="dt" idx="31"/>
          </p:nvPr>
        </p:nvSpPr>
        <p:spPr>
          <a:xfrm>
            <a:off x="262440" y="6356520"/>
            <a:ext cx="2742480" cy="36432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100" strike="noStrike" u="none">
                <a:solidFill>
                  <a:schemeClr val="dk1">
                    <a:lumMod val="50000"/>
                    <a:lumOff val="50000"/>
                  </a:schemeClr>
                </a:solidFill>
                <a:effectLst/>
                <a:uFillTx/>
                <a:latin typeface="Arial"/>
              </a:defRPr>
            </a:lvl1pPr>
          </a:lstStyle>
          <a:p>
            <a:pPr indent="0" defTabSz="457200">
              <a:lnSpc>
                <a:spcPct val="100000"/>
              </a:lnSpc>
              <a:buNone/>
              <a:tabLst>
                <a:tab algn="l" pos="0"/>
              </a:tabLst>
            </a:pPr>
            <a:r>
              <a:rPr b="0" lang="en-US" sz="1100" strike="noStrike" u="none">
                <a:solidFill>
                  <a:schemeClr val="dk1">
                    <a:lumMod val="50000"/>
                    <a:lumOff val="50000"/>
                  </a:schemeClr>
                </a:solidFill>
                <a:effectLst/>
                <a:uFillTx/>
                <a:latin typeface="Arial"/>
              </a:rPr>
              <a:t>&lt;date/time&gt;</a:t>
            </a:r>
            <a:endParaRPr b="0" lang="en-US" sz="1100" strike="noStrike" u="none">
              <a:solidFill>
                <a:srgbClr val="000000"/>
              </a:solidFill>
              <a:effectLst/>
              <a:uFillTx/>
              <a:latin typeface="Times New Roman"/>
            </a:endParaRPr>
          </a:p>
        </p:txBody>
      </p:sp>
      <p:sp>
        <p:nvSpPr>
          <p:cNvPr id="128" name="PlaceHolder 4"/>
          <p:cNvSpPr>
            <a:spLocks noGrp="1"/>
          </p:cNvSpPr>
          <p:nvPr>
            <p:ph type="ftr" idx="32"/>
          </p:nvPr>
        </p:nvSpPr>
        <p:spPr>
          <a:xfrm>
            <a:off x="3869280" y="6356520"/>
            <a:ext cx="5910840" cy="36432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100" strike="noStrike" u="none">
                <a:solidFill>
                  <a:schemeClr val="accent1"/>
                </a:solidFill>
                <a:effectLst/>
                <a:uFillTx/>
                <a:latin typeface="Arial"/>
              </a:defRPr>
            </a:lvl1pPr>
          </a:lstStyle>
          <a:p>
            <a:pPr indent="0" defTabSz="457200">
              <a:lnSpc>
                <a:spcPct val="100000"/>
              </a:lnSpc>
              <a:buNone/>
              <a:tabLst>
                <a:tab algn="l" pos="0"/>
              </a:tabLst>
            </a:pPr>
            <a:r>
              <a:rPr b="0" lang="en-US" sz="1100" strike="noStrike" u="none">
                <a:solidFill>
                  <a:schemeClr val="accent1"/>
                </a:solidFill>
                <a:effectLst/>
                <a:uFillTx/>
                <a:latin typeface="Arial"/>
              </a:rPr>
              <a:t>&lt;footer&gt;</a:t>
            </a:r>
            <a:endParaRPr b="0" lang="en-US" sz="1100" strike="noStrike" u="none">
              <a:solidFill>
                <a:srgbClr val="000000"/>
              </a:solidFill>
              <a:effectLst/>
              <a:uFillTx/>
              <a:latin typeface="Times New Roman"/>
            </a:endParaRPr>
          </a:p>
        </p:txBody>
      </p:sp>
      <p:sp>
        <p:nvSpPr>
          <p:cNvPr id="129" name="PlaceHolder 5"/>
          <p:cNvSpPr>
            <a:spLocks noGrp="1"/>
          </p:cNvSpPr>
          <p:nvPr>
            <p:ph type="sldNum" idx="33"/>
          </p:nvPr>
        </p:nvSpPr>
        <p:spPr>
          <a:xfrm>
            <a:off x="10634040" y="6356520"/>
            <a:ext cx="15303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1" lang="en-US" sz="1200" strike="noStrike" u="none">
                <a:solidFill>
                  <a:schemeClr val="accent1"/>
                </a:solidFill>
                <a:effectLst/>
                <a:uFillTx/>
                <a:latin typeface="Arial"/>
              </a:defRPr>
            </a:lvl1pPr>
          </a:lstStyle>
          <a:p>
            <a:pPr indent="0" algn="r" defTabSz="457200">
              <a:lnSpc>
                <a:spcPct val="100000"/>
              </a:lnSpc>
              <a:buNone/>
              <a:tabLst>
                <a:tab algn="l" pos="0"/>
              </a:tabLst>
            </a:pPr>
            <a:fld id="{8027A3BA-F3AA-42E3-9337-01CDCF43D791}" type="slidenum">
              <a:rPr b="1" lang="en-US" sz="1200" strike="noStrike" u="none">
                <a:solidFill>
                  <a:schemeClr val="accent1"/>
                </a:solidFill>
                <a:effectLst/>
                <a:uFillTx/>
                <a:latin typeface="Arial"/>
              </a:rPr>
              <a:t>&lt;number&gt;</a:t>
            </a:fld>
            <a:endParaRPr b="0" lang="en-US" sz="1200" strike="noStrike" u="none">
              <a:solidFill>
                <a:srgbClr val="000000"/>
              </a:solidFill>
              <a:effectLst/>
              <a:uFillTx/>
              <a:latin typeface="Times New Roman"/>
            </a:endParaRPr>
          </a:p>
        </p:txBody>
      </p:sp>
      <p:sp>
        <p:nvSpPr>
          <p:cNvPr id="130" name="PlaceHolder 6"/>
          <p:cNvSpPr>
            <a:spLocks noGrp="1"/>
          </p:cNvSpPr>
          <p:nvPr>
            <p:ph type="body"/>
          </p:nvPr>
        </p:nvSpPr>
        <p:spPr>
          <a:xfrm>
            <a:off x="3858840" y="5748480"/>
            <a:ext cx="7324560" cy="364320"/>
          </a:xfrm>
          <a:prstGeom prst="rect">
            <a:avLst/>
          </a:prstGeom>
          <a:noFill/>
          <a:ln w="0">
            <a:noFill/>
          </a:ln>
        </p:spPr>
        <p:txBody>
          <a:bodyPr lIns="91440" rIns="91440" tIns="45720" bIns="45720" anchor="b">
            <a:noAutofit/>
          </a:bodyPr>
          <a:p>
            <a:pPr marL="228600" indent="0" defTabSz="914400">
              <a:lnSpc>
                <a:spcPct val="90000"/>
              </a:lnSpc>
              <a:spcBef>
                <a:spcPts val="1001"/>
              </a:spcBef>
              <a:buNone/>
              <a:tabLst>
                <a:tab algn="l" pos="0"/>
              </a:tabLst>
            </a:pPr>
            <a:r>
              <a:rPr b="0" lang="en-US" sz="700" strike="noStrike" u="none">
                <a:solidFill>
                  <a:schemeClr val="dk1">
                    <a:lumMod val="65000"/>
                    <a:lumOff val="35000"/>
                  </a:schemeClr>
                </a:solidFill>
                <a:effectLst/>
                <a:uFillTx/>
                <a:latin typeface="Arial"/>
              </a:rPr>
              <a:t>Click to edit Master text styles (letf)</a:t>
            </a:r>
            <a:endParaRPr b="0" lang="en-US" sz="700" strike="noStrike" u="none">
              <a:solidFill>
                <a:schemeClr val="dk1"/>
              </a:solidFill>
              <a:effectLst/>
              <a:uFillTx/>
              <a:latin typeface="Corbe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Boxes">
    <p:bg>
      <p:bgPr>
        <a:solidFill>
          <a:srgbClr val="ffffff"/>
        </a:solidFill>
      </p:bgPr>
    </p:bg>
    <p:spTree>
      <p:nvGrpSpPr>
        <p:cNvPr id="1" name=""/>
        <p:cNvGrpSpPr/>
        <p:nvPr/>
      </p:nvGrpSpPr>
      <p:grpSpPr>
        <a:xfrm>
          <a:off x="0" y="0"/>
          <a:ext cx="0" cy="0"/>
          <a:chOff x="0" y="0"/>
          <a:chExt cx="0" cy="0"/>
        </a:xfrm>
      </p:grpSpPr>
      <p:sp>
        <p:nvSpPr>
          <p:cNvPr id="131" name="Rectangle 6"/>
          <p:cNvSpPr/>
          <p:nvPr/>
        </p:nvSpPr>
        <p:spPr>
          <a:xfrm>
            <a:off x="0" y="0"/>
            <a:ext cx="3443040" cy="608904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pPr defTabSz="457200">
              <a:lnSpc>
                <a:spcPct val="100000"/>
              </a:lnSpc>
            </a:pPr>
            <a:endParaRPr b="0" lang="en-US" sz="1800" strike="noStrike" u="none">
              <a:solidFill>
                <a:schemeClr val="lt1"/>
              </a:solidFill>
              <a:effectLst/>
              <a:uFillTx/>
              <a:latin typeface="Arial"/>
            </a:endParaRPr>
          </a:p>
        </p:txBody>
      </p:sp>
      <p:sp>
        <p:nvSpPr>
          <p:cNvPr id="132" name="Rectangle 37"/>
          <p:cNvSpPr/>
          <p:nvPr/>
        </p:nvSpPr>
        <p:spPr>
          <a:xfrm>
            <a:off x="11815920" y="0"/>
            <a:ext cx="383400" cy="6089040"/>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pPr defTabSz="457200">
              <a:lnSpc>
                <a:spcPct val="100000"/>
              </a:lnSpc>
            </a:pPr>
            <a:endParaRPr b="0" lang="en-US" sz="1800" strike="noStrike" u="none">
              <a:solidFill>
                <a:schemeClr val="lt1"/>
              </a:solidFill>
              <a:effectLst/>
              <a:uFillTx/>
              <a:latin typeface="Corbel"/>
            </a:endParaRPr>
          </a:p>
        </p:txBody>
      </p:sp>
      <p:sp>
        <p:nvSpPr>
          <p:cNvPr id="133" name="PlaceHolder 1"/>
          <p:cNvSpPr>
            <a:spLocks noGrp="1"/>
          </p:cNvSpPr>
          <p:nvPr>
            <p:ph type="title"/>
          </p:nvPr>
        </p:nvSpPr>
        <p:spPr>
          <a:xfrm>
            <a:off x="253080" y="222480"/>
            <a:ext cx="2946600" cy="550152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en-US" sz="3600" spc="-60" strike="noStrike" u="none">
                <a:solidFill>
                  <a:srgbClr val="ffffff"/>
                </a:solidFill>
                <a:effectLst/>
                <a:uFillTx/>
                <a:latin typeface="Arial"/>
              </a:rPr>
              <a:t>Click to edit Master title style</a:t>
            </a:r>
            <a:endParaRPr b="0" lang="en-US" sz="3600" strike="noStrike" u="none">
              <a:solidFill>
                <a:schemeClr val="dk1"/>
              </a:solidFill>
              <a:effectLst/>
              <a:uFillTx/>
              <a:latin typeface="Corbel"/>
            </a:endParaRPr>
          </a:p>
        </p:txBody>
      </p:sp>
      <p:sp>
        <p:nvSpPr>
          <p:cNvPr id="134" name="PlaceHolder 2"/>
          <p:cNvSpPr>
            <a:spLocks noGrp="1"/>
          </p:cNvSpPr>
          <p:nvPr>
            <p:ph type="body"/>
          </p:nvPr>
        </p:nvSpPr>
        <p:spPr>
          <a:xfrm>
            <a:off x="3867840" y="222480"/>
            <a:ext cx="3474000" cy="5766120"/>
          </a:xfrm>
          <a:prstGeom prst="rect">
            <a:avLst/>
          </a:prstGeom>
          <a:noFill/>
          <a:ln w="0">
            <a:noFill/>
          </a:ln>
        </p:spPr>
        <p:txBody>
          <a:bodyPr lIns="91440" rIns="91440" tIns="45720" bIns="45720" anchor="ctr">
            <a:noAutofit/>
          </a:bodyPr>
          <a:p>
            <a:pPr marL="182880" indent="-182880" defTabSz="914400">
              <a:lnSpc>
                <a:spcPct val="90000"/>
              </a:lnSpc>
              <a:spcBef>
                <a:spcPts val="1199"/>
              </a:spcBef>
              <a:buClr>
                <a:srgbClr val="55b4e8"/>
              </a:buClr>
              <a:buFont typeface="Wingdings 2" charset="2"/>
              <a:buChar char=""/>
            </a:pPr>
            <a:r>
              <a:rPr b="0" lang="en-US" sz="2000" strike="noStrike" u="none">
                <a:solidFill>
                  <a:schemeClr val="dk1">
                    <a:lumMod val="65000"/>
                    <a:lumOff val="35000"/>
                  </a:schemeClr>
                </a:solidFill>
                <a:effectLst/>
                <a:uFillTx/>
                <a:latin typeface="Arial"/>
              </a:rPr>
              <a:t>Edit Master text </a:t>
            </a:r>
            <a:r>
              <a:rPr b="0" lang="en-US" sz="2000" strike="noStrike" u="none">
                <a:solidFill>
                  <a:schemeClr val="dk1">
                    <a:lumMod val="65000"/>
                    <a:lumOff val="35000"/>
                  </a:schemeClr>
                </a:solidFill>
                <a:effectLst/>
                <a:uFillTx/>
                <a:latin typeface="Arial"/>
              </a:rPr>
              <a:t>styles</a:t>
            </a:r>
            <a:endParaRPr b="0" lang="en-US" sz="2000" strike="noStrike" u="none">
              <a:solidFill>
                <a:schemeClr val="dk1"/>
              </a:solidFill>
              <a:effectLst/>
              <a:uFillTx/>
              <a:latin typeface="Corbel"/>
            </a:endParaRPr>
          </a:p>
          <a:p>
            <a:pPr lvl="1" marL="685800" indent="-182880" defTabSz="914400">
              <a:lnSpc>
                <a:spcPct val="90000"/>
              </a:lnSpc>
              <a:spcBef>
                <a:spcPts val="249"/>
              </a:spcBef>
              <a:spcAft>
                <a:spcPts val="249"/>
              </a:spcAft>
              <a:buClr>
                <a:srgbClr val="55b4e8"/>
              </a:buClr>
              <a:buFont typeface="Wingdings 2" charset="2"/>
              <a:buChar char=""/>
            </a:pPr>
            <a:r>
              <a:rPr b="0" lang="en-US" sz="1800" strike="noStrike" u="none">
                <a:solidFill>
                  <a:schemeClr val="dk1">
                    <a:lumMod val="65000"/>
                    <a:lumOff val="35000"/>
                  </a:schemeClr>
                </a:solidFill>
                <a:effectLst/>
                <a:uFillTx/>
                <a:latin typeface="Arial"/>
              </a:rPr>
              <a:t>Second level</a:t>
            </a:r>
            <a:endParaRPr b="0" lang="en-US" sz="1800" strike="noStrike" u="none">
              <a:solidFill>
                <a:schemeClr val="dk1"/>
              </a:solidFill>
              <a:effectLst/>
              <a:uFillTx/>
              <a:latin typeface="Corbel"/>
            </a:endParaRPr>
          </a:p>
          <a:p>
            <a:pPr lvl="2" marL="1143000" indent="-182880" defTabSz="914400">
              <a:lnSpc>
                <a:spcPct val="90000"/>
              </a:lnSpc>
              <a:spcBef>
                <a:spcPts val="249"/>
              </a:spcBef>
              <a:spcAft>
                <a:spcPts val="249"/>
              </a:spcAft>
              <a:buClr>
                <a:srgbClr val="55b4e8"/>
              </a:buClr>
              <a:buFont typeface="Wingdings 2" charset="2"/>
              <a:buChar char=""/>
            </a:pPr>
            <a:r>
              <a:rPr b="0" lang="en-US" sz="1600" strike="noStrike" u="none">
                <a:solidFill>
                  <a:schemeClr val="dk1">
                    <a:lumMod val="65000"/>
                    <a:lumOff val="35000"/>
                  </a:schemeClr>
                </a:solidFill>
                <a:effectLst/>
                <a:uFillTx/>
                <a:latin typeface="Arial"/>
              </a:rPr>
              <a:t>Third level</a:t>
            </a:r>
            <a:endParaRPr b="0" lang="en-US" sz="1600" strike="noStrike" u="none">
              <a:solidFill>
                <a:schemeClr val="dk1"/>
              </a:solidFill>
              <a:effectLst/>
              <a:uFillTx/>
              <a:latin typeface="Corbel"/>
            </a:endParaRPr>
          </a:p>
          <a:p>
            <a:pPr lvl="3" marL="1600200" indent="-182880" defTabSz="914400">
              <a:lnSpc>
                <a:spcPct val="90000"/>
              </a:lnSpc>
              <a:spcBef>
                <a:spcPts val="249"/>
              </a:spcBef>
              <a:spcAft>
                <a:spcPts val="249"/>
              </a:spcAft>
              <a:buClr>
                <a:srgbClr val="55b4e8"/>
              </a:buClr>
              <a:buFont typeface="Wingdings 2" charset="2"/>
              <a:buChar char=""/>
            </a:pPr>
            <a:r>
              <a:rPr b="0" lang="en-US" sz="1400" strike="noStrike" u="none">
                <a:solidFill>
                  <a:schemeClr val="dk1">
                    <a:lumMod val="65000"/>
                    <a:lumOff val="35000"/>
                  </a:schemeClr>
                </a:solidFill>
                <a:effectLst/>
                <a:uFillTx/>
                <a:latin typeface="Arial"/>
              </a:rPr>
              <a:t>Fourth level</a:t>
            </a:r>
            <a:endParaRPr b="0" lang="en-US" sz="1400" strike="noStrike" u="none">
              <a:solidFill>
                <a:schemeClr val="dk1"/>
              </a:solidFill>
              <a:effectLst/>
              <a:uFillTx/>
              <a:latin typeface="Corbel"/>
            </a:endParaRPr>
          </a:p>
          <a:p>
            <a:pPr lvl="4" marL="2057400" indent="-182880" defTabSz="914400">
              <a:lnSpc>
                <a:spcPct val="90000"/>
              </a:lnSpc>
              <a:spcBef>
                <a:spcPts val="249"/>
              </a:spcBef>
              <a:spcAft>
                <a:spcPts val="249"/>
              </a:spcAft>
              <a:buClr>
                <a:srgbClr val="55b4e8"/>
              </a:buClr>
              <a:buFont typeface="Wingdings 2" charset="2"/>
              <a:buChar char=""/>
            </a:pPr>
            <a:r>
              <a:rPr b="0" lang="en-US" sz="1400" strike="noStrike" u="none">
                <a:solidFill>
                  <a:schemeClr val="dk1">
                    <a:lumMod val="65000"/>
                    <a:lumOff val="35000"/>
                  </a:schemeClr>
                </a:solidFill>
                <a:effectLst/>
                <a:uFillTx/>
                <a:latin typeface="Arial"/>
              </a:rPr>
              <a:t>Fifth </a:t>
            </a:r>
            <a:r>
              <a:rPr b="0" lang="en-US" sz="1400" strike="noStrike" u="none">
                <a:solidFill>
                  <a:schemeClr val="dk1">
                    <a:lumMod val="65000"/>
                    <a:lumOff val="35000"/>
                  </a:schemeClr>
                </a:solidFill>
                <a:effectLst/>
                <a:uFillTx/>
                <a:latin typeface="Arial"/>
              </a:rPr>
              <a:t>level</a:t>
            </a:r>
            <a:endParaRPr b="0" lang="en-US" sz="1400" strike="noStrike" u="none">
              <a:solidFill>
                <a:schemeClr val="dk1"/>
              </a:solidFill>
              <a:effectLst/>
              <a:uFillTx/>
              <a:latin typeface="Corbel"/>
            </a:endParaRPr>
          </a:p>
        </p:txBody>
      </p:sp>
      <p:sp>
        <p:nvSpPr>
          <p:cNvPr id="135" name="PlaceHolder 3"/>
          <p:cNvSpPr>
            <a:spLocks noGrp="1"/>
          </p:cNvSpPr>
          <p:nvPr>
            <p:ph type="body"/>
          </p:nvPr>
        </p:nvSpPr>
        <p:spPr>
          <a:xfrm>
            <a:off x="7818120" y="222480"/>
            <a:ext cx="3474000" cy="5766120"/>
          </a:xfrm>
          <a:prstGeom prst="rect">
            <a:avLst/>
          </a:prstGeom>
          <a:noFill/>
          <a:ln w="0">
            <a:noFill/>
          </a:ln>
        </p:spPr>
        <p:txBody>
          <a:bodyPr lIns="91440" rIns="91440" tIns="45720" bIns="45720" anchor="ctr">
            <a:noAutofit/>
          </a:bodyPr>
          <a:p>
            <a:pPr marL="182880" indent="-182880" defTabSz="914400">
              <a:lnSpc>
                <a:spcPct val="90000"/>
              </a:lnSpc>
              <a:spcBef>
                <a:spcPts val="1199"/>
              </a:spcBef>
              <a:buClr>
                <a:srgbClr val="55b4e8"/>
              </a:buClr>
              <a:buFont typeface="Wingdings 2" charset="2"/>
              <a:buChar char=""/>
            </a:pPr>
            <a:r>
              <a:rPr b="0" lang="en-US" sz="2000" strike="noStrike" u="none">
                <a:solidFill>
                  <a:schemeClr val="dk1">
                    <a:lumMod val="65000"/>
                    <a:lumOff val="35000"/>
                  </a:schemeClr>
                </a:solidFill>
                <a:effectLst/>
                <a:uFillTx/>
                <a:latin typeface="Arial"/>
              </a:rPr>
              <a:t>Edit Master text styles</a:t>
            </a:r>
            <a:endParaRPr b="0" lang="en-US" sz="2000" strike="noStrike" u="none">
              <a:solidFill>
                <a:schemeClr val="dk1"/>
              </a:solidFill>
              <a:effectLst/>
              <a:uFillTx/>
              <a:latin typeface="Corbel"/>
            </a:endParaRPr>
          </a:p>
          <a:p>
            <a:pPr lvl="1" marL="685800" indent="-182880" defTabSz="914400">
              <a:lnSpc>
                <a:spcPct val="90000"/>
              </a:lnSpc>
              <a:spcBef>
                <a:spcPts val="249"/>
              </a:spcBef>
              <a:spcAft>
                <a:spcPts val="249"/>
              </a:spcAft>
              <a:buClr>
                <a:srgbClr val="55b4e8"/>
              </a:buClr>
              <a:buFont typeface="Wingdings 2" charset="2"/>
              <a:buChar char=""/>
            </a:pPr>
            <a:r>
              <a:rPr b="0" lang="en-US" sz="1800" strike="noStrike" u="none">
                <a:solidFill>
                  <a:schemeClr val="dk1">
                    <a:lumMod val="65000"/>
                    <a:lumOff val="35000"/>
                  </a:schemeClr>
                </a:solidFill>
                <a:effectLst/>
                <a:uFillTx/>
                <a:latin typeface="Arial"/>
              </a:rPr>
              <a:t>Second level</a:t>
            </a:r>
            <a:endParaRPr b="0" lang="en-US" sz="1800" strike="noStrike" u="none">
              <a:solidFill>
                <a:schemeClr val="dk1"/>
              </a:solidFill>
              <a:effectLst/>
              <a:uFillTx/>
              <a:latin typeface="Corbel"/>
            </a:endParaRPr>
          </a:p>
          <a:p>
            <a:pPr lvl="2" marL="1143000" indent="-182880" defTabSz="914400">
              <a:lnSpc>
                <a:spcPct val="90000"/>
              </a:lnSpc>
              <a:spcBef>
                <a:spcPts val="249"/>
              </a:spcBef>
              <a:spcAft>
                <a:spcPts val="249"/>
              </a:spcAft>
              <a:buClr>
                <a:srgbClr val="55b4e8"/>
              </a:buClr>
              <a:buFont typeface="Wingdings 2" charset="2"/>
              <a:buChar char=""/>
            </a:pPr>
            <a:r>
              <a:rPr b="0" lang="en-US" sz="1600" strike="noStrike" u="none">
                <a:solidFill>
                  <a:schemeClr val="dk1">
                    <a:lumMod val="65000"/>
                    <a:lumOff val="35000"/>
                  </a:schemeClr>
                </a:solidFill>
                <a:effectLst/>
                <a:uFillTx/>
                <a:latin typeface="Arial"/>
              </a:rPr>
              <a:t>Third level</a:t>
            </a:r>
            <a:endParaRPr b="0" lang="en-US" sz="1600" strike="noStrike" u="none">
              <a:solidFill>
                <a:schemeClr val="dk1"/>
              </a:solidFill>
              <a:effectLst/>
              <a:uFillTx/>
              <a:latin typeface="Corbel"/>
            </a:endParaRPr>
          </a:p>
          <a:p>
            <a:pPr lvl="3" marL="1600200" indent="-182880" defTabSz="914400">
              <a:lnSpc>
                <a:spcPct val="90000"/>
              </a:lnSpc>
              <a:spcBef>
                <a:spcPts val="249"/>
              </a:spcBef>
              <a:spcAft>
                <a:spcPts val="249"/>
              </a:spcAft>
              <a:buClr>
                <a:srgbClr val="55b4e8"/>
              </a:buClr>
              <a:buFont typeface="Wingdings 2" charset="2"/>
              <a:buChar char=""/>
            </a:pPr>
            <a:r>
              <a:rPr b="0" lang="en-US" sz="1400" strike="noStrike" u="none">
                <a:solidFill>
                  <a:schemeClr val="dk1">
                    <a:lumMod val="65000"/>
                    <a:lumOff val="35000"/>
                  </a:schemeClr>
                </a:solidFill>
                <a:effectLst/>
                <a:uFillTx/>
                <a:latin typeface="Arial"/>
              </a:rPr>
              <a:t>Fourth level</a:t>
            </a:r>
            <a:endParaRPr b="0" lang="en-US" sz="1400" strike="noStrike" u="none">
              <a:solidFill>
                <a:schemeClr val="dk1"/>
              </a:solidFill>
              <a:effectLst/>
              <a:uFillTx/>
              <a:latin typeface="Corbel"/>
            </a:endParaRPr>
          </a:p>
          <a:p>
            <a:pPr lvl="4" marL="2057400" indent="-182880" defTabSz="914400">
              <a:lnSpc>
                <a:spcPct val="90000"/>
              </a:lnSpc>
              <a:spcBef>
                <a:spcPts val="249"/>
              </a:spcBef>
              <a:spcAft>
                <a:spcPts val="249"/>
              </a:spcAft>
              <a:buClr>
                <a:srgbClr val="55b4e8"/>
              </a:buClr>
              <a:buFont typeface="Wingdings 2" charset="2"/>
              <a:buChar char=""/>
            </a:pPr>
            <a:r>
              <a:rPr b="0" lang="en-US" sz="1400" strike="noStrike" u="none">
                <a:solidFill>
                  <a:schemeClr val="dk1">
                    <a:lumMod val="65000"/>
                    <a:lumOff val="35000"/>
                  </a:schemeClr>
                </a:solidFill>
                <a:effectLst/>
                <a:uFillTx/>
                <a:latin typeface="Arial"/>
              </a:rPr>
              <a:t>Fifth level</a:t>
            </a:r>
            <a:endParaRPr b="0" lang="en-US" sz="1400" strike="noStrike" u="none">
              <a:solidFill>
                <a:schemeClr val="dk1"/>
              </a:solidFill>
              <a:effectLst/>
              <a:uFillTx/>
              <a:latin typeface="Corbel"/>
            </a:endParaRPr>
          </a:p>
        </p:txBody>
      </p:sp>
      <p:sp>
        <p:nvSpPr>
          <p:cNvPr id="136" name="PlaceHolder 4"/>
          <p:cNvSpPr>
            <a:spLocks noGrp="1"/>
          </p:cNvSpPr>
          <p:nvPr>
            <p:ph type="dt" idx="34"/>
          </p:nvPr>
        </p:nvSpPr>
        <p:spPr>
          <a:xfrm>
            <a:off x="262440" y="6356520"/>
            <a:ext cx="2742480" cy="36432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100" strike="noStrike" u="none">
                <a:solidFill>
                  <a:schemeClr val="dk1">
                    <a:lumMod val="50000"/>
                    <a:lumOff val="50000"/>
                  </a:schemeClr>
                </a:solidFill>
                <a:effectLst/>
                <a:uFillTx/>
                <a:latin typeface="Arial"/>
              </a:defRPr>
            </a:lvl1pPr>
          </a:lstStyle>
          <a:p>
            <a:pPr indent="0" defTabSz="457200">
              <a:lnSpc>
                <a:spcPct val="100000"/>
              </a:lnSpc>
              <a:buNone/>
              <a:tabLst>
                <a:tab algn="l" pos="0"/>
              </a:tabLst>
            </a:pPr>
            <a:r>
              <a:rPr b="0" lang="en-US" sz="1100" strike="noStrike" u="none">
                <a:solidFill>
                  <a:schemeClr val="dk1">
                    <a:lumMod val="50000"/>
                    <a:lumOff val="50000"/>
                  </a:schemeClr>
                </a:solidFill>
                <a:effectLst/>
                <a:uFillTx/>
                <a:latin typeface="Arial"/>
              </a:rPr>
              <a:t>&lt;date/time&gt;</a:t>
            </a:r>
            <a:endParaRPr b="0" lang="en-US" sz="1100" strike="noStrike" u="none">
              <a:solidFill>
                <a:srgbClr val="000000"/>
              </a:solidFill>
              <a:effectLst/>
              <a:uFillTx/>
              <a:latin typeface="Times New Roman"/>
            </a:endParaRPr>
          </a:p>
        </p:txBody>
      </p:sp>
      <p:sp>
        <p:nvSpPr>
          <p:cNvPr id="137" name="PlaceHolder 5"/>
          <p:cNvSpPr>
            <a:spLocks noGrp="1"/>
          </p:cNvSpPr>
          <p:nvPr>
            <p:ph type="ftr" idx="35"/>
          </p:nvPr>
        </p:nvSpPr>
        <p:spPr>
          <a:xfrm>
            <a:off x="3869280" y="6356520"/>
            <a:ext cx="5910840" cy="36432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100" strike="noStrike" u="none">
                <a:solidFill>
                  <a:schemeClr val="accent1"/>
                </a:solidFill>
                <a:effectLst/>
                <a:uFillTx/>
                <a:latin typeface="Arial"/>
              </a:defRPr>
            </a:lvl1pPr>
          </a:lstStyle>
          <a:p>
            <a:pPr indent="0" defTabSz="457200">
              <a:lnSpc>
                <a:spcPct val="100000"/>
              </a:lnSpc>
              <a:buNone/>
              <a:tabLst>
                <a:tab algn="l" pos="0"/>
              </a:tabLst>
            </a:pPr>
            <a:r>
              <a:rPr b="0" lang="en-US" sz="1100" strike="noStrike" u="none">
                <a:solidFill>
                  <a:schemeClr val="accent1"/>
                </a:solidFill>
                <a:effectLst/>
                <a:uFillTx/>
                <a:latin typeface="Arial"/>
              </a:rPr>
              <a:t>&lt;footer&gt;</a:t>
            </a:r>
            <a:endParaRPr b="0" lang="en-US" sz="1100" strike="noStrike" u="none">
              <a:solidFill>
                <a:srgbClr val="000000"/>
              </a:solidFill>
              <a:effectLst/>
              <a:uFillTx/>
              <a:latin typeface="Times New Roman"/>
            </a:endParaRPr>
          </a:p>
        </p:txBody>
      </p:sp>
      <p:sp>
        <p:nvSpPr>
          <p:cNvPr id="138" name="PlaceHolder 6"/>
          <p:cNvSpPr>
            <a:spLocks noGrp="1"/>
          </p:cNvSpPr>
          <p:nvPr>
            <p:ph type="sldNum" idx="36"/>
          </p:nvPr>
        </p:nvSpPr>
        <p:spPr>
          <a:xfrm>
            <a:off x="10634040" y="6356520"/>
            <a:ext cx="15303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1" lang="en-US" sz="1200" strike="noStrike" u="none">
                <a:solidFill>
                  <a:schemeClr val="accent1"/>
                </a:solidFill>
                <a:effectLst/>
                <a:uFillTx/>
                <a:latin typeface="Arial"/>
              </a:defRPr>
            </a:lvl1pPr>
          </a:lstStyle>
          <a:p>
            <a:pPr indent="0" algn="r" defTabSz="457200">
              <a:lnSpc>
                <a:spcPct val="100000"/>
              </a:lnSpc>
              <a:buNone/>
              <a:tabLst>
                <a:tab algn="l" pos="0"/>
              </a:tabLst>
            </a:pPr>
            <a:fld id="{37541508-9E71-429C-BD20-62D12BEEBD56}" type="slidenum">
              <a:rPr b="1" lang="en-US" sz="1200" strike="noStrike" u="none">
                <a:solidFill>
                  <a:schemeClr val="accent1"/>
                </a:solidFill>
                <a:effectLst/>
                <a:uFillTx/>
                <a:latin typeface="Arial"/>
              </a:rPr>
              <a:t>&lt;number&gt;</a:t>
            </a:fld>
            <a:endParaRPr b="0" lang="en-US" sz="1200" strike="noStrike" u="none">
              <a:solidFill>
                <a:srgbClr val="000000"/>
              </a:solidFill>
              <a:effectLst/>
              <a:uFillTx/>
              <a:latin typeface="Times New Roman"/>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bg>
      <p:bgPr>
        <a:solidFill>
          <a:srgbClr val="ffffff"/>
        </a:solidFill>
      </p:bgPr>
    </p:bg>
    <p:spTree>
      <p:nvGrpSpPr>
        <p:cNvPr id="1" name=""/>
        <p:cNvGrpSpPr/>
        <p:nvPr/>
      </p:nvGrpSpPr>
      <p:grpSpPr>
        <a:xfrm>
          <a:off x="0" y="0"/>
          <a:ext cx="0" cy="0"/>
          <a:chOff x="0" y="0"/>
          <a:chExt cx="0" cy="0"/>
        </a:xfrm>
      </p:grpSpPr>
      <p:sp>
        <p:nvSpPr>
          <p:cNvPr id="139" name="Rectangle 6"/>
          <p:cNvSpPr/>
          <p:nvPr/>
        </p:nvSpPr>
        <p:spPr>
          <a:xfrm>
            <a:off x="0" y="0"/>
            <a:ext cx="3443040" cy="608904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pPr defTabSz="457200">
              <a:lnSpc>
                <a:spcPct val="100000"/>
              </a:lnSpc>
            </a:pPr>
            <a:endParaRPr b="0" lang="en-US" sz="1800" strike="noStrike" u="none">
              <a:solidFill>
                <a:schemeClr val="lt1"/>
              </a:solidFill>
              <a:effectLst/>
              <a:uFillTx/>
              <a:latin typeface="Arial"/>
            </a:endParaRPr>
          </a:p>
        </p:txBody>
      </p:sp>
      <p:sp>
        <p:nvSpPr>
          <p:cNvPr id="140" name="Rectangle 37"/>
          <p:cNvSpPr/>
          <p:nvPr/>
        </p:nvSpPr>
        <p:spPr>
          <a:xfrm>
            <a:off x="11815920" y="0"/>
            <a:ext cx="383400" cy="6089040"/>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pPr defTabSz="457200">
              <a:lnSpc>
                <a:spcPct val="100000"/>
              </a:lnSpc>
            </a:pPr>
            <a:endParaRPr b="0" lang="en-US" sz="1800" strike="noStrike" u="none">
              <a:solidFill>
                <a:schemeClr val="lt1"/>
              </a:solidFill>
              <a:effectLst/>
              <a:uFillTx/>
              <a:latin typeface="Corbel"/>
            </a:endParaRPr>
          </a:p>
        </p:txBody>
      </p:sp>
      <p:sp>
        <p:nvSpPr>
          <p:cNvPr id="141" name="PlaceHolder 1"/>
          <p:cNvSpPr>
            <a:spLocks noGrp="1"/>
          </p:cNvSpPr>
          <p:nvPr>
            <p:ph type="title"/>
          </p:nvPr>
        </p:nvSpPr>
        <p:spPr>
          <a:xfrm>
            <a:off x="253080" y="222480"/>
            <a:ext cx="2946600" cy="550152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en-US" sz="3600" spc="-60" strike="noStrike" u="none">
                <a:solidFill>
                  <a:srgbClr val="ffffff"/>
                </a:solidFill>
                <a:effectLst/>
                <a:uFillTx/>
                <a:latin typeface="Arial"/>
              </a:rPr>
              <a:t>Click to edit Master title style</a:t>
            </a:r>
            <a:endParaRPr b="0" lang="en-US" sz="3600" strike="noStrike" u="none">
              <a:solidFill>
                <a:schemeClr val="dk1"/>
              </a:solidFill>
              <a:effectLst/>
              <a:uFillTx/>
              <a:latin typeface="Corbel"/>
            </a:endParaRPr>
          </a:p>
        </p:txBody>
      </p:sp>
      <p:sp>
        <p:nvSpPr>
          <p:cNvPr id="142" name="PlaceHolder 2"/>
          <p:cNvSpPr>
            <a:spLocks noGrp="1"/>
          </p:cNvSpPr>
          <p:nvPr>
            <p:ph type="body"/>
          </p:nvPr>
        </p:nvSpPr>
        <p:spPr>
          <a:xfrm>
            <a:off x="3867840" y="222480"/>
            <a:ext cx="3474000" cy="5766120"/>
          </a:xfrm>
          <a:prstGeom prst="rect">
            <a:avLst/>
          </a:prstGeom>
          <a:noFill/>
          <a:ln w="0">
            <a:noFill/>
          </a:ln>
        </p:spPr>
        <p:txBody>
          <a:bodyPr lIns="91440" rIns="91440" tIns="45720" bIns="45720" anchor="ctr">
            <a:noAutofit/>
          </a:bodyPr>
          <a:p>
            <a:pPr marL="182880" indent="-182880" defTabSz="914400">
              <a:lnSpc>
                <a:spcPct val="90000"/>
              </a:lnSpc>
              <a:spcBef>
                <a:spcPts val="1199"/>
              </a:spcBef>
              <a:buClr>
                <a:srgbClr val="55b4e8"/>
              </a:buClr>
              <a:buFont typeface="Wingdings 2" charset="2"/>
              <a:buChar char=""/>
            </a:pPr>
            <a:r>
              <a:rPr b="0" lang="en-US" sz="2000" strike="noStrike" u="none">
                <a:solidFill>
                  <a:schemeClr val="dk1">
                    <a:lumMod val="65000"/>
                    <a:lumOff val="35000"/>
                  </a:schemeClr>
                </a:solidFill>
                <a:effectLst/>
                <a:uFillTx/>
                <a:latin typeface="Arial"/>
              </a:rPr>
              <a:t>Edit Master text styles</a:t>
            </a:r>
            <a:endParaRPr b="0" lang="en-US" sz="2000" strike="noStrike" u="none">
              <a:solidFill>
                <a:schemeClr val="dk1"/>
              </a:solidFill>
              <a:effectLst/>
              <a:uFillTx/>
              <a:latin typeface="Corbel"/>
            </a:endParaRPr>
          </a:p>
          <a:p>
            <a:pPr lvl="1" marL="685800" indent="-182880" defTabSz="914400">
              <a:lnSpc>
                <a:spcPct val="90000"/>
              </a:lnSpc>
              <a:spcBef>
                <a:spcPts val="249"/>
              </a:spcBef>
              <a:spcAft>
                <a:spcPts val="249"/>
              </a:spcAft>
              <a:buClr>
                <a:srgbClr val="55b4e8"/>
              </a:buClr>
              <a:buFont typeface="Wingdings 2" charset="2"/>
              <a:buChar char=""/>
            </a:pPr>
            <a:r>
              <a:rPr b="0" lang="en-US" sz="1800" strike="noStrike" u="none">
                <a:solidFill>
                  <a:schemeClr val="dk1">
                    <a:lumMod val="65000"/>
                    <a:lumOff val="35000"/>
                  </a:schemeClr>
                </a:solidFill>
                <a:effectLst/>
                <a:uFillTx/>
                <a:latin typeface="Arial"/>
              </a:rPr>
              <a:t>Second level</a:t>
            </a:r>
            <a:endParaRPr b="0" lang="en-US" sz="1800" strike="noStrike" u="none">
              <a:solidFill>
                <a:schemeClr val="dk1"/>
              </a:solidFill>
              <a:effectLst/>
              <a:uFillTx/>
              <a:latin typeface="Corbel"/>
            </a:endParaRPr>
          </a:p>
          <a:p>
            <a:pPr lvl="2" marL="1143000" indent="-182880" defTabSz="914400">
              <a:lnSpc>
                <a:spcPct val="90000"/>
              </a:lnSpc>
              <a:spcBef>
                <a:spcPts val="249"/>
              </a:spcBef>
              <a:spcAft>
                <a:spcPts val="249"/>
              </a:spcAft>
              <a:buClr>
                <a:srgbClr val="55b4e8"/>
              </a:buClr>
              <a:buFont typeface="Wingdings 2" charset="2"/>
              <a:buChar char=""/>
            </a:pPr>
            <a:r>
              <a:rPr b="0" lang="en-US" sz="1600" strike="noStrike" u="none">
                <a:solidFill>
                  <a:schemeClr val="dk1">
                    <a:lumMod val="65000"/>
                    <a:lumOff val="35000"/>
                  </a:schemeClr>
                </a:solidFill>
                <a:effectLst/>
                <a:uFillTx/>
                <a:latin typeface="Arial"/>
              </a:rPr>
              <a:t>Third level</a:t>
            </a:r>
            <a:endParaRPr b="0" lang="en-US" sz="1600" strike="noStrike" u="none">
              <a:solidFill>
                <a:schemeClr val="dk1"/>
              </a:solidFill>
              <a:effectLst/>
              <a:uFillTx/>
              <a:latin typeface="Corbel"/>
            </a:endParaRPr>
          </a:p>
          <a:p>
            <a:pPr lvl="3" marL="1600200" indent="-182880" defTabSz="914400">
              <a:lnSpc>
                <a:spcPct val="90000"/>
              </a:lnSpc>
              <a:spcBef>
                <a:spcPts val="249"/>
              </a:spcBef>
              <a:spcAft>
                <a:spcPts val="249"/>
              </a:spcAft>
              <a:buClr>
                <a:srgbClr val="55b4e8"/>
              </a:buClr>
              <a:buFont typeface="Wingdings 2" charset="2"/>
              <a:buChar char=""/>
            </a:pPr>
            <a:r>
              <a:rPr b="0" lang="en-US" sz="1400" strike="noStrike" u="none">
                <a:solidFill>
                  <a:schemeClr val="dk1">
                    <a:lumMod val="65000"/>
                    <a:lumOff val="35000"/>
                  </a:schemeClr>
                </a:solidFill>
                <a:effectLst/>
                <a:uFillTx/>
                <a:latin typeface="Arial"/>
              </a:rPr>
              <a:t>Fourth level</a:t>
            </a:r>
            <a:endParaRPr b="0" lang="en-US" sz="1400" strike="noStrike" u="none">
              <a:solidFill>
                <a:schemeClr val="dk1"/>
              </a:solidFill>
              <a:effectLst/>
              <a:uFillTx/>
              <a:latin typeface="Corbel"/>
            </a:endParaRPr>
          </a:p>
          <a:p>
            <a:pPr lvl="4" marL="2057400" indent="-182880" defTabSz="914400">
              <a:lnSpc>
                <a:spcPct val="90000"/>
              </a:lnSpc>
              <a:spcBef>
                <a:spcPts val="249"/>
              </a:spcBef>
              <a:spcAft>
                <a:spcPts val="249"/>
              </a:spcAft>
              <a:buClr>
                <a:srgbClr val="55b4e8"/>
              </a:buClr>
              <a:buFont typeface="Wingdings 2" charset="2"/>
              <a:buChar char=""/>
            </a:pPr>
            <a:r>
              <a:rPr b="0" lang="en-US" sz="1400" strike="noStrike" u="none">
                <a:solidFill>
                  <a:schemeClr val="dk1">
                    <a:lumMod val="65000"/>
                    <a:lumOff val="35000"/>
                  </a:schemeClr>
                </a:solidFill>
                <a:effectLst/>
                <a:uFillTx/>
                <a:latin typeface="Arial"/>
              </a:rPr>
              <a:t>Fifth level</a:t>
            </a:r>
            <a:endParaRPr b="0" lang="en-US" sz="1400" strike="noStrike" u="none">
              <a:solidFill>
                <a:schemeClr val="dk1"/>
              </a:solidFill>
              <a:effectLst/>
              <a:uFillTx/>
              <a:latin typeface="Corbel"/>
            </a:endParaRPr>
          </a:p>
        </p:txBody>
      </p:sp>
      <p:sp>
        <p:nvSpPr>
          <p:cNvPr id="143" name="PlaceHolder 3"/>
          <p:cNvSpPr>
            <a:spLocks noGrp="1"/>
          </p:cNvSpPr>
          <p:nvPr>
            <p:ph type="body"/>
          </p:nvPr>
        </p:nvSpPr>
        <p:spPr>
          <a:xfrm>
            <a:off x="7818120" y="222480"/>
            <a:ext cx="3474000" cy="5766120"/>
          </a:xfrm>
          <a:prstGeom prst="rect">
            <a:avLst/>
          </a:prstGeom>
          <a:noFill/>
          <a:ln w="0">
            <a:noFill/>
          </a:ln>
        </p:spPr>
        <p:txBody>
          <a:bodyPr lIns="91440" rIns="91440" tIns="45720" bIns="45720" anchor="ctr">
            <a:noAutofit/>
          </a:bodyPr>
          <a:p>
            <a:pPr marL="182880" indent="-182880" defTabSz="914400">
              <a:lnSpc>
                <a:spcPct val="90000"/>
              </a:lnSpc>
              <a:spcBef>
                <a:spcPts val="1199"/>
              </a:spcBef>
              <a:buClr>
                <a:srgbClr val="55b4e8"/>
              </a:buClr>
              <a:buFont typeface="Wingdings 2" charset="2"/>
              <a:buChar char=""/>
            </a:pPr>
            <a:r>
              <a:rPr b="0" lang="en-US" sz="2000" strike="noStrike" u="none">
                <a:solidFill>
                  <a:schemeClr val="dk1">
                    <a:lumMod val="65000"/>
                    <a:lumOff val="35000"/>
                  </a:schemeClr>
                </a:solidFill>
                <a:effectLst/>
                <a:uFillTx/>
                <a:latin typeface="Arial"/>
              </a:rPr>
              <a:t>Edit Master text styles</a:t>
            </a:r>
            <a:endParaRPr b="0" lang="en-US" sz="2000" strike="noStrike" u="none">
              <a:solidFill>
                <a:schemeClr val="dk1"/>
              </a:solidFill>
              <a:effectLst/>
              <a:uFillTx/>
              <a:latin typeface="Corbel"/>
            </a:endParaRPr>
          </a:p>
          <a:p>
            <a:pPr lvl="1" marL="685800" indent="-182880" defTabSz="914400">
              <a:lnSpc>
                <a:spcPct val="90000"/>
              </a:lnSpc>
              <a:spcBef>
                <a:spcPts val="249"/>
              </a:spcBef>
              <a:spcAft>
                <a:spcPts val="249"/>
              </a:spcAft>
              <a:buClr>
                <a:srgbClr val="55b4e8"/>
              </a:buClr>
              <a:buFont typeface="Wingdings 2" charset="2"/>
              <a:buChar char=""/>
            </a:pPr>
            <a:r>
              <a:rPr b="0" lang="en-US" sz="1800" strike="noStrike" u="none">
                <a:solidFill>
                  <a:schemeClr val="dk1">
                    <a:lumMod val="65000"/>
                    <a:lumOff val="35000"/>
                  </a:schemeClr>
                </a:solidFill>
                <a:effectLst/>
                <a:uFillTx/>
                <a:latin typeface="Arial"/>
              </a:rPr>
              <a:t>Second level</a:t>
            </a:r>
            <a:endParaRPr b="0" lang="en-US" sz="1800" strike="noStrike" u="none">
              <a:solidFill>
                <a:schemeClr val="dk1"/>
              </a:solidFill>
              <a:effectLst/>
              <a:uFillTx/>
              <a:latin typeface="Corbel"/>
            </a:endParaRPr>
          </a:p>
          <a:p>
            <a:pPr lvl="2" marL="1143000" indent="-182880" defTabSz="914400">
              <a:lnSpc>
                <a:spcPct val="90000"/>
              </a:lnSpc>
              <a:spcBef>
                <a:spcPts val="249"/>
              </a:spcBef>
              <a:spcAft>
                <a:spcPts val="249"/>
              </a:spcAft>
              <a:buClr>
                <a:srgbClr val="55b4e8"/>
              </a:buClr>
              <a:buFont typeface="Wingdings 2" charset="2"/>
              <a:buChar char=""/>
            </a:pPr>
            <a:r>
              <a:rPr b="0" lang="en-US" sz="1600" strike="noStrike" u="none">
                <a:solidFill>
                  <a:schemeClr val="dk1">
                    <a:lumMod val="65000"/>
                    <a:lumOff val="35000"/>
                  </a:schemeClr>
                </a:solidFill>
                <a:effectLst/>
                <a:uFillTx/>
                <a:latin typeface="Arial"/>
              </a:rPr>
              <a:t>Third level</a:t>
            </a:r>
            <a:endParaRPr b="0" lang="en-US" sz="1600" strike="noStrike" u="none">
              <a:solidFill>
                <a:schemeClr val="dk1"/>
              </a:solidFill>
              <a:effectLst/>
              <a:uFillTx/>
              <a:latin typeface="Corbel"/>
            </a:endParaRPr>
          </a:p>
          <a:p>
            <a:pPr lvl="3" marL="1600200" indent="-182880" defTabSz="914400">
              <a:lnSpc>
                <a:spcPct val="90000"/>
              </a:lnSpc>
              <a:spcBef>
                <a:spcPts val="249"/>
              </a:spcBef>
              <a:spcAft>
                <a:spcPts val="249"/>
              </a:spcAft>
              <a:buClr>
                <a:srgbClr val="55b4e8"/>
              </a:buClr>
              <a:buFont typeface="Wingdings 2" charset="2"/>
              <a:buChar char=""/>
            </a:pPr>
            <a:r>
              <a:rPr b="0" lang="en-US" sz="1400" strike="noStrike" u="none">
                <a:solidFill>
                  <a:schemeClr val="dk1">
                    <a:lumMod val="65000"/>
                    <a:lumOff val="35000"/>
                  </a:schemeClr>
                </a:solidFill>
                <a:effectLst/>
                <a:uFillTx/>
                <a:latin typeface="Arial"/>
              </a:rPr>
              <a:t>Fourth level</a:t>
            </a:r>
            <a:endParaRPr b="0" lang="en-US" sz="1400" strike="noStrike" u="none">
              <a:solidFill>
                <a:schemeClr val="dk1"/>
              </a:solidFill>
              <a:effectLst/>
              <a:uFillTx/>
              <a:latin typeface="Corbel"/>
            </a:endParaRPr>
          </a:p>
          <a:p>
            <a:pPr lvl="4" marL="2057400" indent="-182880" defTabSz="914400">
              <a:lnSpc>
                <a:spcPct val="90000"/>
              </a:lnSpc>
              <a:spcBef>
                <a:spcPts val="249"/>
              </a:spcBef>
              <a:spcAft>
                <a:spcPts val="249"/>
              </a:spcAft>
              <a:buClr>
                <a:srgbClr val="55b4e8"/>
              </a:buClr>
              <a:buFont typeface="Wingdings 2" charset="2"/>
              <a:buChar char=""/>
            </a:pPr>
            <a:r>
              <a:rPr b="0" lang="en-US" sz="1400" strike="noStrike" u="none">
                <a:solidFill>
                  <a:schemeClr val="dk1">
                    <a:lumMod val="65000"/>
                    <a:lumOff val="35000"/>
                  </a:schemeClr>
                </a:solidFill>
                <a:effectLst/>
                <a:uFillTx/>
                <a:latin typeface="Arial"/>
              </a:rPr>
              <a:t>Fifth level</a:t>
            </a:r>
            <a:endParaRPr b="0" lang="en-US" sz="1400" strike="noStrike" u="none">
              <a:solidFill>
                <a:schemeClr val="dk1"/>
              </a:solidFill>
              <a:effectLst/>
              <a:uFillTx/>
              <a:latin typeface="Corbel"/>
            </a:endParaRPr>
          </a:p>
        </p:txBody>
      </p:sp>
      <p:sp>
        <p:nvSpPr>
          <p:cNvPr id="144" name="PlaceHolder 4"/>
          <p:cNvSpPr>
            <a:spLocks noGrp="1"/>
          </p:cNvSpPr>
          <p:nvPr>
            <p:ph type="dt" idx="37"/>
          </p:nvPr>
        </p:nvSpPr>
        <p:spPr>
          <a:xfrm>
            <a:off x="262440" y="6356520"/>
            <a:ext cx="2742480" cy="36432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100" strike="noStrike" u="none">
                <a:solidFill>
                  <a:schemeClr val="dk1">
                    <a:lumMod val="50000"/>
                    <a:lumOff val="50000"/>
                  </a:schemeClr>
                </a:solidFill>
                <a:effectLst/>
                <a:uFillTx/>
                <a:latin typeface="Arial"/>
              </a:defRPr>
            </a:lvl1pPr>
          </a:lstStyle>
          <a:p>
            <a:pPr indent="0" defTabSz="457200">
              <a:lnSpc>
                <a:spcPct val="100000"/>
              </a:lnSpc>
              <a:buNone/>
              <a:tabLst>
                <a:tab algn="l" pos="0"/>
              </a:tabLst>
            </a:pPr>
            <a:r>
              <a:rPr b="0" lang="en-US" sz="1100" strike="noStrike" u="none">
                <a:solidFill>
                  <a:schemeClr val="dk1">
                    <a:lumMod val="50000"/>
                    <a:lumOff val="50000"/>
                  </a:schemeClr>
                </a:solidFill>
                <a:effectLst/>
                <a:uFillTx/>
                <a:latin typeface="Arial"/>
              </a:rPr>
              <a:t>&lt;date/time&gt;</a:t>
            </a:r>
            <a:endParaRPr b="0" lang="en-US" sz="1100" strike="noStrike" u="none">
              <a:solidFill>
                <a:srgbClr val="000000"/>
              </a:solidFill>
              <a:effectLst/>
              <a:uFillTx/>
              <a:latin typeface="Times New Roman"/>
            </a:endParaRPr>
          </a:p>
        </p:txBody>
      </p:sp>
      <p:sp>
        <p:nvSpPr>
          <p:cNvPr id="145" name="PlaceHolder 5"/>
          <p:cNvSpPr>
            <a:spLocks noGrp="1"/>
          </p:cNvSpPr>
          <p:nvPr>
            <p:ph type="ftr" idx="38"/>
          </p:nvPr>
        </p:nvSpPr>
        <p:spPr>
          <a:xfrm>
            <a:off x="3869280" y="6356520"/>
            <a:ext cx="5910840" cy="36432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100" strike="noStrike" u="none">
                <a:solidFill>
                  <a:schemeClr val="accent1"/>
                </a:solidFill>
                <a:effectLst/>
                <a:uFillTx/>
                <a:latin typeface="Arial"/>
              </a:defRPr>
            </a:lvl1pPr>
          </a:lstStyle>
          <a:p>
            <a:pPr indent="0" defTabSz="457200">
              <a:lnSpc>
                <a:spcPct val="100000"/>
              </a:lnSpc>
              <a:buNone/>
              <a:tabLst>
                <a:tab algn="l" pos="0"/>
              </a:tabLst>
            </a:pPr>
            <a:r>
              <a:rPr b="0" lang="en-US" sz="1100" strike="noStrike" u="none">
                <a:solidFill>
                  <a:schemeClr val="accent1"/>
                </a:solidFill>
                <a:effectLst/>
                <a:uFillTx/>
                <a:latin typeface="Arial"/>
              </a:rPr>
              <a:t>&lt;footer&gt;</a:t>
            </a:r>
            <a:endParaRPr b="0" lang="en-US" sz="1100" strike="noStrike" u="none">
              <a:solidFill>
                <a:srgbClr val="000000"/>
              </a:solidFill>
              <a:effectLst/>
              <a:uFillTx/>
              <a:latin typeface="Times New Roman"/>
            </a:endParaRPr>
          </a:p>
        </p:txBody>
      </p:sp>
      <p:sp>
        <p:nvSpPr>
          <p:cNvPr id="146" name="PlaceHolder 6"/>
          <p:cNvSpPr>
            <a:spLocks noGrp="1"/>
          </p:cNvSpPr>
          <p:nvPr>
            <p:ph type="sldNum" idx="39"/>
          </p:nvPr>
        </p:nvSpPr>
        <p:spPr>
          <a:xfrm>
            <a:off x="10634040" y="6356520"/>
            <a:ext cx="15303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1" lang="en-US" sz="1200" strike="noStrike" u="none">
                <a:solidFill>
                  <a:schemeClr val="accent1"/>
                </a:solidFill>
                <a:effectLst/>
                <a:uFillTx/>
                <a:latin typeface="Arial"/>
              </a:defRPr>
            </a:lvl1pPr>
          </a:lstStyle>
          <a:p>
            <a:pPr indent="0" algn="r" defTabSz="457200">
              <a:lnSpc>
                <a:spcPct val="100000"/>
              </a:lnSpc>
              <a:buNone/>
              <a:tabLst>
                <a:tab algn="l" pos="0"/>
              </a:tabLst>
            </a:pPr>
            <a:fld id="{5B7D755F-BB47-4767-AA3C-5CBB74EBED65}" type="slidenum">
              <a:rPr b="1" lang="en-US" sz="1200" strike="noStrike" u="none">
                <a:solidFill>
                  <a:schemeClr val="accent1"/>
                </a:solidFill>
                <a:effectLst/>
                <a:uFillTx/>
                <a:latin typeface="Arial"/>
              </a:rPr>
              <a:t>&lt;number&gt;</a:t>
            </a:fld>
            <a:endParaRPr b="0" lang="en-US" sz="1200" strike="noStrike" u="none">
              <a:solidFill>
                <a:srgbClr val="000000"/>
              </a:solidFill>
              <a:effectLst/>
              <a:uFillTx/>
              <a:latin typeface="Times New Roman"/>
            </a:endParaRP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solidFill>
          <a:srgbClr val="ffffff"/>
        </a:solidFill>
      </p:bgPr>
    </p:bg>
    <p:spTree>
      <p:nvGrpSpPr>
        <p:cNvPr id="1" name=""/>
        <p:cNvGrpSpPr/>
        <p:nvPr/>
      </p:nvGrpSpPr>
      <p:grpSpPr>
        <a:xfrm>
          <a:off x="0" y="0"/>
          <a:ext cx="0" cy="0"/>
          <a:chOff x="0" y="0"/>
          <a:chExt cx="0" cy="0"/>
        </a:xfrm>
      </p:grpSpPr>
      <p:sp>
        <p:nvSpPr>
          <p:cNvPr id="147" name="Rectangle 6"/>
          <p:cNvSpPr/>
          <p:nvPr/>
        </p:nvSpPr>
        <p:spPr>
          <a:xfrm>
            <a:off x="0" y="0"/>
            <a:ext cx="3443040" cy="608904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pPr defTabSz="457200">
              <a:lnSpc>
                <a:spcPct val="100000"/>
              </a:lnSpc>
            </a:pPr>
            <a:endParaRPr b="0" lang="en-US" sz="1800" strike="noStrike" u="none">
              <a:solidFill>
                <a:schemeClr val="lt1"/>
              </a:solidFill>
              <a:effectLst/>
              <a:uFillTx/>
              <a:latin typeface="Arial"/>
            </a:endParaRPr>
          </a:p>
        </p:txBody>
      </p:sp>
      <p:sp>
        <p:nvSpPr>
          <p:cNvPr id="148" name="Rectangle 37"/>
          <p:cNvSpPr/>
          <p:nvPr/>
        </p:nvSpPr>
        <p:spPr>
          <a:xfrm>
            <a:off x="11815920" y="0"/>
            <a:ext cx="383400" cy="6089040"/>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pPr defTabSz="457200">
              <a:lnSpc>
                <a:spcPct val="100000"/>
              </a:lnSpc>
            </a:pPr>
            <a:endParaRPr b="0" lang="en-US" sz="1800" strike="noStrike" u="none">
              <a:solidFill>
                <a:schemeClr val="lt1"/>
              </a:solidFill>
              <a:effectLst/>
              <a:uFillTx/>
              <a:latin typeface="Corbel"/>
            </a:endParaRPr>
          </a:p>
        </p:txBody>
      </p:sp>
      <p:sp>
        <p:nvSpPr>
          <p:cNvPr id="149" name="PlaceHolder 1"/>
          <p:cNvSpPr>
            <a:spLocks noGrp="1"/>
          </p:cNvSpPr>
          <p:nvPr>
            <p:ph type="body"/>
          </p:nvPr>
        </p:nvSpPr>
        <p:spPr>
          <a:xfrm>
            <a:off x="7818480" y="5748480"/>
            <a:ext cx="3474000" cy="364320"/>
          </a:xfrm>
          <a:prstGeom prst="rect">
            <a:avLst/>
          </a:prstGeom>
          <a:noFill/>
          <a:ln w="0">
            <a:noFill/>
          </a:ln>
        </p:spPr>
        <p:txBody>
          <a:bodyPr lIns="91440" rIns="91440" tIns="45720" bIns="45720" anchor="b">
            <a:noAutofit/>
          </a:bodyPr>
          <a:p>
            <a:pPr marL="228600" indent="0" defTabSz="914400">
              <a:lnSpc>
                <a:spcPct val="90000"/>
              </a:lnSpc>
              <a:spcBef>
                <a:spcPts val="1001"/>
              </a:spcBef>
              <a:buNone/>
              <a:tabLst>
                <a:tab algn="l" pos="0"/>
              </a:tabLst>
            </a:pPr>
            <a:r>
              <a:rPr b="0" lang="en-US" sz="700" strike="noStrike" u="none">
                <a:solidFill>
                  <a:schemeClr val="dk1">
                    <a:lumMod val="65000"/>
                    <a:lumOff val="35000"/>
                  </a:schemeClr>
                </a:solidFill>
                <a:effectLst/>
                <a:uFillTx/>
                <a:latin typeface="Arial"/>
              </a:rPr>
              <a:t>Click to edit Master text styles (right)</a:t>
            </a:r>
            <a:endParaRPr b="0" lang="en-US" sz="700" strike="noStrike" u="none">
              <a:solidFill>
                <a:schemeClr val="dk1"/>
              </a:solidFill>
              <a:effectLst/>
              <a:uFillTx/>
              <a:latin typeface="Corbel"/>
            </a:endParaRPr>
          </a:p>
        </p:txBody>
      </p:sp>
      <p:sp>
        <p:nvSpPr>
          <p:cNvPr id="150" name="PlaceHolder 2"/>
          <p:cNvSpPr>
            <a:spLocks noGrp="1"/>
          </p:cNvSpPr>
          <p:nvPr>
            <p:ph type="body"/>
          </p:nvPr>
        </p:nvSpPr>
        <p:spPr>
          <a:xfrm>
            <a:off x="7818480" y="1224360"/>
            <a:ext cx="3474000" cy="4373640"/>
          </a:xfrm>
          <a:prstGeom prst="rect">
            <a:avLst/>
          </a:prstGeom>
          <a:noFill/>
          <a:ln w="0">
            <a:noFill/>
          </a:ln>
        </p:spPr>
        <p:txBody>
          <a:bodyPr lIns="91440" rIns="91440" tIns="45720" bIns="45720" anchor="t">
            <a:noAutofit/>
          </a:bodyPr>
          <a:p>
            <a:pPr marL="182880" indent="-182880" defTabSz="914400">
              <a:lnSpc>
                <a:spcPct val="90000"/>
              </a:lnSpc>
              <a:spcBef>
                <a:spcPts val="1199"/>
              </a:spcBef>
              <a:buClr>
                <a:srgbClr val="55b4e8"/>
              </a:buClr>
              <a:buFont typeface="Wingdings 2" charset="2"/>
              <a:buChar char=""/>
            </a:pPr>
            <a:r>
              <a:rPr b="0" lang="en-US" sz="2000" strike="noStrike" u="none">
                <a:solidFill>
                  <a:schemeClr val="dk1">
                    <a:lumMod val="65000"/>
                    <a:lumOff val="35000"/>
                  </a:schemeClr>
                </a:solidFill>
                <a:effectLst/>
                <a:uFillTx/>
                <a:latin typeface="Arial"/>
              </a:rPr>
              <a:t>Click to edit Master text styles (right)</a:t>
            </a:r>
            <a:endParaRPr b="0" lang="en-US" sz="2000" strike="noStrike" u="none">
              <a:solidFill>
                <a:schemeClr val="dk1"/>
              </a:solidFill>
              <a:effectLst/>
              <a:uFillTx/>
              <a:latin typeface="Corbel"/>
            </a:endParaRPr>
          </a:p>
          <a:p>
            <a:pPr lvl="1" marL="685800" indent="-182880" defTabSz="914400">
              <a:lnSpc>
                <a:spcPct val="90000"/>
              </a:lnSpc>
              <a:spcBef>
                <a:spcPts val="249"/>
              </a:spcBef>
              <a:spcAft>
                <a:spcPts val="249"/>
              </a:spcAft>
              <a:buClr>
                <a:srgbClr val="55b4e8"/>
              </a:buClr>
              <a:buFont typeface="Wingdings 2" charset="2"/>
              <a:buChar char=""/>
            </a:pPr>
            <a:r>
              <a:rPr b="0" lang="en-US" sz="1800" strike="noStrike" u="none">
                <a:solidFill>
                  <a:schemeClr val="dk1">
                    <a:lumMod val="65000"/>
                    <a:lumOff val="35000"/>
                  </a:schemeClr>
                </a:solidFill>
                <a:effectLst/>
                <a:uFillTx/>
                <a:latin typeface="Arial"/>
              </a:rPr>
              <a:t>Second level</a:t>
            </a:r>
            <a:endParaRPr b="0" lang="en-US" sz="1800" strike="noStrike" u="none">
              <a:solidFill>
                <a:schemeClr val="dk1"/>
              </a:solidFill>
              <a:effectLst/>
              <a:uFillTx/>
              <a:latin typeface="Corbel"/>
            </a:endParaRPr>
          </a:p>
          <a:p>
            <a:pPr lvl="2" marL="1143000" indent="-182880" defTabSz="914400">
              <a:lnSpc>
                <a:spcPct val="90000"/>
              </a:lnSpc>
              <a:spcBef>
                <a:spcPts val="249"/>
              </a:spcBef>
              <a:spcAft>
                <a:spcPts val="249"/>
              </a:spcAft>
              <a:buClr>
                <a:srgbClr val="55b4e8"/>
              </a:buClr>
              <a:buFont typeface="Wingdings 2" charset="2"/>
              <a:buChar char=""/>
            </a:pPr>
            <a:r>
              <a:rPr b="0" lang="en-US" sz="1600" strike="noStrike" u="none">
                <a:solidFill>
                  <a:schemeClr val="dk1">
                    <a:lumMod val="65000"/>
                    <a:lumOff val="35000"/>
                  </a:schemeClr>
                </a:solidFill>
                <a:effectLst/>
                <a:uFillTx/>
                <a:latin typeface="Arial"/>
              </a:rPr>
              <a:t>Third level</a:t>
            </a:r>
            <a:endParaRPr b="0" lang="en-US" sz="1600" strike="noStrike" u="none">
              <a:solidFill>
                <a:schemeClr val="dk1"/>
              </a:solidFill>
              <a:effectLst/>
              <a:uFillTx/>
              <a:latin typeface="Corbel"/>
            </a:endParaRPr>
          </a:p>
          <a:p>
            <a:pPr lvl="3" marL="1600200" indent="-182880" defTabSz="914400">
              <a:lnSpc>
                <a:spcPct val="90000"/>
              </a:lnSpc>
              <a:spcBef>
                <a:spcPts val="249"/>
              </a:spcBef>
              <a:spcAft>
                <a:spcPts val="249"/>
              </a:spcAft>
              <a:buClr>
                <a:srgbClr val="55b4e8"/>
              </a:buClr>
              <a:buFont typeface="Wingdings 2" charset="2"/>
              <a:buChar char=""/>
            </a:pPr>
            <a:r>
              <a:rPr b="0" lang="en-US" sz="1400" strike="noStrike" u="none">
                <a:solidFill>
                  <a:schemeClr val="dk1">
                    <a:lumMod val="65000"/>
                    <a:lumOff val="35000"/>
                  </a:schemeClr>
                </a:solidFill>
                <a:effectLst/>
                <a:uFillTx/>
                <a:latin typeface="Arial"/>
              </a:rPr>
              <a:t>Fourth level</a:t>
            </a:r>
            <a:endParaRPr b="0" lang="en-US" sz="1400" strike="noStrike" u="none">
              <a:solidFill>
                <a:schemeClr val="dk1"/>
              </a:solidFill>
              <a:effectLst/>
              <a:uFillTx/>
              <a:latin typeface="Corbel"/>
            </a:endParaRPr>
          </a:p>
          <a:p>
            <a:pPr lvl="4" marL="2057400" indent="-182880" defTabSz="914400">
              <a:lnSpc>
                <a:spcPct val="90000"/>
              </a:lnSpc>
              <a:spcBef>
                <a:spcPts val="249"/>
              </a:spcBef>
              <a:spcAft>
                <a:spcPts val="249"/>
              </a:spcAft>
              <a:buClr>
                <a:srgbClr val="55b4e8"/>
              </a:buClr>
              <a:buFont typeface="Wingdings 2" charset="2"/>
              <a:buChar char=""/>
            </a:pPr>
            <a:r>
              <a:rPr b="0" lang="en-US" sz="1400" strike="noStrike" u="none">
                <a:solidFill>
                  <a:schemeClr val="dk1">
                    <a:lumMod val="65000"/>
                    <a:lumOff val="35000"/>
                  </a:schemeClr>
                </a:solidFill>
                <a:effectLst/>
                <a:uFillTx/>
                <a:latin typeface="Arial"/>
              </a:rPr>
              <a:t>Fifth level</a:t>
            </a:r>
            <a:endParaRPr b="0" lang="en-US" sz="1400" strike="noStrike" u="none">
              <a:solidFill>
                <a:schemeClr val="dk1"/>
              </a:solidFill>
              <a:effectLst/>
              <a:uFillTx/>
              <a:latin typeface="Corbel"/>
            </a:endParaRPr>
          </a:p>
        </p:txBody>
      </p:sp>
      <p:sp>
        <p:nvSpPr>
          <p:cNvPr id="151" name="PlaceHolder 3"/>
          <p:cNvSpPr>
            <a:spLocks noGrp="1"/>
          </p:cNvSpPr>
          <p:nvPr>
            <p:ph type="body"/>
          </p:nvPr>
        </p:nvSpPr>
        <p:spPr>
          <a:xfrm>
            <a:off x="7818480" y="261720"/>
            <a:ext cx="3474000" cy="812520"/>
          </a:xfrm>
          <a:prstGeom prst="rect">
            <a:avLst/>
          </a:prstGeom>
          <a:noFill/>
          <a:ln w="0">
            <a:noFill/>
          </a:ln>
        </p:spPr>
        <p:txBody>
          <a:bodyPr lIns="91440" rIns="91440" tIns="45720" bIns="45720" anchor="t">
            <a:normAutofit/>
          </a:bodyPr>
          <a:p>
            <a:pPr marL="228600" indent="0" defTabSz="914400">
              <a:lnSpc>
                <a:spcPct val="90000"/>
              </a:lnSpc>
              <a:spcBef>
                <a:spcPts val="1001"/>
              </a:spcBef>
              <a:buNone/>
              <a:tabLst>
                <a:tab algn="l" pos="0"/>
              </a:tabLst>
            </a:pPr>
            <a:r>
              <a:rPr b="1" lang="en-US" sz="2400" strike="noStrike" u="none">
                <a:solidFill>
                  <a:schemeClr val="dk1">
                    <a:lumMod val="65000"/>
                    <a:lumOff val="35000"/>
                  </a:schemeClr>
                </a:solidFill>
                <a:effectLst/>
                <a:uFillTx/>
                <a:latin typeface="Arial"/>
              </a:rPr>
              <a:t>Click to edit Master </a:t>
            </a:r>
            <a:r>
              <a:rPr b="1" lang="en-US" sz="2400" strike="noStrike" u="none">
                <a:solidFill>
                  <a:schemeClr val="dk1">
                    <a:lumMod val="65000"/>
                    <a:lumOff val="35000"/>
                  </a:schemeClr>
                </a:solidFill>
                <a:effectLst/>
                <a:uFillTx/>
                <a:latin typeface="Arial"/>
              </a:rPr>
              <a:t>text styles (right)</a:t>
            </a:r>
            <a:endParaRPr b="0" lang="en-US" sz="2400" strike="noStrike" u="none">
              <a:solidFill>
                <a:schemeClr val="dk1"/>
              </a:solidFill>
              <a:effectLst/>
              <a:uFillTx/>
              <a:latin typeface="Corbel"/>
            </a:endParaRPr>
          </a:p>
        </p:txBody>
      </p:sp>
      <p:sp>
        <p:nvSpPr>
          <p:cNvPr id="152" name="PlaceHolder 4"/>
          <p:cNvSpPr>
            <a:spLocks noGrp="1"/>
          </p:cNvSpPr>
          <p:nvPr>
            <p:ph type="body"/>
          </p:nvPr>
        </p:nvSpPr>
        <p:spPr>
          <a:xfrm>
            <a:off x="3858840" y="5748480"/>
            <a:ext cx="3474000" cy="364320"/>
          </a:xfrm>
          <a:prstGeom prst="rect">
            <a:avLst/>
          </a:prstGeom>
          <a:noFill/>
          <a:ln w="0">
            <a:noFill/>
          </a:ln>
        </p:spPr>
        <p:txBody>
          <a:bodyPr lIns="91440" rIns="91440" tIns="45720" bIns="45720" anchor="b">
            <a:noAutofit/>
          </a:bodyPr>
          <a:p>
            <a:pPr marL="228600" indent="0" defTabSz="914400">
              <a:lnSpc>
                <a:spcPct val="90000"/>
              </a:lnSpc>
              <a:spcBef>
                <a:spcPts val="1001"/>
              </a:spcBef>
              <a:buNone/>
              <a:tabLst>
                <a:tab algn="l" pos="0"/>
              </a:tabLst>
            </a:pPr>
            <a:r>
              <a:rPr b="0" lang="en-US" sz="700" strike="noStrike" u="none">
                <a:solidFill>
                  <a:schemeClr val="dk1">
                    <a:lumMod val="65000"/>
                    <a:lumOff val="35000"/>
                  </a:schemeClr>
                </a:solidFill>
                <a:effectLst/>
                <a:uFillTx/>
                <a:latin typeface="Arial"/>
              </a:rPr>
              <a:t>Click to edit Master text styles (left)</a:t>
            </a:r>
            <a:endParaRPr b="0" lang="en-US" sz="700" strike="noStrike" u="none">
              <a:solidFill>
                <a:schemeClr val="dk1"/>
              </a:solidFill>
              <a:effectLst/>
              <a:uFillTx/>
              <a:latin typeface="Corbel"/>
            </a:endParaRPr>
          </a:p>
        </p:txBody>
      </p:sp>
      <p:sp>
        <p:nvSpPr>
          <p:cNvPr id="153" name="PlaceHolder 5"/>
          <p:cNvSpPr>
            <a:spLocks noGrp="1"/>
          </p:cNvSpPr>
          <p:nvPr>
            <p:ph type="body"/>
          </p:nvPr>
        </p:nvSpPr>
        <p:spPr>
          <a:xfrm>
            <a:off x="3867840" y="1224360"/>
            <a:ext cx="3474000" cy="4373640"/>
          </a:xfrm>
          <a:prstGeom prst="rect">
            <a:avLst/>
          </a:prstGeom>
          <a:noFill/>
          <a:ln w="0">
            <a:noFill/>
          </a:ln>
        </p:spPr>
        <p:txBody>
          <a:bodyPr lIns="91440" rIns="91440" tIns="45720" bIns="45720" anchor="t">
            <a:noAutofit/>
          </a:bodyPr>
          <a:p>
            <a:pPr marL="182880" indent="-182880" defTabSz="914400">
              <a:lnSpc>
                <a:spcPct val="90000"/>
              </a:lnSpc>
              <a:spcBef>
                <a:spcPts val="1199"/>
              </a:spcBef>
              <a:buClr>
                <a:srgbClr val="55b4e8"/>
              </a:buClr>
              <a:buFont typeface="Wingdings 2" charset="2"/>
              <a:buChar char=""/>
            </a:pPr>
            <a:r>
              <a:rPr b="0" lang="en-US" sz="2000" strike="noStrike" u="none">
                <a:solidFill>
                  <a:schemeClr val="dk1">
                    <a:lumMod val="65000"/>
                    <a:lumOff val="35000"/>
                  </a:schemeClr>
                </a:solidFill>
                <a:effectLst/>
                <a:uFillTx/>
                <a:latin typeface="Arial"/>
              </a:rPr>
              <a:t>Click to edit Master text styles (left)</a:t>
            </a:r>
            <a:endParaRPr b="0" lang="en-US" sz="2000" strike="noStrike" u="none">
              <a:solidFill>
                <a:schemeClr val="dk1"/>
              </a:solidFill>
              <a:effectLst/>
              <a:uFillTx/>
              <a:latin typeface="Corbel"/>
            </a:endParaRPr>
          </a:p>
          <a:p>
            <a:pPr lvl="1" marL="685800" indent="-182880" defTabSz="914400">
              <a:lnSpc>
                <a:spcPct val="90000"/>
              </a:lnSpc>
              <a:spcBef>
                <a:spcPts val="249"/>
              </a:spcBef>
              <a:spcAft>
                <a:spcPts val="249"/>
              </a:spcAft>
              <a:buClr>
                <a:srgbClr val="55b4e8"/>
              </a:buClr>
              <a:buFont typeface="Wingdings 2" charset="2"/>
              <a:buChar char=""/>
            </a:pPr>
            <a:r>
              <a:rPr b="0" lang="en-US" sz="1800" strike="noStrike" u="none">
                <a:solidFill>
                  <a:schemeClr val="dk1">
                    <a:lumMod val="65000"/>
                    <a:lumOff val="35000"/>
                  </a:schemeClr>
                </a:solidFill>
                <a:effectLst/>
                <a:uFillTx/>
                <a:latin typeface="Arial"/>
              </a:rPr>
              <a:t>Second level</a:t>
            </a:r>
            <a:endParaRPr b="0" lang="en-US" sz="1800" strike="noStrike" u="none">
              <a:solidFill>
                <a:schemeClr val="dk1"/>
              </a:solidFill>
              <a:effectLst/>
              <a:uFillTx/>
              <a:latin typeface="Corbel"/>
            </a:endParaRPr>
          </a:p>
          <a:p>
            <a:pPr lvl="2" marL="1143000" indent="-182880" defTabSz="914400">
              <a:lnSpc>
                <a:spcPct val="90000"/>
              </a:lnSpc>
              <a:spcBef>
                <a:spcPts val="249"/>
              </a:spcBef>
              <a:spcAft>
                <a:spcPts val="249"/>
              </a:spcAft>
              <a:buClr>
                <a:srgbClr val="55b4e8"/>
              </a:buClr>
              <a:buFont typeface="Wingdings 2" charset="2"/>
              <a:buChar char=""/>
            </a:pPr>
            <a:r>
              <a:rPr b="0" lang="en-US" sz="1600" strike="noStrike" u="none">
                <a:solidFill>
                  <a:schemeClr val="dk1">
                    <a:lumMod val="65000"/>
                    <a:lumOff val="35000"/>
                  </a:schemeClr>
                </a:solidFill>
                <a:effectLst/>
                <a:uFillTx/>
                <a:latin typeface="Arial"/>
              </a:rPr>
              <a:t>Third level</a:t>
            </a:r>
            <a:endParaRPr b="0" lang="en-US" sz="1600" strike="noStrike" u="none">
              <a:solidFill>
                <a:schemeClr val="dk1"/>
              </a:solidFill>
              <a:effectLst/>
              <a:uFillTx/>
              <a:latin typeface="Corbel"/>
            </a:endParaRPr>
          </a:p>
          <a:p>
            <a:pPr lvl="3" marL="1600200" indent="-182880" defTabSz="914400">
              <a:lnSpc>
                <a:spcPct val="90000"/>
              </a:lnSpc>
              <a:spcBef>
                <a:spcPts val="249"/>
              </a:spcBef>
              <a:spcAft>
                <a:spcPts val="249"/>
              </a:spcAft>
              <a:buClr>
                <a:srgbClr val="55b4e8"/>
              </a:buClr>
              <a:buFont typeface="Wingdings 2" charset="2"/>
              <a:buChar char=""/>
            </a:pPr>
            <a:r>
              <a:rPr b="0" lang="en-US" sz="1400" strike="noStrike" u="none">
                <a:solidFill>
                  <a:schemeClr val="dk1">
                    <a:lumMod val="65000"/>
                    <a:lumOff val="35000"/>
                  </a:schemeClr>
                </a:solidFill>
                <a:effectLst/>
                <a:uFillTx/>
                <a:latin typeface="Arial"/>
              </a:rPr>
              <a:t>Fourth level</a:t>
            </a:r>
            <a:endParaRPr b="0" lang="en-US" sz="1400" strike="noStrike" u="none">
              <a:solidFill>
                <a:schemeClr val="dk1"/>
              </a:solidFill>
              <a:effectLst/>
              <a:uFillTx/>
              <a:latin typeface="Corbel"/>
            </a:endParaRPr>
          </a:p>
          <a:p>
            <a:pPr lvl="4" marL="2057400" indent="-182880" defTabSz="914400">
              <a:lnSpc>
                <a:spcPct val="90000"/>
              </a:lnSpc>
              <a:spcBef>
                <a:spcPts val="249"/>
              </a:spcBef>
              <a:spcAft>
                <a:spcPts val="249"/>
              </a:spcAft>
              <a:buClr>
                <a:srgbClr val="55b4e8"/>
              </a:buClr>
              <a:buFont typeface="Wingdings 2" charset="2"/>
              <a:buChar char=""/>
            </a:pPr>
            <a:r>
              <a:rPr b="0" lang="en-US" sz="1400" strike="noStrike" u="none">
                <a:solidFill>
                  <a:schemeClr val="dk1">
                    <a:lumMod val="65000"/>
                    <a:lumOff val="35000"/>
                  </a:schemeClr>
                </a:solidFill>
                <a:effectLst/>
                <a:uFillTx/>
                <a:latin typeface="Arial"/>
              </a:rPr>
              <a:t>Fifth level</a:t>
            </a:r>
            <a:endParaRPr b="0" lang="en-US" sz="1400" strike="noStrike" u="none">
              <a:solidFill>
                <a:schemeClr val="dk1"/>
              </a:solidFill>
              <a:effectLst/>
              <a:uFillTx/>
              <a:latin typeface="Corbel"/>
            </a:endParaRPr>
          </a:p>
        </p:txBody>
      </p:sp>
      <p:sp>
        <p:nvSpPr>
          <p:cNvPr id="154" name="PlaceHolder 6"/>
          <p:cNvSpPr>
            <a:spLocks noGrp="1"/>
          </p:cNvSpPr>
          <p:nvPr>
            <p:ph type="body"/>
          </p:nvPr>
        </p:nvSpPr>
        <p:spPr>
          <a:xfrm>
            <a:off x="3867840" y="254520"/>
            <a:ext cx="3474000" cy="807120"/>
          </a:xfrm>
          <a:prstGeom prst="rect">
            <a:avLst/>
          </a:prstGeom>
          <a:noFill/>
          <a:ln w="0">
            <a:noFill/>
          </a:ln>
        </p:spPr>
        <p:txBody>
          <a:bodyPr lIns="91440" rIns="91440" tIns="45720" bIns="45720" anchor="t">
            <a:normAutofit/>
          </a:bodyPr>
          <a:p>
            <a:pPr marL="228600" indent="0" defTabSz="914400">
              <a:lnSpc>
                <a:spcPct val="90000"/>
              </a:lnSpc>
              <a:spcBef>
                <a:spcPts val="1001"/>
              </a:spcBef>
              <a:buNone/>
              <a:tabLst>
                <a:tab algn="l" pos="0"/>
              </a:tabLst>
            </a:pPr>
            <a:r>
              <a:rPr b="1" lang="en-US" sz="2400" strike="noStrike" u="none">
                <a:solidFill>
                  <a:schemeClr val="dk1">
                    <a:lumMod val="65000"/>
                    <a:lumOff val="35000"/>
                  </a:schemeClr>
                </a:solidFill>
                <a:effectLst/>
                <a:uFillTx/>
                <a:latin typeface="Arial"/>
              </a:rPr>
              <a:t>Click to edit Master </a:t>
            </a:r>
            <a:r>
              <a:rPr b="1" lang="en-US" sz="2400" strike="noStrike" u="none">
                <a:solidFill>
                  <a:schemeClr val="dk1">
                    <a:lumMod val="65000"/>
                    <a:lumOff val="35000"/>
                  </a:schemeClr>
                </a:solidFill>
                <a:effectLst/>
                <a:uFillTx/>
                <a:latin typeface="Arial"/>
              </a:rPr>
              <a:t>text styles (left)</a:t>
            </a:r>
            <a:endParaRPr b="0" lang="en-US" sz="2400" strike="noStrike" u="none">
              <a:solidFill>
                <a:schemeClr val="dk1"/>
              </a:solidFill>
              <a:effectLst/>
              <a:uFillTx/>
              <a:latin typeface="Corbel"/>
            </a:endParaRPr>
          </a:p>
        </p:txBody>
      </p:sp>
      <p:sp>
        <p:nvSpPr>
          <p:cNvPr id="155" name="PlaceHolder 7"/>
          <p:cNvSpPr>
            <a:spLocks noGrp="1"/>
          </p:cNvSpPr>
          <p:nvPr>
            <p:ph type="body"/>
          </p:nvPr>
        </p:nvSpPr>
        <p:spPr>
          <a:xfrm>
            <a:off x="255960" y="2544480"/>
            <a:ext cx="2833920" cy="3270960"/>
          </a:xfrm>
          <a:prstGeom prst="rect">
            <a:avLst/>
          </a:prstGeom>
          <a:noFill/>
          <a:ln w="0">
            <a:noFill/>
          </a:ln>
        </p:spPr>
        <p:txBody>
          <a:bodyPr lIns="91440" rIns="91440" tIns="45720" bIns="45720" anchor="t">
            <a:normAutofit/>
          </a:bodyPr>
          <a:p>
            <a:pPr marL="228600" indent="0" defTabSz="914400">
              <a:lnSpc>
                <a:spcPct val="100000"/>
              </a:lnSpc>
              <a:spcBef>
                <a:spcPts val="1199"/>
              </a:spcBef>
              <a:buNone/>
              <a:tabLst>
                <a:tab algn="l" pos="0"/>
              </a:tabLst>
            </a:pPr>
            <a:r>
              <a:rPr b="0" lang="en-US" sz="2200" strike="noStrike" u="none">
                <a:solidFill>
                  <a:srgbClr val="ffffff"/>
                </a:solidFill>
                <a:effectLst/>
                <a:uFillTx/>
                <a:latin typeface="Arial"/>
              </a:rPr>
              <a:t>Edit Master text styles</a:t>
            </a:r>
            <a:endParaRPr b="0" lang="en-US" sz="2200" strike="noStrike" u="none">
              <a:solidFill>
                <a:schemeClr val="dk1"/>
              </a:solidFill>
              <a:effectLst/>
              <a:uFillTx/>
              <a:latin typeface="Corbel"/>
            </a:endParaRPr>
          </a:p>
        </p:txBody>
      </p:sp>
      <p:sp>
        <p:nvSpPr>
          <p:cNvPr id="156" name="PlaceHolder 8"/>
          <p:cNvSpPr>
            <a:spLocks noGrp="1"/>
          </p:cNvSpPr>
          <p:nvPr>
            <p:ph type="title"/>
          </p:nvPr>
        </p:nvSpPr>
        <p:spPr>
          <a:xfrm>
            <a:off x="255960" y="254520"/>
            <a:ext cx="2833920" cy="2122200"/>
          </a:xfrm>
          <a:prstGeom prst="rect">
            <a:avLst/>
          </a:prstGeom>
          <a:noFill/>
          <a:ln w="0">
            <a:noFill/>
          </a:ln>
        </p:spPr>
        <p:txBody>
          <a:bodyPr lIns="91440" rIns="91440" tIns="45720" bIns="45720" anchor="b">
            <a:normAutofit/>
          </a:bodyPr>
          <a:p>
            <a:pPr indent="0" defTabSz="914400">
              <a:lnSpc>
                <a:spcPct val="90000"/>
              </a:lnSpc>
              <a:buNone/>
              <a:tabLst>
                <a:tab algn="l" pos="0"/>
              </a:tabLst>
            </a:pPr>
            <a:r>
              <a:rPr b="0" lang="en-US" sz="3600" spc="-60" strike="noStrike" u="none">
                <a:solidFill>
                  <a:srgbClr val="ffffff"/>
                </a:solidFill>
                <a:effectLst/>
                <a:uFillTx/>
                <a:latin typeface="Arial"/>
              </a:rPr>
              <a:t>Click to edit Master title style</a:t>
            </a:r>
            <a:endParaRPr b="0" lang="en-US" sz="3600" strike="noStrike" u="none">
              <a:solidFill>
                <a:schemeClr val="dk1"/>
              </a:solidFill>
              <a:effectLst/>
              <a:uFillTx/>
              <a:latin typeface="Corbel"/>
            </a:endParaRPr>
          </a:p>
        </p:txBody>
      </p:sp>
      <p:sp>
        <p:nvSpPr>
          <p:cNvPr id="157" name="PlaceHolder 9"/>
          <p:cNvSpPr>
            <a:spLocks noGrp="1"/>
          </p:cNvSpPr>
          <p:nvPr>
            <p:ph type="dt" idx="40"/>
          </p:nvPr>
        </p:nvSpPr>
        <p:spPr>
          <a:xfrm>
            <a:off x="262440" y="6356520"/>
            <a:ext cx="2742480" cy="36432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100" strike="noStrike" u="none">
                <a:solidFill>
                  <a:schemeClr val="dk1">
                    <a:lumMod val="50000"/>
                    <a:lumOff val="50000"/>
                  </a:schemeClr>
                </a:solidFill>
                <a:effectLst/>
                <a:uFillTx/>
                <a:latin typeface="Arial"/>
              </a:defRPr>
            </a:lvl1pPr>
          </a:lstStyle>
          <a:p>
            <a:pPr indent="0" defTabSz="457200">
              <a:lnSpc>
                <a:spcPct val="100000"/>
              </a:lnSpc>
              <a:buNone/>
              <a:tabLst>
                <a:tab algn="l" pos="0"/>
              </a:tabLst>
            </a:pPr>
            <a:r>
              <a:rPr b="0" lang="en-US" sz="1100" strike="noStrike" u="none">
                <a:solidFill>
                  <a:schemeClr val="dk1">
                    <a:lumMod val="50000"/>
                    <a:lumOff val="50000"/>
                  </a:schemeClr>
                </a:solidFill>
                <a:effectLst/>
                <a:uFillTx/>
                <a:latin typeface="Arial"/>
              </a:rPr>
              <a:t>&lt;date/time&gt;</a:t>
            </a:r>
            <a:endParaRPr b="0" lang="en-US" sz="1100" strike="noStrike" u="none">
              <a:solidFill>
                <a:srgbClr val="000000"/>
              </a:solidFill>
              <a:effectLst/>
              <a:uFillTx/>
              <a:latin typeface="Times New Roman"/>
            </a:endParaRPr>
          </a:p>
        </p:txBody>
      </p:sp>
      <p:sp>
        <p:nvSpPr>
          <p:cNvPr id="158" name="PlaceHolder 10"/>
          <p:cNvSpPr>
            <a:spLocks noGrp="1"/>
          </p:cNvSpPr>
          <p:nvPr>
            <p:ph type="ftr" idx="41"/>
          </p:nvPr>
        </p:nvSpPr>
        <p:spPr>
          <a:xfrm>
            <a:off x="3869280" y="6356520"/>
            <a:ext cx="5910840" cy="36432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100" strike="noStrike" u="none">
                <a:solidFill>
                  <a:schemeClr val="accent1"/>
                </a:solidFill>
                <a:effectLst/>
                <a:uFillTx/>
                <a:latin typeface="Arial"/>
              </a:defRPr>
            </a:lvl1pPr>
          </a:lstStyle>
          <a:p>
            <a:pPr indent="0" defTabSz="457200">
              <a:lnSpc>
                <a:spcPct val="100000"/>
              </a:lnSpc>
              <a:buNone/>
              <a:tabLst>
                <a:tab algn="l" pos="0"/>
              </a:tabLst>
            </a:pPr>
            <a:r>
              <a:rPr b="0" lang="en-US" sz="1100" strike="noStrike" u="none">
                <a:solidFill>
                  <a:schemeClr val="accent1"/>
                </a:solidFill>
                <a:effectLst/>
                <a:uFillTx/>
                <a:latin typeface="Arial"/>
              </a:rPr>
              <a:t>&lt;footer&gt;</a:t>
            </a:r>
            <a:endParaRPr b="0" lang="en-US" sz="1100" strike="noStrike" u="none">
              <a:solidFill>
                <a:srgbClr val="000000"/>
              </a:solidFill>
              <a:effectLst/>
              <a:uFillTx/>
              <a:latin typeface="Times New Roman"/>
            </a:endParaRPr>
          </a:p>
        </p:txBody>
      </p:sp>
      <p:sp>
        <p:nvSpPr>
          <p:cNvPr id="159" name="PlaceHolder 11"/>
          <p:cNvSpPr>
            <a:spLocks noGrp="1"/>
          </p:cNvSpPr>
          <p:nvPr>
            <p:ph type="sldNum" idx="42"/>
          </p:nvPr>
        </p:nvSpPr>
        <p:spPr>
          <a:xfrm>
            <a:off x="10634040" y="6356520"/>
            <a:ext cx="15303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1" lang="en-US" sz="1200" strike="noStrike" u="none">
                <a:solidFill>
                  <a:schemeClr val="accent1"/>
                </a:solidFill>
                <a:effectLst/>
                <a:uFillTx/>
                <a:latin typeface="Arial"/>
              </a:defRPr>
            </a:lvl1pPr>
          </a:lstStyle>
          <a:p>
            <a:pPr indent="0" algn="r" defTabSz="457200">
              <a:lnSpc>
                <a:spcPct val="100000"/>
              </a:lnSpc>
              <a:buNone/>
              <a:tabLst>
                <a:tab algn="l" pos="0"/>
              </a:tabLst>
            </a:pPr>
            <a:fld id="{7F1133E1-9363-4D09-A609-00602CA36097}" type="slidenum">
              <a:rPr b="1" lang="en-US" sz="1200" strike="noStrike" u="none">
                <a:solidFill>
                  <a:schemeClr val="accent1"/>
                </a:solidFill>
                <a:effectLst/>
                <a:uFillTx/>
                <a:latin typeface="Arial"/>
              </a:rPr>
              <a:t>&lt;number&gt;</a:t>
            </a:fld>
            <a:endParaRPr b="0" lang="en-US" sz="1200" strike="noStrike" u="none">
              <a:solidFill>
                <a:srgbClr val="000000"/>
              </a:solidFill>
              <a:effectLst/>
              <a:uFillTx/>
              <a:latin typeface="Times New Roman"/>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hree Content Boxes">
    <p:bg>
      <p:bgPr>
        <a:solidFill>
          <a:srgbClr val="ffffff"/>
        </a:solidFill>
      </p:bgPr>
    </p:bg>
    <p:spTree>
      <p:nvGrpSpPr>
        <p:cNvPr id="1" name=""/>
        <p:cNvGrpSpPr/>
        <p:nvPr/>
      </p:nvGrpSpPr>
      <p:grpSpPr>
        <a:xfrm>
          <a:off x="0" y="0"/>
          <a:ext cx="0" cy="0"/>
          <a:chOff x="0" y="0"/>
          <a:chExt cx="0" cy="0"/>
        </a:xfrm>
      </p:grpSpPr>
      <p:sp>
        <p:nvSpPr>
          <p:cNvPr id="160" name="Rectangle 6" hidden="1"/>
          <p:cNvSpPr/>
          <p:nvPr/>
        </p:nvSpPr>
        <p:spPr>
          <a:xfrm>
            <a:off x="0" y="0"/>
            <a:ext cx="3443040" cy="608904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pPr defTabSz="457200">
              <a:lnSpc>
                <a:spcPct val="100000"/>
              </a:lnSpc>
            </a:pPr>
            <a:endParaRPr b="0" lang="en-US" sz="1800" strike="noStrike" u="none">
              <a:solidFill>
                <a:schemeClr val="lt1"/>
              </a:solidFill>
              <a:effectLst/>
              <a:uFillTx/>
              <a:latin typeface="Arial"/>
            </a:endParaRPr>
          </a:p>
        </p:txBody>
      </p:sp>
      <p:sp>
        <p:nvSpPr>
          <p:cNvPr id="161" name="Rectangle 37" hidden="1"/>
          <p:cNvSpPr/>
          <p:nvPr/>
        </p:nvSpPr>
        <p:spPr>
          <a:xfrm>
            <a:off x="11815920" y="0"/>
            <a:ext cx="383400" cy="6089040"/>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pPr defTabSz="457200">
              <a:lnSpc>
                <a:spcPct val="100000"/>
              </a:lnSpc>
            </a:pPr>
            <a:endParaRPr b="0" lang="en-US" sz="1800" strike="noStrike" u="none">
              <a:solidFill>
                <a:schemeClr val="lt1"/>
              </a:solidFill>
              <a:effectLst/>
              <a:uFillTx/>
              <a:latin typeface="Corbel"/>
            </a:endParaRPr>
          </a:p>
        </p:txBody>
      </p:sp>
      <p:sp>
        <p:nvSpPr>
          <p:cNvPr id="162" name="PlaceHolder 1"/>
          <p:cNvSpPr>
            <a:spLocks noGrp="1"/>
          </p:cNvSpPr>
          <p:nvPr>
            <p:ph type="body"/>
          </p:nvPr>
        </p:nvSpPr>
        <p:spPr>
          <a:xfrm>
            <a:off x="8275680" y="5741280"/>
            <a:ext cx="3474000" cy="364320"/>
          </a:xfrm>
          <a:prstGeom prst="rect">
            <a:avLst/>
          </a:prstGeom>
          <a:noFill/>
          <a:ln w="0">
            <a:noFill/>
          </a:ln>
        </p:spPr>
        <p:txBody>
          <a:bodyPr lIns="91440" rIns="91440" tIns="45720" bIns="45720" anchor="b">
            <a:noAutofit/>
          </a:bodyPr>
          <a:p>
            <a:pPr marL="228600" indent="0" defTabSz="914400">
              <a:lnSpc>
                <a:spcPct val="90000"/>
              </a:lnSpc>
              <a:spcBef>
                <a:spcPts val="1001"/>
              </a:spcBef>
              <a:buNone/>
              <a:tabLst>
                <a:tab algn="l" pos="0"/>
              </a:tabLst>
            </a:pPr>
            <a:r>
              <a:rPr b="0" lang="en-US" sz="700" strike="noStrike" u="none">
                <a:solidFill>
                  <a:schemeClr val="dk1">
                    <a:lumMod val="65000"/>
                    <a:lumOff val="35000"/>
                  </a:schemeClr>
                </a:solidFill>
                <a:effectLst/>
                <a:uFillTx/>
                <a:latin typeface="Arial"/>
              </a:rPr>
              <a:t>Click to edit Master text styles (right)</a:t>
            </a:r>
            <a:endParaRPr b="0" lang="en-US" sz="700" strike="noStrike" u="none">
              <a:solidFill>
                <a:schemeClr val="dk1"/>
              </a:solidFill>
              <a:effectLst/>
              <a:uFillTx/>
              <a:latin typeface="Corbel"/>
            </a:endParaRPr>
          </a:p>
        </p:txBody>
      </p:sp>
      <p:sp>
        <p:nvSpPr>
          <p:cNvPr id="163" name="PlaceHolder 2"/>
          <p:cNvSpPr>
            <a:spLocks noGrp="1"/>
          </p:cNvSpPr>
          <p:nvPr>
            <p:ph type="body"/>
          </p:nvPr>
        </p:nvSpPr>
        <p:spPr>
          <a:xfrm>
            <a:off x="8275680" y="1217160"/>
            <a:ext cx="3474000" cy="4373640"/>
          </a:xfrm>
          <a:prstGeom prst="rect">
            <a:avLst/>
          </a:prstGeom>
          <a:solidFill>
            <a:schemeClr val="lt2">
              <a:lumMod val="20000"/>
              <a:lumOff val="80000"/>
            </a:schemeClr>
          </a:solidFill>
          <a:ln w="0">
            <a:noFill/>
          </a:ln>
        </p:spPr>
        <p:txBody>
          <a:bodyPr lIns="91440" rIns="91440" tIns="45720" bIns="45720" anchor="t">
            <a:noAutofit/>
          </a:bodyPr>
          <a:p>
            <a:pPr marL="182880" indent="-182880" defTabSz="914400">
              <a:lnSpc>
                <a:spcPct val="90000"/>
              </a:lnSpc>
              <a:spcBef>
                <a:spcPts val="1199"/>
              </a:spcBef>
              <a:buClr>
                <a:srgbClr val="55b4e8"/>
              </a:buClr>
              <a:buFont typeface="Wingdings 2" charset="2"/>
              <a:buChar char=""/>
            </a:pPr>
            <a:r>
              <a:rPr b="0" lang="en-US" sz="2000" strike="noStrike" u="none">
                <a:solidFill>
                  <a:schemeClr val="dk1">
                    <a:lumMod val="65000"/>
                    <a:lumOff val="35000"/>
                  </a:schemeClr>
                </a:solidFill>
                <a:effectLst/>
                <a:uFillTx/>
                <a:latin typeface="Arial"/>
              </a:rPr>
              <a:t>Click to edit Master text </a:t>
            </a:r>
            <a:r>
              <a:rPr b="0" lang="en-US" sz="2000" strike="noStrike" u="none">
                <a:solidFill>
                  <a:schemeClr val="dk1">
                    <a:lumMod val="65000"/>
                    <a:lumOff val="35000"/>
                  </a:schemeClr>
                </a:solidFill>
                <a:effectLst/>
                <a:uFillTx/>
                <a:latin typeface="Arial"/>
              </a:rPr>
              <a:t>styles (right)</a:t>
            </a:r>
            <a:endParaRPr b="0" lang="en-US" sz="2000" strike="noStrike" u="none">
              <a:solidFill>
                <a:schemeClr val="dk1"/>
              </a:solidFill>
              <a:effectLst/>
              <a:uFillTx/>
              <a:latin typeface="Corbel"/>
            </a:endParaRPr>
          </a:p>
          <a:p>
            <a:pPr lvl="1" marL="685800" indent="-182880" defTabSz="914400">
              <a:lnSpc>
                <a:spcPct val="90000"/>
              </a:lnSpc>
              <a:spcBef>
                <a:spcPts val="249"/>
              </a:spcBef>
              <a:spcAft>
                <a:spcPts val="249"/>
              </a:spcAft>
              <a:buClr>
                <a:srgbClr val="55b4e8"/>
              </a:buClr>
              <a:buFont typeface="Wingdings 2" charset="2"/>
              <a:buChar char=""/>
            </a:pPr>
            <a:r>
              <a:rPr b="0" lang="en-US" sz="1800" strike="noStrike" u="none">
                <a:solidFill>
                  <a:schemeClr val="dk1">
                    <a:lumMod val="65000"/>
                    <a:lumOff val="35000"/>
                  </a:schemeClr>
                </a:solidFill>
                <a:effectLst/>
                <a:uFillTx/>
                <a:latin typeface="Arial"/>
              </a:rPr>
              <a:t>Second level</a:t>
            </a:r>
            <a:endParaRPr b="0" lang="en-US" sz="1800" strike="noStrike" u="none">
              <a:solidFill>
                <a:schemeClr val="dk1"/>
              </a:solidFill>
              <a:effectLst/>
              <a:uFillTx/>
              <a:latin typeface="Corbel"/>
            </a:endParaRPr>
          </a:p>
          <a:p>
            <a:pPr lvl="2" marL="1143000" indent="-182880" defTabSz="914400">
              <a:lnSpc>
                <a:spcPct val="90000"/>
              </a:lnSpc>
              <a:spcBef>
                <a:spcPts val="249"/>
              </a:spcBef>
              <a:spcAft>
                <a:spcPts val="249"/>
              </a:spcAft>
              <a:buClr>
                <a:srgbClr val="55b4e8"/>
              </a:buClr>
              <a:buFont typeface="Wingdings 2" charset="2"/>
              <a:buChar char=""/>
            </a:pPr>
            <a:r>
              <a:rPr b="0" lang="en-US" sz="1600" strike="noStrike" u="none">
                <a:solidFill>
                  <a:schemeClr val="dk1">
                    <a:lumMod val="65000"/>
                    <a:lumOff val="35000"/>
                  </a:schemeClr>
                </a:solidFill>
                <a:effectLst/>
                <a:uFillTx/>
                <a:latin typeface="Arial"/>
              </a:rPr>
              <a:t>Third level</a:t>
            </a:r>
            <a:endParaRPr b="0" lang="en-US" sz="1600" strike="noStrike" u="none">
              <a:solidFill>
                <a:schemeClr val="dk1"/>
              </a:solidFill>
              <a:effectLst/>
              <a:uFillTx/>
              <a:latin typeface="Corbel"/>
            </a:endParaRPr>
          </a:p>
          <a:p>
            <a:pPr lvl="3" marL="1600200" indent="-182880" defTabSz="914400">
              <a:lnSpc>
                <a:spcPct val="90000"/>
              </a:lnSpc>
              <a:spcBef>
                <a:spcPts val="249"/>
              </a:spcBef>
              <a:spcAft>
                <a:spcPts val="249"/>
              </a:spcAft>
              <a:buClr>
                <a:srgbClr val="55b4e8"/>
              </a:buClr>
              <a:buFont typeface="Wingdings 2" charset="2"/>
              <a:buChar char=""/>
            </a:pPr>
            <a:r>
              <a:rPr b="0" lang="en-US" sz="1400" strike="noStrike" u="none">
                <a:solidFill>
                  <a:schemeClr val="dk1">
                    <a:lumMod val="65000"/>
                    <a:lumOff val="35000"/>
                  </a:schemeClr>
                </a:solidFill>
                <a:effectLst/>
                <a:uFillTx/>
                <a:latin typeface="Arial"/>
              </a:rPr>
              <a:t>Fourth level</a:t>
            </a:r>
            <a:endParaRPr b="0" lang="en-US" sz="1400" strike="noStrike" u="none">
              <a:solidFill>
                <a:schemeClr val="dk1"/>
              </a:solidFill>
              <a:effectLst/>
              <a:uFillTx/>
              <a:latin typeface="Corbel"/>
            </a:endParaRPr>
          </a:p>
          <a:p>
            <a:pPr lvl="4" marL="2057400" indent="-182880" defTabSz="914400">
              <a:lnSpc>
                <a:spcPct val="90000"/>
              </a:lnSpc>
              <a:spcBef>
                <a:spcPts val="249"/>
              </a:spcBef>
              <a:spcAft>
                <a:spcPts val="249"/>
              </a:spcAft>
              <a:buClr>
                <a:srgbClr val="55b4e8"/>
              </a:buClr>
              <a:buFont typeface="Wingdings 2" charset="2"/>
              <a:buChar char=""/>
            </a:pPr>
            <a:r>
              <a:rPr b="0" lang="en-US" sz="1400" strike="noStrike" u="none">
                <a:solidFill>
                  <a:schemeClr val="dk1">
                    <a:lumMod val="65000"/>
                    <a:lumOff val="35000"/>
                  </a:schemeClr>
                </a:solidFill>
                <a:effectLst/>
                <a:uFillTx/>
                <a:latin typeface="Arial"/>
              </a:rPr>
              <a:t>Fifth level</a:t>
            </a:r>
            <a:endParaRPr b="0" lang="en-US" sz="1400" strike="noStrike" u="none">
              <a:solidFill>
                <a:schemeClr val="dk1"/>
              </a:solidFill>
              <a:effectLst/>
              <a:uFillTx/>
              <a:latin typeface="Corbel"/>
            </a:endParaRPr>
          </a:p>
        </p:txBody>
      </p:sp>
      <p:sp>
        <p:nvSpPr>
          <p:cNvPr id="164" name="PlaceHolder 3"/>
          <p:cNvSpPr>
            <a:spLocks noGrp="1"/>
          </p:cNvSpPr>
          <p:nvPr>
            <p:ph type="body"/>
          </p:nvPr>
        </p:nvSpPr>
        <p:spPr>
          <a:xfrm>
            <a:off x="8275680" y="254520"/>
            <a:ext cx="3474000" cy="812520"/>
          </a:xfrm>
          <a:prstGeom prst="rect">
            <a:avLst/>
          </a:prstGeom>
          <a:noFill/>
          <a:ln w="0">
            <a:noFill/>
          </a:ln>
        </p:spPr>
        <p:txBody>
          <a:bodyPr lIns="91440" rIns="91440" tIns="45720" bIns="45720" anchor="t">
            <a:normAutofit/>
          </a:bodyPr>
          <a:p>
            <a:pPr marL="228600" indent="0" defTabSz="914400">
              <a:lnSpc>
                <a:spcPct val="90000"/>
              </a:lnSpc>
              <a:spcBef>
                <a:spcPts val="1001"/>
              </a:spcBef>
              <a:buNone/>
              <a:tabLst>
                <a:tab algn="l" pos="0"/>
              </a:tabLst>
            </a:pPr>
            <a:r>
              <a:rPr b="1" lang="en-US" sz="2000" strike="noStrike" u="none">
                <a:solidFill>
                  <a:schemeClr val="dk1">
                    <a:lumMod val="65000"/>
                    <a:lumOff val="35000"/>
                  </a:schemeClr>
                </a:solidFill>
                <a:effectLst/>
                <a:uFillTx/>
                <a:latin typeface="Arial"/>
              </a:rPr>
              <a:t>Click to edit Master text styles (right)</a:t>
            </a:r>
            <a:endParaRPr b="0" lang="en-US" sz="2000" strike="noStrike" u="none">
              <a:solidFill>
                <a:schemeClr val="dk1"/>
              </a:solidFill>
              <a:effectLst/>
              <a:uFillTx/>
              <a:latin typeface="Corbel"/>
            </a:endParaRPr>
          </a:p>
        </p:txBody>
      </p:sp>
      <p:sp>
        <p:nvSpPr>
          <p:cNvPr id="165" name="PlaceHolder 4"/>
          <p:cNvSpPr>
            <a:spLocks noGrp="1"/>
          </p:cNvSpPr>
          <p:nvPr>
            <p:ph type="body"/>
          </p:nvPr>
        </p:nvSpPr>
        <p:spPr>
          <a:xfrm>
            <a:off x="4326120" y="5748480"/>
            <a:ext cx="3474000" cy="364320"/>
          </a:xfrm>
          <a:prstGeom prst="rect">
            <a:avLst/>
          </a:prstGeom>
          <a:noFill/>
          <a:ln w="0">
            <a:noFill/>
          </a:ln>
        </p:spPr>
        <p:txBody>
          <a:bodyPr lIns="91440" rIns="91440" tIns="45720" bIns="45720" anchor="b">
            <a:noAutofit/>
          </a:bodyPr>
          <a:p>
            <a:pPr marL="228600" indent="0" defTabSz="914400">
              <a:lnSpc>
                <a:spcPct val="90000"/>
              </a:lnSpc>
              <a:spcBef>
                <a:spcPts val="1001"/>
              </a:spcBef>
              <a:buNone/>
              <a:tabLst>
                <a:tab algn="l" pos="0"/>
              </a:tabLst>
            </a:pPr>
            <a:r>
              <a:rPr b="0" lang="en-US" sz="700" strike="noStrike" u="none">
                <a:solidFill>
                  <a:schemeClr val="dk1">
                    <a:lumMod val="65000"/>
                    <a:lumOff val="35000"/>
                  </a:schemeClr>
                </a:solidFill>
                <a:effectLst/>
                <a:uFillTx/>
                <a:latin typeface="Arial"/>
              </a:rPr>
              <a:t>Click to edit Master text styles (left)</a:t>
            </a:r>
            <a:endParaRPr b="0" lang="en-US" sz="700" strike="noStrike" u="none">
              <a:solidFill>
                <a:schemeClr val="dk1"/>
              </a:solidFill>
              <a:effectLst/>
              <a:uFillTx/>
              <a:latin typeface="Corbel"/>
            </a:endParaRPr>
          </a:p>
        </p:txBody>
      </p:sp>
      <p:sp>
        <p:nvSpPr>
          <p:cNvPr id="166" name="PlaceHolder 5"/>
          <p:cNvSpPr>
            <a:spLocks noGrp="1"/>
          </p:cNvSpPr>
          <p:nvPr>
            <p:ph type="body"/>
          </p:nvPr>
        </p:nvSpPr>
        <p:spPr>
          <a:xfrm>
            <a:off x="4334760" y="1224360"/>
            <a:ext cx="3474000" cy="4373640"/>
          </a:xfrm>
          <a:prstGeom prst="rect">
            <a:avLst/>
          </a:prstGeom>
          <a:solidFill>
            <a:schemeClr val="lt2">
              <a:lumMod val="20000"/>
              <a:lumOff val="80000"/>
            </a:schemeClr>
          </a:solidFill>
          <a:ln w="0">
            <a:noFill/>
          </a:ln>
        </p:spPr>
        <p:txBody>
          <a:bodyPr lIns="91440" rIns="91440" tIns="45720" bIns="45720" anchor="t">
            <a:noAutofit/>
          </a:bodyPr>
          <a:p>
            <a:pPr marL="182880" indent="-182880" defTabSz="914400">
              <a:lnSpc>
                <a:spcPct val="90000"/>
              </a:lnSpc>
              <a:spcBef>
                <a:spcPts val="1199"/>
              </a:spcBef>
              <a:buClr>
                <a:srgbClr val="55b4e8"/>
              </a:buClr>
              <a:buFont typeface="Wingdings 2" charset="2"/>
              <a:buChar char=""/>
            </a:pPr>
            <a:r>
              <a:rPr b="0" lang="en-US" sz="2000" strike="noStrike" u="none">
                <a:solidFill>
                  <a:schemeClr val="dk1">
                    <a:lumMod val="65000"/>
                    <a:lumOff val="35000"/>
                  </a:schemeClr>
                </a:solidFill>
                <a:effectLst/>
                <a:uFillTx/>
                <a:latin typeface="Arial"/>
              </a:rPr>
              <a:t>Click to edit Master text </a:t>
            </a:r>
            <a:r>
              <a:rPr b="0" lang="en-US" sz="2000" strike="noStrike" u="none">
                <a:solidFill>
                  <a:schemeClr val="dk1">
                    <a:lumMod val="65000"/>
                    <a:lumOff val="35000"/>
                  </a:schemeClr>
                </a:solidFill>
                <a:effectLst/>
                <a:uFillTx/>
                <a:latin typeface="Arial"/>
              </a:rPr>
              <a:t>styles (left)</a:t>
            </a:r>
            <a:endParaRPr b="0" lang="en-US" sz="2000" strike="noStrike" u="none">
              <a:solidFill>
                <a:schemeClr val="dk1"/>
              </a:solidFill>
              <a:effectLst/>
              <a:uFillTx/>
              <a:latin typeface="Corbel"/>
            </a:endParaRPr>
          </a:p>
          <a:p>
            <a:pPr lvl="1" marL="685800" indent="-182880" defTabSz="914400">
              <a:lnSpc>
                <a:spcPct val="90000"/>
              </a:lnSpc>
              <a:spcBef>
                <a:spcPts val="249"/>
              </a:spcBef>
              <a:spcAft>
                <a:spcPts val="249"/>
              </a:spcAft>
              <a:buClr>
                <a:srgbClr val="55b4e8"/>
              </a:buClr>
              <a:buFont typeface="Wingdings 2" charset="2"/>
              <a:buChar char=""/>
            </a:pPr>
            <a:r>
              <a:rPr b="0" lang="en-US" sz="1800" strike="noStrike" u="none">
                <a:solidFill>
                  <a:schemeClr val="dk1">
                    <a:lumMod val="65000"/>
                    <a:lumOff val="35000"/>
                  </a:schemeClr>
                </a:solidFill>
                <a:effectLst/>
                <a:uFillTx/>
                <a:latin typeface="Arial"/>
              </a:rPr>
              <a:t>Second level</a:t>
            </a:r>
            <a:endParaRPr b="0" lang="en-US" sz="1800" strike="noStrike" u="none">
              <a:solidFill>
                <a:schemeClr val="dk1"/>
              </a:solidFill>
              <a:effectLst/>
              <a:uFillTx/>
              <a:latin typeface="Corbel"/>
            </a:endParaRPr>
          </a:p>
          <a:p>
            <a:pPr lvl="2" marL="1143000" indent="-182880" defTabSz="914400">
              <a:lnSpc>
                <a:spcPct val="90000"/>
              </a:lnSpc>
              <a:spcBef>
                <a:spcPts val="249"/>
              </a:spcBef>
              <a:spcAft>
                <a:spcPts val="249"/>
              </a:spcAft>
              <a:buClr>
                <a:srgbClr val="55b4e8"/>
              </a:buClr>
              <a:buFont typeface="Wingdings 2" charset="2"/>
              <a:buChar char=""/>
            </a:pPr>
            <a:r>
              <a:rPr b="0" lang="en-US" sz="1600" strike="noStrike" u="none">
                <a:solidFill>
                  <a:schemeClr val="dk1">
                    <a:lumMod val="65000"/>
                    <a:lumOff val="35000"/>
                  </a:schemeClr>
                </a:solidFill>
                <a:effectLst/>
                <a:uFillTx/>
                <a:latin typeface="Arial"/>
              </a:rPr>
              <a:t>Third level</a:t>
            </a:r>
            <a:endParaRPr b="0" lang="en-US" sz="1600" strike="noStrike" u="none">
              <a:solidFill>
                <a:schemeClr val="dk1"/>
              </a:solidFill>
              <a:effectLst/>
              <a:uFillTx/>
              <a:latin typeface="Corbel"/>
            </a:endParaRPr>
          </a:p>
          <a:p>
            <a:pPr lvl="3" marL="1600200" indent="-182880" defTabSz="914400">
              <a:lnSpc>
                <a:spcPct val="90000"/>
              </a:lnSpc>
              <a:spcBef>
                <a:spcPts val="249"/>
              </a:spcBef>
              <a:spcAft>
                <a:spcPts val="249"/>
              </a:spcAft>
              <a:buClr>
                <a:srgbClr val="55b4e8"/>
              </a:buClr>
              <a:buFont typeface="Wingdings 2" charset="2"/>
              <a:buChar char=""/>
            </a:pPr>
            <a:r>
              <a:rPr b="0" lang="en-US" sz="1400" strike="noStrike" u="none">
                <a:solidFill>
                  <a:schemeClr val="dk1">
                    <a:lumMod val="65000"/>
                    <a:lumOff val="35000"/>
                  </a:schemeClr>
                </a:solidFill>
                <a:effectLst/>
                <a:uFillTx/>
                <a:latin typeface="Arial"/>
              </a:rPr>
              <a:t>Fourth level</a:t>
            </a:r>
            <a:endParaRPr b="0" lang="en-US" sz="1400" strike="noStrike" u="none">
              <a:solidFill>
                <a:schemeClr val="dk1"/>
              </a:solidFill>
              <a:effectLst/>
              <a:uFillTx/>
              <a:latin typeface="Corbel"/>
            </a:endParaRPr>
          </a:p>
          <a:p>
            <a:pPr lvl="4" marL="2057400" indent="-182880" defTabSz="914400">
              <a:lnSpc>
                <a:spcPct val="90000"/>
              </a:lnSpc>
              <a:spcBef>
                <a:spcPts val="249"/>
              </a:spcBef>
              <a:spcAft>
                <a:spcPts val="249"/>
              </a:spcAft>
              <a:buClr>
                <a:srgbClr val="55b4e8"/>
              </a:buClr>
              <a:buFont typeface="Wingdings 2" charset="2"/>
              <a:buChar char=""/>
            </a:pPr>
            <a:r>
              <a:rPr b="0" lang="en-US" sz="1400" strike="noStrike" u="none">
                <a:solidFill>
                  <a:schemeClr val="dk1">
                    <a:lumMod val="65000"/>
                    <a:lumOff val="35000"/>
                  </a:schemeClr>
                </a:solidFill>
                <a:effectLst/>
                <a:uFillTx/>
                <a:latin typeface="Arial"/>
              </a:rPr>
              <a:t>Fifth level</a:t>
            </a:r>
            <a:endParaRPr b="0" lang="en-US" sz="1400" strike="noStrike" u="none">
              <a:solidFill>
                <a:schemeClr val="dk1"/>
              </a:solidFill>
              <a:effectLst/>
              <a:uFillTx/>
              <a:latin typeface="Corbel"/>
            </a:endParaRPr>
          </a:p>
        </p:txBody>
      </p:sp>
      <p:sp>
        <p:nvSpPr>
          <p:cNvPr id="167" name="PlaceHolder 6"/>
          <p:cNvSpPr>
            <a:spLocks noGrp="1"/>
          </p:cNvSpPr>
          <p:nvPr>
            <p:ph type="body"/>
          </p:nvPr>
        </p:nvSpPr>
        <p:spPr>
          <a:xfrm>
            <a:off x="4334760" y="254520"/>
            <a:ext cx="3474000" cy="807120"/>
          </a:xfrm>
          <a:prstGeom prst="rect">
            <a:avLst/>
          </a:prstGeom>
          <a:noFill/>
          <a:ln w="0">
            <a:noFill/>
          </a:ln>
        </p:spPr>
        <p:txBody>
          <a:bodyPr lIns="91440" rIns="91440" tIns="45720" bIns="45720" anchor="t">
            <a:normAutofit/>
          </a:bodyPr>
          <a:p>
            <a:pPr marL="228600" indent="0" defTabSz="914400">
              <a:lnSpc>
                <a:spcPct val="90000"/>
              </a:lnSpc>
              <a:spcBef>
                <a:spcPts val="1001"/>
              </a:spcBef>
              <a:buNone/>
              <a:tabLst>
                <a:tab algn="l" pos="0"/>
              </a:tabLst>
            </a:pPr>
            <a:r>
              <a:rPr b="1" lang="en-US" sz="2000" strike="noStrike" u="none">
                <a:solidFill>
                  <a:schemeClr val="dk1">
                    <a:lumMod val="65000"/>
                    <a:lumOff val="35000"/>
                  </a:schemeClr>
                </a:solidFill>
                <a:effectLst/>
                <a:uFillTx/>
                <a:latin typeface="Arial"/>
              </a:rPr>
              <a:t>Click to edit Master text </a:t>
            </a:r>
            <a:r>
              <a:rPr b="1" lang="en-US" sz="2000" strike="noStrike" u="none">
                <a:solidFill>
                  <a:schemeClr val="dk1">
                    <a:lumMod val="65000"/>
                    <a:lumOff val="35000"/>
                  </a:schemeClr>
                </a:solidFill>
                <a:effectLst/>
                <a:uFillTx/>
                <a:latin typeface="Arial"/>
              </a:rPr>
              <a:t>styles (left)</a:t>
            </a:r>
            <a:endParaRPr b="0" lang="en-US" sz="2000" strike="noStrike" u="none">
              <a:solidFill>
                <a:schemeClr val="dk1"/>
              </a:solidFill>
              <a:effectLst/>
              <a:uFillTx/>
              <a:latin typeface="Corbel"/>
            </a:endParaRPr>
          </a:p>
        </p:txBody>
      </p:sp>
      <p:sp>
        <p:nvSpPr>
          <p:cNvPr id="168" name="PlaceHolder 7"/>
          <p:cNvSpPr>
            <a:spLocks noGrp="1"/>
          </p:cNvSpPr>
          <p:nvPr>
            <p:ph type="body"/>
          </p:nvPr>
        </p:nvSpPr>
        <p:spPr>
          <a:xfrm>
            <a:off x="432720" y="5748480"/>
            <a:ext cx="3474000" cy="364320"/>
          </a:xfrm>
          <a:prstGeom prst="rect">
            <a:avLst/>
          </a:prstGeom>
          <a:noFill/>
          <a:ln w="0">
            <a:noFill/>
          </a:ln>
        </p:spPr>
        <p:txBody>
          <a:bodyPr lIns="91440" rIns="91440" tIns="45720" bIns="45720" anchor="b">
            <a:noAutofit/>
          </a:bodyPr>
          <a:p>
            <a:pPr marL="228600" indent="0" defTabSz="914400">
              <a:lnSpc>
                <a:spcPct val="90000"/>
              </a:lnSpc>
              <a:spcBef>
                <a:spcPts val="1001"/>
              </a:spcBef>
              <a:buNone/>
              <a:tabLst>
                <a:tab algn="l" pos="0"/>
              </a:tabLst>
            </a:pPr>
            <a:r>
              <a:rPr b="0" lang="en-US" sz="700" strike="noStrike" u="none">
                <a:solidFill>
                  <a:schemeClr val="dk1">
                    <a:lumMod val="65000"/>
                    <a:lumOff val="35000"/>
                  </a:schemeClr>
                </a:solidFill>
                <a:effectLst/>
                <a:uFillTx/>
                <a:latin typeface="Arial"/>
              </a:rPr>
              <a:t>Click to edit Master text styles (left)</a:t>
            </a:r>
            <a:endParaRPr b="0" lang="en-US" sz="700" strike="noStrike" u="none">
              <a:solidFill>
                <a:schemeClr val="dk1"/>
              </a:solidFill>
              <a:effectLst/>
              <a:uFillTx/>
              <a:latin typeface="Corbel"/>
            </a:endParaRPr>
          </a:p>
        </p:txBody>
      </p:sp>
      <p:sp>
        <p:nvSpPr>
          <p:cNvPr id="169" name="PlaceHolder 8"/>
          <p:cNvSpPr>
            <a:spLocks noGrp="1"/>
          </p:cNvSpPr>
          <p:nvPr>
            <p:ph type="body"/>
          </p:nvPr>
        </p:nvSpPr>
        <p:spPr>
          <a:xfrm>
            <a:off x="441720" y="1224360"/>
            <a:ext cx="3474000" cy="4373640"/>
          </a:xfrm>
          <a:prstGeom prst="rect">
            <a:avLst/>
          </a:prstGeom>
          <a:solidFill>
            <a:schemeClr val="lt2">
              <a:lumMod val="20000"/>
              <a:lumOff val="80000"/>
            </a:schemeClr>
          </a:solidFill>
          <a:ln w="0">
            <a:noFill/>
          </a:ln>
        </p:spPr>
        <p:txBody>
          <a:bodyPr lIns="91440" rIns="91440" tIns="45720" bIns="45720" anchor="t">
            <a:noAutofit/>
          </a:bodyPr>
          <a:p>
            <a:pPr marL="182880" indent="-182880" defTabSz="914400">
              <a:lnSpc>
                <a:spcPct val="90000"/>
              </a:lnSpc>
              <a:spcBef>
                <a:spcPts val="1199"/>
              </a:spcBef>
              <a:buClr>
                <a:srgbClr val="55b4e8"/>
              </a:buClr>
              <a:buFont typeface="Wingdings 2" charset="2"/>
              <a:buChar char=""/>
            </a:pPr>
            <a:r>
              <a:rPr b="0" lang="en-US" sz="2000" strike="noStrike" u="none">
                <a:solidFill>
                  <a:schemeClr val="dk1">
                    <a:lumMod val="65000"/>
                    <a:lumOff val="35000"/>
                  </a:schemeClr>
                </a:solidFill>
                <a:effectLst/>
                <a:uFillTx/>
                <a:latin typeface="Arial"/>
              </a:rPr>
              <a:t>Click to edit Master text </a:t>
            </a:r>
            <a:r>
              <a:rPr b="0" lang="en-US" sz="2000" strike="noStrike" u="none">
                <a:solidFill>
                  <a:schemeClr val="dk1">
                    <a:lumMod val="65000"/>
                    <a:lumOff val="35000"/>
                  </a:schemeClr>
                </a:solidFill>
                <a:effectLst/>
                <a:uFillTx/>
                <a:latin typeface="Arial"/>
              </a:rPr>
              <a:t>styles (left)</a:t>
            </a:r>
            <a:endParaRPr b="0" lang="en-US" sz="2000" strike="noStrike" u="none">
              <a:solidFill>
                <a:schemeClr val="dk1"/>
              </a:solidFill>
              <a:effectLst/>
              <a:uFillTx/>
              <a:latin typeface="Corbel"/>
            </a:endParaRPr>
          </a:p>
          <a:p>
            <a:pPr lvl="1" marL="685800" indent="-182880" defTabSz="914400">
              <a:lnSpc>
                <a:spcPct val="90000"/>
              </a:lnSpc>
              <a:spcBef>
                <a:spcPts val="249"/>
              </a:spcBef>
              <a:spcAft>
                <a:spcPts val="249"/>
              </a:spcAft>
              <a:buClr>
                <a:srgbClr val="55b4e8"/>
              </a:buClr>
              <a:buFont typeface="Wingdings 2" charset="2"/>
              <a:buChar char=""/>
            </a:pPr>
            <a:r>
              <a:rPr b="0" lang="en-US" sz="1800" strike="noStrike" u="none">
                <a:solidFill>
                  <a:schemeClr val="dk1">
                    <a:lumMod val="65000"/>
                    <a:lumOff val="35000"/>
                  </a:schemeClr>
                </a:solidFill>
                <a:effectLst/>
                <a:uFillTx/>
                <a:latin typeface="Arial"/>
              </a:rPr>
              <a:t>Second level</a:t>
            </a:r>
            <a:endParaRPr b="0" lang="en-US" sz="1800" strike="noStrike" u="none">
              <a:solidFill>
                <a:schemeClr val="dk1"/>
              </a:solidFill>
              <a:effectLst/>
              <a:uFillTx/>
              <a:latin typeface="Corbel"/>
            </a:endParaRPr>
          </a:p>
          <a:p>
            <a:pPr lvl="2" marL="1143000" indent="-182880" defTabSz="914400">
              <a:lnSpc>
                <a:spcPct val="90000"/>
              </a:lnSpc>
              <a:spcBef>
                <a:spcPts val="249"/>
              </a:spcBef>
              <a:spcAft>
                <a:spcPts val="249"/>
              </a:spcAft>
              <a:buClr>
                <a:srgbClr val="55b4e8"/>
              </a:buClr>
              <a:buFont typeface="Wingdings 2" charset="2"/>
              <a:buChar char=""/>
            </a:pPr>
            <a:r>
              <a:rPr b="0" lang="en-US" sz="1600" strike="noStrike" u="none">
                <a:solidFill>
                  <a:schemeClr val="dk1">
                    <a:lumMod val="65000"/>
                    <a:lumOff val="35000"/>
                  </a:schemeClr>
                </a:solidFill>
                <a:effectLst/>
                <a:uFillTx/>
                <a:latin typeface="Arial"/>
              </a:rPr>
              <a:t>Third level</a:t>
            </a:r>
            <a:endParaRPr b="0" lang="en-US" sz="1600" strike="noStrike" u="none">
              <a:solidFill>
                <a:schemeClr val="dk1"/>
              </a:solidFill>
              <a:effectLst/>
              <a:uFillTx/>
              <a:latin typeface="Corbel"/>
            </a:endParaRPr>
          </a:p>
          <a:p>
            <a:pPr lvl="3" marL="1600200" indent="-182880" defTabSz="914400">
              <a:lnSpc>
                <a:spcPct val="90000"/>
              </a:lnSpc>
              <a:spcBef>
                <a:spcPts val="249"/>
              </a:spcBef>
              <a:spcAft>
                <a:spcPts val="249"/>
              </a:spcAft>
              <a:buClr>
                <a:srgbClr val="55b4e8"/>
              </a:buClr>
              <a:buFont typeface="Wingdings 2" charset="2"/>
              <a:buChar char=""/>
            </a:pPr>
            <a:r>
              <a:rPr b="0" lang="en-US" sz="1400" strike="noStrike" u="none">
                <a:solidFill>
                  <a:schemeClr val="dk1">
                    <a:lumMod val="65000"/>
                    <a:lumOff val="35000"/>
                  </a:schemeClr>
                </a:solidFill>
                <a:effectLst/>
                <a:uFillTx/>
                <a:latin typeface="Arial"/>
              </a:rPr>
              <a:t>Fourth level</a:t>
            </a:r>
            <a:endParaRPr b="0" lang="en-US" sz="1400" strike="noStrike" u="none">
              <a:solidFill>
                <a:schemeClr val="dk1"/>
              </a:solidFill>
              <a:effectLst/>
              <a:uFillTx/>
              <a:latin typeface="Corbel"/>
            </a:endParaRPr>
          </a:p>
          <a:p>
            <a:pPr lvl="4" marL="2057400" indent="-182880" defTabSz="914400">
              <a:lnSpc>
                <a:spcPct val="90000"/>
              </a:lnSpc>
              <a:spcBef>
                <a:spcPts val="249"/>
              </a:spcBef>
              <a:spcAft>
                <a:spcPts val="249"/>
              </a:spcAft>
              <a:buClr>
                <a:srgbClr val="55b4e8"/>
              </a:buClr>
              <a:buFont typeface="Wingdings 2" charset="2"/>
              <a:buChar char=""/>
            </a:pPr>
            <a:r>
              <a:rPr b="0" lang="en-US" sz="1400" strike="noStrike" u="none">
                <a:solidFill>
                  <a:schemeClr val="dk1">
                    <a:lumMod val="65000"/>
                    <a:lumOff val="35000"/>
                  </a:schemeClr>
                </a:solidFill>
                <a:effectLst/>
                <a:uFillTx/>
                <a:latin typeface="Arial"/>
              </a:rPr>
              <a:t>Fifth level</a:t>
            </a:r>
            <a:endParaRPr b="0" lang="en-US" sz="1400" strike="noStrike" u="none">
              <a:solidFill>
                <a:schemeClr val="dk1"/>
              </a:solidFill>
              <a:effectLst/>
              <a:uFillTx/>
              <a:latin typeface="Corbel"/>
            </a:endParaRPr>
          </a:p>
        </p:txBody>
      </p:sp>
      <p:sp>
        <p:nvSpPr>
          <p:cNvPr id="170" name="PlaceHolder 9"/>
          <p:cNvSpPr>
            <a:spLocks noGrp="1"/>
          </p:cNvSpPr>
          <p:nvPr>
            <p:ph type="body"/>
          </p:nvPr>
        </p:nvSpPr>
        <p:spPr>
          <a:xfrm>
            <a:off x="441720" y="254520"/>
            <a:ext cx="3474000" cy="807120"/>
          </a:xfrm>
          <a:prstGeom prst="rect">
            <a:avLst/>
          </a:prstGeom>
          <a:noFill/>
          <a:ln w="0">
            <a:noFill/>
          </a:ln>
        </p:spPr>
        <p:txBody>
          <a:bodyPr lIns="91440" rIns="91440" tIns="45720" bIns="45720" anchor="t">
            <a:normAutofit/>
          </a:bodyPr>
          <a:p>
            <a:pPr marL="228600" indent="0" defTabSz="914400">
              <a:lnSpc>
                <a:spcPct val="90000"/>
              </a:lnSpc>
              <a:spcBef>
                <a:spcPts val="1001"/>
              </a:spcBef>
              <a:buNone/>
              <a:tabLst>
                <a:tab algn="l" pos="0"/>
              </a:tabLst>
            </a:pPr>
            <a:r>
              <a:rPr b="1" lang="en-US" sz="2000" strike="noStrike" u="none">
                <a:solidFill>
                  <a:schemeClr val="dk1">
                    <a:lumMod val="65000"/>
                    <a:lumOff val="35000"/>
                  </a:schemeClr>
                </a:solidFill>
                <a:effectLst/>
                <a:uFillTx/>
                <a:latin typeface="Arial"/>
              </a:rPr>
              <a:t>Click to edit Master </a:t>
            </a:r>
            <a:r>
              <a:rPr b="1" lang="en-US" sz="2000" strike="noStrike" u="none">
                <a:solidFill>
                  <a:schemeClr val="dk1">
                    <a:lumMod val="65000"/>
                    <a:lumOff val="35000"/>
                  </a:schemeClr>
                </a:solidFill>
                <a:effectLst/>
                <a:uFillTx/>
                <a:latin typeface="Arial"/>
              </a:rPr>
              <a:t>text styles (left)</a:t>
            </a:r>
            <a:endParaRPr b="0" lang="en-US" sz="2000" strike="noStrike" u="none">
              <a:solidFill>
                <a:schemeClr val="dk1"/>
              </a:solidFill>
              <a:effectLst/>
              <a:uFillTx/>
              <a:latin typeface="Corbel"/>
            </a:endParaRPr>
          </a:p>
        </p:txBody>
      </p:sp>
      <p:sp>
        <p:nvSpPr>
          <p:cNvPr id="171" name="PlaceHolder 10"/>
          <p:cNvSpPr>
            <a:spLocks noGrp="1"/>
          </p:cNvSpPr>
          <p:nvPr>
            <p:ph type="dt" idx="43"/>
          </p:nvPr>
        </p:nvSpPr>
        <p:spPr>
          <a:xfrm>
            <a:off x="262440" y="6356520"/>
            <a:ext cx="2742480" cy="36432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100" strike="noStrike" u="none">
                <a:solidFill>
                  <a:schemeClr val="dk1">
                    <a:lumMod val="50000"/>
                    <a:lumOff val="50000"/>
                  </a:schemeClr>
                </a:solidFill>
                <a:effectLst/>
                <a:uFillTx/>
                <a:latin typeface="Arial"/>
              </a:defRPr>
            </a:lvl1pPr>
          </a:lstStyle>
          <a:p>
            <a:pPr indent="0" defTabSz="457200">
              <a:lnSpc>
                <a:spcPct val="100000"/>
              </a:lnSpc>
              <a:buNone/>
              <a:tabLst>
                <a:tab algn="l" pos="0"/>
              </a:tabLst>
            </a:pPr>
            <a:r>
              <a:rPr b="0" lang="en-US" sz="1100" strike="noStrike" u="none">
                <a:solidFill>
                  <a:schemeClr val="dk1">
                    <a:lumMod val="50000"/>
                    <a:lumOff val="50000"/>
                  </a:schemeClr>
                </a:solidFill>
                <a:effectLst/>
                <a:uFillTx/>
                <a:latin typeface="Arial"/>
              </a:rPr>
              <a:t>&lt;date/time&gt;</a:t>
            </a:r>
            <a:endParaRPr b="0" lang="en-US" sz="1100" strike="noStrike" u="none">
              <a:solidFill>
                <a:srgbClr val="000000"/>
              </a:solidFill>
              <a:effectLst/>
              <a:uFillTx/>
              <a:latin typeface="Times New Roman"/>
            </a:endParaRPr>
          </a:p>
        </p:txBody>
      </p:sp>
      <p:sp>
        <p:nvSpPr>
          <p:cNvPr id="172" name="PlaceHolder 11"/>
          <p:cNvSpPr>
            <a:spLocks noGrp="1"/>
          </p:cNvSpPr>
          <p:nvPr>
            <p:ph type="ftr" idx="44"/>
          </p:nvPr>
        </p:nvSpPr>
        <p:spPr>
          <a:xfrm>
            <a:off x="3869280" y="6356520"/>
            <a:ext cx="5910840" cy="36432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100" strike="noStrike" u="none">
                <a:solidFill>
                  <a:schemeClr val="accent1"/>
                </a:solidFill>
                <a:effectLst/>
                <a:uFillTx/>
                <a:latin typeface="Arial"/>
              </a:defRPr>
            </a:lvl1pPr>
          </a:lstStyle>
          <a:p>
            <a:pPr indent="0" defTabSz="457200">
              <a:lnSpc>
                <a:spcPct val="100000"/>
              </a:lnSpc>
              <a:buNone/>
              <a:tabLst>
                <a:tab algn="l" pos="0"/>
              </a:tabLst>
            </a:pPr>
            <a:r>
              <a:rPr b="0" lang="en-US" sz="1100" strike="noStrike" u="none">
                <a:solidFill>
                  <a:schemeClr val="accent1"/>
                </a:solidFill>
                <a:effectLst/>
                <a:uFillTx/>
                <a:latin typeface="Arial"/>
              </a:rPr>
              <a:t>&lt;footer&gt;</a:t>
            </a:r>
            <a:endParaRPr b="0" lang="en-US" sz="1100" strike="noStrike" u="none">
              <a:solidFill>
                <a:srgbClr val="000000"/>
              </a:solidFill>
              <a:effectLst/>
              <a:uFillTx/>
              <a:latin typeface="Times New Roman"/>
            </a:endParaRPr>
          </a:p>
        </p:txBody>
      </p:sp>
      <p:sp>
        <p:nvSpPr>
          <p:cNvPr id="173" name="PlaceHolder 12"/>
          <p:cNvSpPr>
            <a:spLocks noGrp="1"/>
          </p:cNvSpPr>
          <p:nvPr>
            <p:ph type="sldNum" idx="45"/>
          </p:nvPr>
        </p:nvSpPr>
        <p:spPr>
          <a:xfrm>
            <a:off x="10634040" y="6356520"/>
            <a:ext cx="15303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1" lang="en-US" sz="1200" strike="noStrike" u="none">
                <a:solidFill>
                  <a:schemeClr val="accent1"/>
                </a:solidFill>
                <a:effectLst/>
                <a:uFillTx/>
                <a:latin typeface="Arial"/>
              </a:defRPr>
            </a:lvl1pPr>
          </a:lstStyle>
          <a:p>
            <a:pPr indent="0" algn="r" defTabSz="457200">
              <a:lnSpc>
                <a:spcPct val="100000"/>
              </a:lnSpc>
              <a:buNone/>
              <a:tabLst>
                <a:tab algn="l" pos="0"/>
              </a:tabLst>
            </a:pPr>
            <a:fld id="{2BB8C771-7DFA-4880-BF71-4AAB0968954D}" type="slidenum">
              <a:rPr b="1" lang="en-US" sz="1200" strike="noStrike" u="none">
                <a:solidFill>
                  <a:schemeClr val="accent1"/>
                </a:solidFill>
                <a:effectLst/>
                <a:uFillTx/>
                <a:latin typeface="Arial"/>
              </a:rPr>
              <a:t>&lt;number&gt;</a:t>
            </a:fld>
            <a:endParaRPr b="0" lang="en-US" sz="1200" strike="noStrike" u="none">
              <a:solidFill>
                <a:srgbClr val="000000"/>
              </a:solidFill>
              <a:effectLst/>
              <a:uFillTx/>
              <a:latin typeface="Times New Roman"/>
            </a:endParaRPr>
          </a:p>
        </p:txBody>
      </p:sp>
      <p:sp>
        <p:nvSpPr>
          <p:cNvPr id="174" name="PlaceHolder 13"/>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defTabSz="914400">
              <a:lnSpc>
                <a:spcPct val="90000"/>
              </a:lnSpc>
              <a:buNone/>
              <a:tabLst>
                <a:tab algn="l" pos="0"/>
              </a:tabLst>
            </a:pPr>
            <a:r>
              <a:rPr b="0" lang="en-US" sz="1800" strike="noStrike" u="none">
                <a:solidFill>
                  <a:schemeClr val="dk1"/>
                </a:solidFill>
                <a:effectLst/>
                <a:uFillTx/>
                <a:latin typeface="Corbel"/>
              </a:rPr>
              <a:t>Click to edit the title text format</a:t>
            </a:r>
            <a:endParaRPr b="0" lang="en-US" sz="1800" strike="noStrike" u="none">
              <a:solidFill>
                <a:schemeClr val="dk1"/>
              </a:solidFill>
              <a:effectLst/>
              <a:uFillTx/>
              <a:latin typeface="Corbe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2_Comparison">
    <p:bg>
      <p:bgPr>
        <a:solidFill>
          <a:srgbClr val="ffffff"/>
        </a:solidFill>
      </p:bgPr>
    </p:bg>
    <p:spTree>
      <p:nvGrpSpPr>
        <p:cNvPr id="1" name=""/>
        <p:cNvGrpSpPr/>
        <p:nvPr/>
      </p:nvGrpSpPr>
      <p:grpSpPr>
        <a:xfrm>
          <a:off x="0" y="0"/>
          <a:ext cx="0" cy="0"/>
          <a:chOff x="0" y="0"/>
          <a:chExt cx="0" cy="0"/>
        </a:xfrm>
      </p:grpSpPr>
      <p:sp>
        <p:nvSpPr>
          <p:cNvPr id="175" name="Rectangle 6"/>
          <p:cNvSpPr/>
          <p:nvPr/>
        </p:nvSpPr>
        <p:spPr>
          <a:xfrm>
            <a:off x="0" y="0"/>
            <a:ext cx="3443040" cy="608904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n-US" sz="1800" strike="noStrike" u="none">
              <a:solidFill>
                <a:schemeClr val="lt1"/>
              </a:solidFill>
              <a:effectLst/>
              <a:uFillTx/>
              <a:latin typeface="Arial"/>
            </a:endParaRPr>
          </a:p>
        </p:txBody>
      </p:sp>
      <p:sp>
        <p:nvSpPr>
          <p:cNvPr id="176" name="Rectangle 37"/>
          <p:cNvSpPr/>
          <p:nvPr/>
        </p:nvSpPr>
        <p:spPr>
          <a:xfrm>
            <a:off x="11815920" y="0"/>
            <a:ext cx="383400" cy="6089040"/>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n-US" sz="1800" strike="noStrike" u="none">
              <a:solidFill>
                <a:schemeClr val="lt1"/>
              </a:solidFill>
              <a:effectLst/>
              <a:uFillTx/>
              <a:latin typeface="Corbel"/>
            </a:endParaRPr>
          </a:p>
        </p:txBody>
      </p:sp>
      <p:sp>
        <p:nvSpPr>
          <p:cNvPr id="177" name="PlaceHolder 1"/>
          <p:cNvSpPr>
            <a:spLocks noGrp="1"/>
          </p:cNvSpPr>
          <p:nvPr>
            <p:ph type="body"/>
          </p:nvPr>
        </p:nvSpPr>
        <p:spPr>
          <a:xfrm>
            <a:off x="7818480" y="5748480"/>
            <a:ext cx="3474000" cy="364320"/>
          </a:xfrm>
          <a:prstGeom prst="rect">
            <a:avLst/>
          </a:prstGeom>
          <a:noFill/>
          <a:ln w="0">
            <a:noFill/>
          </a:ln>
        </p:spPr>
        <p:txBody>
          <a:bodyPr lIns="91440" rIns="91440" tIns="45720" bIns="45720" anchor="b">
            <a:noAutofit/>
          </a:bodyPr>
          <a:p>
            <a:pPr marL="228600" indent="0" defTabSz="914400">
              <a:lnSpc>
                <a:spcPct val="90000"/>
              </a:lnSpc>
              <a:spcBef>
                <a:spcPts val="1001"/>
              </a:spcBef>
              <a:buNone/>
              <a:tabLst>
                <a:tab algn="l" pos="0"/>
              </a:tabLst>
            </a:pPr>
            <a:r>
              <a:rPr b="0" lang="en-US" sz="700" strike="noStrike" u="none">
                <a:solidFill>
                  <a:schemeClr val="dk1">
                    <a:lumMod val="65000"/>
                    <a:lumOff val="35000"/>
                  </a:schemeClr>
                </a:solidFill>
                <a:effectLst/>
                <a:uFillTx/>
                <a:latin typeface="Arial"/>
              </a:rPr>
              <a:t>Click to edit Master text styles (right)</a:t>
            </a:r>
            <a:endParaRPr b="0" lang="en-US" sz="700" strike="noStrike" u="none">
              <a:solidFill>
                <a:schemeClr val="dk1"/>
              </a:solidFill>
              <a:effectLst/>
              <a:uFillTx/>
              <a:latin typeface="Corbel"/>
            </a:endParaRPr>
          </a:p>
        </p:txBody>
      </p:sp>
      <p:sp>
        <p:nvSpPr>
          <p:cNvPr id="178" name="PlaceHolder 2"/>
          <p:cNvSpPr>
            <a:spLocks noGrp="1"/>
          </p:cNvSpPr>
          <p:nvPr>
            <p:ph type="body"/>
          </p:nvPr>
        </p:nvSpPr>
        <p:spPr>
          <a:xfrm>
            <a:off x="7818480" y="1224360"/>
            <a:ext cx="3474000" cy="4373640"/>
          </a:xfrm>
          <a:prstGeom prst="rect">
            <a:avLst/>
          </a:prstGeom>
          <a:noFill/>
          <a:ln w="0">
            <a:noFill/>
          </a:ln>
        </p:spPr>
        <p:txBody>
          <a:bodyPr lIns="91440" rIns="91440" tIns="45720" bIns="45720" anchor="t">
            <a:noAutofit/>
          </a:bodyPr>
          <a:p>
            <a:pPr marL="182880" indent="-182880" defTabSz="914400">
              <a:lnSpc>
                <a:spcPct val="90000"/>
              </a:lnSpc>
              <a:spcBef>
                <a:spcPts val="1199"/>
              </a:spcBef>
              <a:buClr>
                <a:srgbClr val="55b4e8"/>
              </a:buClr>
              <a:buFont typeface="Wingdings 2" charset="2"/>
              <a:buChar char=""/>
            </a:pPr>
            <a:r>
              <a:rPr b="0" lang="en-US" sz="2000" strike="noStrike" u="none">
                <a:solidFill>
                  <a:schemeClr val="dk1">
                    <a:lumMod val="65000"/>
                    <a:lumOff val="35000"/>
                  </a:schemeClr>
                </a:solidFill>
                <a:effectLst/>
                <a:uFillTx/>
                <a:latin typeface="Arial"/>
              </a:rPr>
              <a:t>Click to edit Master text </a:t>
            </a:r>
            <a:r>
              <a:rPr b="0" lang="en-US" sz="2000" strike="noStrike" u="none">
                <a:solidFill>
                  <a:schemeClr val="dk1">
                    <a:lumMod val="65000"/>
                    <a:lumOff val="35000"/>
                  </a:schemeClr>
                </a:solidFill>
                <a:effectLst/>
                <a:uFillTx/>
                <a:latin typeface="Arial"/>
              </a:rPr>
              <a:t>styles (right)</a:t>
            </a:r>
            <a:endParaRPr b="0" lang="en-US" sz="2000" strike="noStrike" u="none">
              <a:solidFill>
                <a:schemeClr val="dk1"/>
              </a:solidFill>
              <a:effectLst/>
              <a:uFillTx/>
              <a:latin typeface="Corbel"/>
            </a:endParaRPr>
          </a:p>
          <a:p>
            <a:pPr lvl="1" marL="685800" indent="-182880" defTabSz="914400">
              <a:lnSpc>
                <a:spcPct val="90000"/>
              </a:lnSpc>
              <a:spcBef>
                <a:spcPts val="249"/>
              </a:spcBef>
              <a:spcAft>
                <a:spcPts val="249"/>
              </a:spcAft>
              <a:buClr>
                <a:srgbClr val="55b4e8"/>
              </a:buClr>
              <a:buFont typeface="Wingdings 2" charset="2"/>
              <a:buChar char=""/>
            </a:pPr>
            <a:r>
              <a:rPr b="0" lang="en-US" sz="1800" strike="noStrike" u="none">
                <a:solidFill>
                  <a:schemeClr val="dk1">
                    <a:lumMod val="65000"/>
                    <a:lumOff val="35000"/>
                  </a:schemeClr>
                </a:solidFill>
                <a:effectLst/>
                <a:uFillTx/>
                <a:latin typeface="Arial"/>
              </a:rPr>
              <a:t>Second level</a:t>
            </a:r>
            <a:endParaRPr b="0" lang="en-US" sz="1800" strike="noStrike" u="none">
              <a:solidFill>
                <a:schemeClr val="dk1"/>
              </a:solidFill>
              <a:effectLst/>
              <a:uFillTx/>
              <a:latin typeface="Corbel"/>
            </a:endParaRPr>
          </a:p>
          <a:p>
            <a:pPr lvl="2" marL="1143000" indent="-182880" defTabSz="914400">
              <a:lnSpc>
                <a:spcPct val="90000"/>
              </a:lnSpc>
              <a:spcBef>
                <a:spcPts val="249"/>
              </a:spcBef>
              <a:spcAft>
                <a:spcPts val="249"/>
              </a:spcAft>
              <a:buClr>
                <a:srgbClr val="55b4e8"/>
              </a:buClr>
              <a:buFont typeface="Wingdings 2" charset="2"/>
              <a:buChar char=""/>
            </a:pPr>
            <a:r>
              <a:rPr b="0" lang="en-US" sz="1600" strike="noStrike" u="none">
                <a:solidFill>
                  <a:schemeClr val="dk1">
                    <a:lumMod val="65000"/>
                    <a:lumOff val="35000"/>
                  </a:schemeClr>
                </a:solidFill>
                <a:effectLst/>
                <a:uFillTx/>
                <a:latin typeface="Arial"/>
              </a:rPr>
              <a:t>Third level</a:t>
            </a:r>
            <a:endParaRPr b="0" lang="en-US" sz="1600" strike="noStrike" u="none">
              <a:solidFill>
                <a:schemeClr val="dk1"/>
              </a:solidFill>
              <a:effectLst/>
              <a:uFillTx/>
              <a:latin typeface="Corbel"/>
            </a:endParaRPr>
          </a:p>
          <a:p>
            <a:pPr lvl="3" marL="1600200" indent="-182880" defTabSz="914400">
              <a:lnSpc>
                <a:spcPct val="90000"/>
              </a:lnSpc>
              <a:spcBef>
                <a:spcPts val="249"/>
              </a:spcBef>
              <a:spcAft>
                <a:spcPts val="249"/>
              </a:spcAft>
              <a:buClr>
                <a:srgbClr val="55b4e8"/>
              </a:buClr>
              <a:buFont typeface="Wingdings 2" charset="2"/>
              <a:buChar char=""/>
            </a:pPr>
            <a:r>
              <a:rPr b="0" lang="en-US" sz="1400" strike="noStrike" u="none">
                <a:solidFill>
                  <a:schemeClr val="dk1">
                    <a:lumMod val="65000"/>
                    <a:lumOff val="35000"/>
                  </a:schemeClr>
                </a:solidFill>
                <a:effectLst/>
                <a:uFillTx/>
                <a:latin typeface="Arial"/>
              </a:rPr>
              <a:t>Fourth level</a:t>
            </a:r>
            <a:endParaRPr b="0" lang="en-US" sz="1400" strike="noStrike" u="none">
              <a:solidFill>
                <a:schemeClr val="dk1"/>
              </a:solidFill>
              <a:effectLst/>
              <a:uFillTx/>
              <a:latin typeface="Corbel"/>
            </a:endParaRPr>
          </a:p>
          <a:p>
            <a:pPr lvl="4" marL="2057400" indent="-182880" defTabSz="914400">
              <a:lnSpc>
                <a:spcPct val="90000"/>
              </a:lnSpc>
              <a:spcBef>
                <a:spcPts val="249"/>
              </a:spcBef>
              <a:spcAft>
                <a:spcPts val="249"/>
              </a:spcAft>
              <a:buClr>
                <a:srgbClr val="55b4e8"/>
              </a:buClr>
              <a:buFont typeface="Wingdings 2" charset="2"/>
              <a:buChar char=""/>
            </a:pPr>
            <a:r>
              <a:rPr b="0" lang="en-US" sz="1400" strike="noStrike" u="none">
                <a:solidFill>
                  <a:schemeClr val="dk1">
                    <a:lumMod val="65000"/>
                    <a:lumOff val="35000"/>
                  </a:schemeClr>
                </a:solidFill>
                <a:effectLst/>
                <a:uFillTx/>
                <a:latin typeface="Arial"/>
              </a:rPr>
              <a:t>Fifth level</a:t>
            </a:r>
            <a:endParaRPr b="0" lang="en-US" sz="1400" strike="noStrike" u="none">
              <a:solidFill>
                <a:schemeClr val="dk1"/>
              </a:solidFill>
              <a:effectLst/>
              <a:uFillTx/>
              <a:latin typeface="Corbel"/>
            </a:endParaRPr>
          </a:p>
        </p:txBody>
      </p:sp>
      <p:sp>
        <p:nvSpPr>
          <p:cNvPr id="179" name="PlaceHolder 3"/>
          <p:cNvSpPr>
            <a:spLocks noGrp="1"/>
          </p:cNvSpPr>
          <p:nvPr>
            <p:ph type="body"/>
          </p:nvPr>
        </p:nvSpPr>
        <p:spPr>
          <a:xfrm>
            <a:off x="7818480" y="261720"/>
            <a:ext cx="3474000" cy="812520"/>
          </a:xfrm>
          <a:prstGeom prst="rect">
            <a:avLst/>
          </a:prstGeom>
          <a:noFill/>
          <a:ln w="0">
            <a:noFill/>
          </a:ln>
        </p:spPr>
        <p:txBody>
          <a:bodyPr lIns="91440" rIns="91440" tIns="45720" bIns="45720" anchor="t">
            <a:normAutofit/>
          </a:bodyPr>
          <a:p>
            <a:pPr marL="228600" indent="0" defTabSz="914400">
              <a:lnSpc>
                <a:spcPct val="90000"/>
              </a:lnSpc>
              <a:spcBef>
                <a:spcPts val="1001"/>
              </a:spcBef>
              <a:buNone/>
              <a:tabLst>
                <a:tab algn="l" pos="0"/>
              </a:tabLst>
            </a:pPr>
            <a:r>
              <a:rPr b="1" lang="en-US" sz="2400" strike="noStrike" u="none">
                <a:solidFill>
                  <a:schemeClr val="dk1">
                    <a:lumMod val="65000"/>
                    <a:lumOff val="35000"/>
                  </a:schemeClr>
                </a:solidFill>
                <a:effectLst/>
                <a:uFillTx/>
                <a:latin typeface="Arial"/>
              </a:rPr>
              <a:t>Click to edit Master </a:t>
            </a:r>
            <a:r>
              <a:rPr b="1" lang="en-US" sz="2400" strike="noStrike" u="none">
                <a:solidFill>
                  <a:schemeClr val="dk1">
                    <a:lumMod val="65000"/>
                    <a:lumOff val="35000"/>
                  </a:schemeClr>
                </a:solidFill>
                <a:effectLst/>
                <a:uFillTx/>
                <a:latin typeface="Arial"/>
              </a:rPr>
              <a:t>text styles (right)</a:t>
            </a:r>
            <a:endParaRPr b="0" lang="en-US" sz="2400" strike="noStrike" u="none">
              <a:solidFill>
                <a:schemeClr val="dk1"/>
              </a:solidFill>
              <a:effectLst/>
              <a:uFillTx/>
              <a:latin typeface="Corbel"/>
            </a:endParaRPr>
          </a:p>
        </p:txBody>
      </p:sp>
      <p:sp>
        <p:nvSpPr>
          <p:cNvPr id="180" name="PlaceHolder 4"/>
          <p:cNvSpPr>
            <a:spLocks noGrp="1"/>
          </p:cNvSpPr>
          <p:nvPr>
            <p:ph type="body"/>
          </p:nvPr>
        </p:nvSpPr>
        <p:spPr>
          <a:xfrm>
            <a:off x="3858840" y="5748480"/>
            <a:ext cx="3474000" cy="364320"/>
          </a:xfrm>
          <a:prstGeom prst="rect">
            <a:avLst/>
          </a:prstGeom>
          <a:noFill/>
          <a:ln w="0">
            <a:noFill/>
          </a:ln>
        </p:spPr>
        <p:txBody>
          <a:bodyPr lIns="91440" rIns="91440" tIns="45720" bIns="45720" anchor="b">
            <a:noAutofit/>
          </a:bodyPr>
          <a:p>
            <a:pPr marL="228600" indent="0" defTabSz="914400">
              <a:lnSpc>
                <a:spcPct val="90000"/>
              </a:lnSpc>
              <a:spcBef>
                <a:spcPts val="1001"/>
              </a:spcBef>
              <a:buNone/>
              <a:tabLst>
                <a:tab algn="l" pos="0"/>
              </a:tabLst>
            </a:pPr>
            <a:r>
              <a:rPr b="0" lang="en-US" sz="700" strike="noStrike" u="none">
                <a:solidFill>
                  <a:schemeClr val="dk1">
                    <a:lumMod val="65000"/>
                    <a:lumOff val="35000"/>
                  </a:schemeClr>
                </a:solidFill>
                <a:effectLst/>
                <a:uFillTx/>
                <a:latin typeface="Arial"/>
              </a:rPr>
              <a:t>Click to edit Master text styles (left)</a:t>
            </a:r>
            <a:endParaRPr b="0" lang="en-US" sz="700" strike="noStrike" u="none">
              <a:solidFill>
                <a:schemeClr val="dk1"/>
              </a:solidFill>
              <a:effectLst/>
              <a:uFillTx/>
              <a:latin typeface="Corbel"/>
            </a:endParaRPr>
          </a:p>
        </p:txBody>
      </p:sp>
      <p:sp>
        <p:nvSpPr>
          <p:cNvPr id="181" name="PlaceHolder 5"/>
          <p:cNvSpPr>
            <a:spLocks noGrp="1"/>
          </p:cNvSpPr>
          <p:nvPr>
            <p:ph type="body"/>
          </p:nvPr>
        </p:nvSpPr>
        <p:spPr>
          <a:xfrm>
            <a:off x="3867840" y="1224360"/>
            <a:ext cx="3474000" cy="4373640"/>
          </a:xfrm>
          <a:prstGeom prst="rect">
            <a:avLst/>
          </a:prstGeom>
          <a:noFill/>
          <a:ln w="0">
            <a:noFill/>
          </a:ln>
        </p:spPr>
        <p:txBody>
          <a:bodyPr lIns="91440" rIns="91440" tIns="45720" bIns="45720" anchor="t">
            <a:noAutofit/>
          </a:bodyPr>
          <a:p>
            <a:pPr marL="182880" indent="-182880" defTabSz="914400">
              <a:lnSpc>
                <a:spcPct val="90000"/>
              </a:lnSpc>
              <a:spcBef>
                <a:spcPts val="1199"/>
              </a:spcBef>
              <a:buClr>
                <a:srgbClr val="55b4e8"/>
              </a:buClr>
              <a:buFont typeface="Wingdings 2" charset="2"/>
              <a:buChar char=""/>
            </a:pPr>
            <a:r>
              <a:rPr b="0" lang="en-US" sz="2000" strike="noStrike" u="none">
                <a:solidFill>
                  <a:schemeClr val="dk1">
                    <a:lumMod val="65000"/>
                    <a:lumOff val="35000"/>
                  </a:schemeClr>
                </a:solidFill>
                <a:effectLst/>
                <a:uFillTx/>
                <a:latin typeface="Arial"/>
              </a:rPr>
              <a:t>Click to edit Master text </a:t>
            </a:r>
            <a:r>
              <a:rPr b="0" lang="en-US" sz="2000" strike="noStrike" u="none">
                <a:solidFill>
                  <a:schemeClr val="dk1">
                    <a:lumMod val="65000"/>
                    <a:lumOff val="35000"/>
                  </a:schemeClr>
                </a:solidFill>
                <a:effectLst/>
                <a:uFillTx/>
                <a:latin typeface="Arial"/>
              </a:rPr>
              <a:t>styles (left)</a:t>
            </a:r>
            <a:endParaRPr b="0" lang="en-US" sz="2000" strike="noStrike" u="none">
              <a:solidFill>
                <a:schemeClr val="dk1"/>
              </a:solidFill>
              <a:effectLst/>
              <a:uFillTx/>
              <a:latin typeface="Corbel"/>
            </a:endParaRPr>
          </a:p>
          <a:p>
            <a:pPr lvl="1" marL="685800" indent="-182880" defTabSz="914400">
              <a:lnSpc>
                <a:spcPct val="90000"/>
              </a:lnSpc>
              <a:spcBef>
                <a:spcPts val="249"/>
              </a:spcBef>
              <a:spcAft>
                <a:spcPts val="249"/>
              </a:spcAft>
              <a:buClr>
                <a:srgbClr val="55b4e8"/>
              </a:buClr>
              <a:buFont typeface="Wingdings 2" charset="2"/>
              <a:buChar char=""/>
            </a:pPr>
            <a:r>
              <a:rPr b="0" lang="en-US" sz="1800" strike="noStrike" u="none">
                <a:solidFill>
                  <a:schemeClr val="dk1">
                    <a:lumMod val="65000"/>
                    <a:lumOff val="35000"/>
                  </a:schemeClr>
                </a:solidFill>
                <a:effectLst/>
                <a:uFillTx/>
                <a:latin typeface="Arial"/>
              </a:rPr>
              <a:t>Second level</a:t>
            </a:r>
            <a:endParaRPr b="0" lang="en-US" sz="1800" strike="noStrike" u="none">
              <a:solidFill>
                <a:schemeClr val="dk1"/>
              </a:solidFill>
              <a:effectLst/>
              <a:uFillTx/>
              <a:latin typeface="Corbel"/>
            </a:endParaRPr>
          </a:p>
          <a:p>
            <a:pPr lvl="2" marL="1143000" indent="-182880" defTabSz="914400">
              <a:lnSpc>
                <a:spcPct val="90000"/>
              </a:lnSpc>
              <a:spcBef>
                <a:spcPts val="249"/>
              </a:spcBef>
              <a:spcAft>
                <a:spcPts val="249"/>
              </a:spcAft>
              <a:buClr>
                <a:srgbClr val="55b4e8"/>
              </a:buClr>
              <a:buFont typeface="Wingdings 2" charset="2"/>
              <a:buChar char=""/>
            </a:pPr>
            <a:r>
              <a:rPr b="0" lang="en-US" sz="1600" strike="noStrike" u="none">
                <a:solidFill>
                  <a:schemeClr val="dk1">
                    <a:lumMod val="65000"/>
                    <a:lumOff val="35000"/>
                  </a:schemeClr>
                </a:solidFill>
                <a:effectLst/>
                <a:uFillTx/>
                <a:latin typeface="Arial"/>
              </a:rPr>
              <a:t>Third level</a:t>
            </a:r>
            <a:endParaRPr b="0" lang="en-US" sz="1600" strike="noStrike" u="none">
              <a:solidFill>
                <a:schemeClr val="dk1"/>
              </a:solidFill>
              <a:effectLst/>
              <a:uFillTx/>
              <a:latin typeface="Corbel"/>
            </a:endParaRPr>
          </a:p>
          <a:p>
            <a:pPr lvl="3" marL="1600200" indent="-182880" defTabSz="914400">
              <a:lnSpc>
                <a:spcPct val="90000"/>
              </a:lnSpc>
              <a:spcBef>
                <a:spcPts val="249"/>
              </a:spcBef>
              <a:spcAft>
                <a:spcPts val="249"/>
              </a:spcAft>
              <a:buClr>
                <a:srgbClr val="55b4e8"/>
              </a:buClr>
              <a:buFont typeface="Wingdings 2" charset="2"/>
              <a:buChar char=""/>
            </a:pPr>
            <a:r>
              <a:rPr b="0" lang="en-US" sz="1400" strike="noStrike" u="none">
                <a:solidFill>
                  <a:schemeClr val="dk1">
                    <a:lumMod val="65000"/>
                    <a:lumOff val="35000"/>
                  </a:schemeClr>
                </a:solidFill>
                <a:effectLst/>
                <a:uFillTx/>
                <a:latin typeface="Arial"/>
              </a:rPr>
              <a:t>Fourth level</a:t>
            </a:r>
            <a:endParaRPr b="0" lang="en-US" sz="1400" strike="noStrike" u="none">
              <a:solidFill>
                <a:schemeClr val="dk1"/>
              </a:solidFill>
              <a:effectLst/>
              <a:uFillTx/>
              <a:latin typeface="Corbel"/>
            </a:endParaRPr>
          </a:p>
          <a:p>
            <a:pPr lvl="4" marL="2057400" indent="-182880" defTabSz="914400">
              <a:lnSpc>
                <a:spcPct val="90000"/>
              </a:lnSpc>
              <a:spcBef>
                <a:spcPts val="249"/>
              </a:spcBef>
              <a:spcAft>
                <a:spcPts val="249"/>
              </a:spcAft>
              <a:buClr>
                <a:srgbClr val="55b4e8"/>
              </a:buClr>
              <a:buFont typeface="Wingdings 2" charset="2"/>
              <a:buChar char=""/>
            </a:pPr>
            <a:r>
              <a:rPr b="0" lang="en-US" sz="1400" strike="noStrike" u="none">
                <a:solidFill>
                  <a:schemeClr val="dk1">
                    <a:lumMod val="65000"/>
                    <a:lumOff val="35000"/>
                  </a:schemeClr>
                </a:solidFill>
                <a:effectLst/>
                <a:uFillTx/>
                <a:latin typeface="Arial"/>
              </a:rPr>
              <a:t>Fifth level</a:t>
            </a:r>
            <a:endParaRPr b="0" lang="en-US" sz="1400" strike="noStrike" u="none">
              <a:solidFill>
                <a:schemeClr val="dk1"/>
              </a:solidFill>
              <a:effectLst/>
              <a:uFillTx/>
              <a:latin typeface="Corbel"/>
            </a:endParaRPr>
          </a:p>
        </p:txBody>
      </p:sp>
      <p:sp>
        <p:nvSpPr>
          <p:cNvPr id="182" name="PlaceHolder 6"/>
          <p:cNvSpPr>
            <a:spLocks noGrp="1"/>
          </p:cNvSpPr>
          <p:nvPr>
            <p:ph type="body"/>
          </p:nvPr>
        </p:nvSpPr>
        <p:spPr>
          <a:xfrm>
            <a:off x="3867840" y="254520"/>
            <a:ext cx="3474000" cy="807120"/>
          </a:xfrm>
          <a:prstGeom prst="rect">
            <a:avLst/>
          </a:prstGeom>
          <a:noFill/>
          <a:ln w="0">
            <a:noFill/>
          </a:ln>
        </p:spPr>
        <p:txBody>
          <a:bodyPr lIns="91440" rIns="91440" tIns="45720" bIns="45720" anchor="t">
            <a:normAutofit/>
          </a:bodyPr>
          <a:p>
            <a:pPr marL="228600" indent="0" defTabSz="914400">
              <a:lnSpc>
                <a:spcPct val="90000"/>
              </a:lnSpc>
              <a:spcBef>
                <a:spcPts val="1001"/>
              </a:spcBef>
              <a:buNone/>
              <a:tabLst>
                <a:tab algn="l" pos="0"/>
              </a:tabLst>
            </a:pPr>
            <a:r>
              <a:rPr b="1" lang="en-US" sz="2400" strike="noStrike" u="none">
                <a:solidFill>
                  <a:schemeClr val="dk1">
                    <a:lumMod val="65000"/>
                    <a:lumOff val="35000"/>
                  </a:schemeClr>
                </a:solidFill>
                <a:effectLst/>
                <a:uFillTx/>
                <a:latin typeface="Arial"/>
              </a:rPr>
              <a:t>Click to edit Master text </a:t>
            </a:r>
            <a:r>
              <a:rPr b="1" lang="en-US" sz="2400" strike="noStrike" u="none">
                <a:solidFill>
                  <a:schemeClr val="dk1">
                    <a:lumMod val="65000"/>
                    <a:lumOff val="35000"/>
                  </a:schemeClr>
                </a:solidFill>
                <a:effectLst/>
                <a:uFillTx/>
                <a:latin typeface="Arial"/>
              </a:rPr>
              <a:t>styles (left)</a:t>
            </a:r>
            <a:endParaRPr b="0" lang="en-US" sz="2400" strike="noStrike" u="none">
              <a:solidFill>
                <a:schemeClr val="dk1"/>
              </a:solidFill>
              <a:effectLst/>
              <a:uFillTx/>
              <a:latin typeface="Corbel"/>
            </a:endParaRPr>
          </a:p>
        </p:txBody>
      </p:sp>
      <p:sp>
        <p:nvSpPr>
          <p:cNvPr id="183" name="PlaceHolder 7"/>
          <p:cNvSpPr>
            <a:spLocks noGrp="1"/>
          </p:cNvSpPr>
          <p:nvPr>
            <p:ph type="body"/>
          </p:nvPr>
        </p:nvSpPr>
        <p:spPr>
          <a:xfrm>
            <a:off x="255960" y="2544480"/>
            <a:ext cx="2833920" cy="3270960"/>
          </a:xfrm>
          <a:prstGeom prst="rect">
            <a:avLst/>
          </a:prstGeom>
          <a:noFill/>
          <a:ln w="0">
            <a:noFill/>
          </a:ln>
        </p:spPr>
        <p:txBody>
          <a:bodyPr lIns="91440" rIns="91440" tIns="45720" bIns="45720" anchor="t">
            <a:normAutofit/>
          </a:bodyPr>
          <a:p>
            <a:pPr marL="228600" indent="0" defTabSz="914400">
              <a:lnSpc>
                <a:spcPct val="100000"/>
              </a:lnSpc>
              <a:spcBef>
                <a:spcPts val="1199"/>
              </a:spcBef>
              <a:buNone/>
              <a:tabLst>
                <a:tab algn="l" pos="0"/>
              </a:tabLst>
            </a:pPr>
            <a:r>
              <a:rPr b="0" lang="en-US" sz="2200" strike="noStrike" u="none">
                <a:solidFill>
                  <a:srgbClr val="ffffff"/>
                </a:solidFill>
                <a:effectLst/>
                <a:uFillTx/>
                <a:latin typeface="Arial"/>
              </a:rPr>
              <a:t>Edit Master text styles</a:t>
            </a:r>
            <a:endParaRPr b="0" lang="en-US" sz="2200" strike="noStrike" u="none">
              <a:solidFill>
                <a:schemeClr val="dk1"/>
              </a:solidFill>
              <a:effectLst/>
              <a:uFillTx/>
              <a:latin typeface="Corbel"/>
            </a:endParaRPr>
          </a:p>
        </p:txBody>
      </p:sp>
      <p:sp>
        <p:nvSpPr>
          <p:cNvPr id="184" name="PlaceHolder 8"/>
          <p:cNvSpPr>
            <a:spLocks noGrp="1"/>
          </p:cNvSpPr>
          <p:nvPr>
            <p:ph type="title"/>
          </p:nvPr>
        </p:nvSpPr>
        <p:spPr>
          <a:xfrm>
            <a:off x="255960" y="254520"/>
            <a:ext cx="2833920" cy="2122200"/>
          </a:xfrm>
          <a:prstGeom prst="rect">
            <a:avLst/>
          </a:prstGeom>
          <a:noFill/>
          <a:ln w="0">
            <a:noFill/>
          </a:ln>
        </p:spPr>
        <p:txBody>
          <a:bodyPr lIns="91440" rIns="91440" tIns="45720" bIns="45720" anchor="b">
            <a:normAutofit/>
          </a:bodyPr>
          <a:p>
            <a:pPr indent="0" defTabSz="914400">
              <a:lnSpc>
                <a:spcPct val="90000"/>
              </a:lnSpc>
              <a:buNone/>
              <a:tabLst>
                <a:tab algn="l" pos="0"/>
              </a:tabLst>
            </a:pPr>
            <a:r>
              <a:rPr b="0" lang="en-US" sz="3600" spc="-60" strike="noStrike" u="none">
                <a:solidFill>
                  <a:srgbClr val="ffffff"/>
                </a:solidFill>
                <a:effectLst/>
                <a:uFillTx/>
                <a:latin typeface="Arial"/>
              </a:rPr>
              <a:t>Click to edit Master title style</a:t>
            </a:r>
            <a:endParaRPr b="0" lang="en-US" sz="3600" strike="noStrike" u="none">
              <a:solidFill>
                <a:schemeClr val="dk1"/>
              </a:solidFill>
              <a:effectLst/>
              <a:uFillTx/>
              <a:latin typeface="Corbel"/>
            </a:endParaRPr>
          </a:p>
        </p:txBody>
      </p:sp>
      <p:sp>
        <p:nvSpPr>
          <p:cNvPr id="185" name="PlaceHolder 9"/>
          <p:cNvSpPr>
            <a:spLocks noGrp="1"/>
          </p:cNvSpPr>
          <p:nvPr>
            <p:ph type="dt" idx="46"/>
          </p:nvPr>
        </p:nvSpPr>
        <p:spPr>
          <a:xfrm>
            <a:off x="262440" y="6356520"/>
            <a:ext cx="2742480" cy="36432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100" strike="noStrike" u="none">
                <a:solidFill>
                  <a:schemeClr val="dk1">
                    <a:lumMod val="50000"/>
                    <a:lumOff val="50000"/>
                  </a:schemeClr>
                </a:solidFill>
                <a:effectLst/>
                <a:uFillTx/>
                <a:latin typeface="Arial"/>
              </a:defRPr>
            </a:lvl1pPr>
          </a:lstStyle>
          <a:p>
            <a:pPr indent="0" defTabSz="457200">
              <a:lnSpc>
                <a:spcPct val="100000"/>
              </a:lnSpc>
              <a:buNone/>
              <a:tabLst>
                <a:tab algn="l" pos="0"/>
              </a:tabLst>
            </a:pPr>
            <a:r>
              <a:rPr b="0" lang="en-US" sz="1100" strike="noStrike" u="none">
                <a:solidFill>
                  <a:schemeClr val="dk1">
                    <a:lumMod val="50000"/>
                    <a:lumOff val="50000"/>
                  </a:schemeClr>
                </a:solidFill>
                <a:effectLst/>
                <a:uFillTx/>
                <a:latin typeface="Arial"/>
              </a:rPr>
              <a:t>&lt;date/time&gt;</a:t>
            </a:r>
            <a:endParaRPr b="0" lang="en-US" sz="1100" strike="noStrike" u="none">
              <a:solidFill>
                <a:srgbClr val="000000"/>
              </a:solidFill>
              <a:effectLst/>
              <a:uFillTx/>
              <a:latin typeface="Times New Roman"/>
            </a:endParaRPr>
          </a:p>
        </p:txBody>
      </p:sp>
      <p:sp>
        <p:nvSpPr>
          <p:cNvPr id="186" name="PlaceHolder 10"/>
          <p:cNvSpPr>
            <a:spLocks noGrp="1"/>
          </p:cNvSpPr>
          <p:nvPr>
            <p:ph type="ftr" idx="47"/>
          </p:nvPr>
        </p:nvSpPr>
        <p:spPr>
          <a:xfrm>
            <a:off x="3869280" y="6356520"/>
            <a:ext cx="5910840" cy="36432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100" strike="noStrike" u="none">
                <a:solidFill>
                  <a:schemeClr val="accent1"/>
                </a:solidFill>
                <a:effectLst/>
                <a:uFillTx/>
                <a:latin typeface="Arial"/>
              </a:defRPr>
            </a:lvl1pPr>
          </a:lstStyle>
          <a:p>
            <a:pPr indent="0" defTabSz="457200">
              <a:lnSpc>
                <a:spcPct val="100000"/>
              </a:lnSpc>
              <a:buNone/>
              <a:tabLst>
                <a:tab algn="l" pos="0"/>
              </a:tabLst>
            </a:pPr>
            <a:r>
              <a:rPr b="0" lang="en-US" sz="1100" strike="noStrike" u="none">
                <a:solidFill>
                  <a:schemeClr val="accent1"/>
                </a:solidFill>
                <a:effectLst/>
                <a:uFillTx/>
                <a:latin typeface="Arial"/>
              </a:rPr>
              <a:t>&lt;footer&gt;</a:t>
            </a:r>
            <a:endParaRPr b="0" lang="en-US" sz="1100" strike="noStrike" u="none">
              <a:solidFill>
                <a:srgbClr val="000000"/>
              </a:solidFill>
              <a:effectLst/>
              <a:uFillTx/>
              <a:latin typeface="Times New Roman"/>
            </a:endParaRPr>
          </a:p>
        </p:txBody>
      </p:sp>
      <p:sp>
        <p:nvSpPr>
          <p:cNvPr id="187" name="PlaceHolder 11"/>
          <p:cNvSpPr>
            <a:spLocks noGrp="1"/>
          </p:cNvSpPr>
          <p:nvPr>
            <p:ph type="sldNum" idx="48"/>
          </p:nvPr>
        </p:nvSpPr>
        <p:spPr>
          <a:xfrm>
            <a:off x="10634040" y="6356520"/>
            <a:ext cx="15303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1" lang="en-US" sz="1200" strike="noStrike" u="none">
                <a:solidFill>
                  <a:schemeClr val="accent1"/>
                </a:solidFill>
                <a:effectLst/>
                <a:uFillTx/>
                <a:latin typeface="Arial"/>
              </a:defRPr>
            </a:lvl1pPr>
          </a:lstStyle>
          <a:p>
            <a:pPr indent="0" algn="r" defTabSz="457200">
              <a:lnSpc>
                <a:spcPct val="100000"/>
              </a:lnSpc>
              <a:buNone/>
              <a:tabLst>
                <a:tab algn="l" pos="0"/>
              </a:tabLst>
            </a:pPr>
            <a:fld id="{8CE2CAAF-2B13-48D0-B134-99A3A1B7F498}" type="slidenum">
              <a:rPr b="1" lang="en-US" sz="1200" strike="noStrike" u="none">
                <a:solidFill>
                  <a:schemeClr val="accent1"/>
                </a:solidFill>
                <a:effectLst/>
                <a:uFillTx/>
                <a:latin typeface="Arial"/>
              </a:rPr>
              <a:t>&lt;number&gt;</a:t>
            </a:fld>
            <a:endParaRPr b="0" lang="en-US" sz="1200" strike="noStrike" u="non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hyperlink" Target="https://finance.yahoo.com/news/14-old-instagram-users-suicide-151102166.html" TargetMode="External"/><Relationship Id="rId3" Type="http://schemas.openxmlformats.org/officeDocument/2006/relationships/hyperlink" Target="https://fortune.com/company/facebook" TargetMode="External"/><Relationship Id="rId4" Type="http://schemas.openxmlformats.org/officeDocument/2006/relationships/hyperlink" Target="https://www.theguardian.com/uk-news/2022/sep/26/posts-seen-by-molly-russell-of-self-harm-and-suicide-safe-for-children-meta-says" TargetMode="External"/><Relationship Id="rId5" Type="http://schemas.openxmlformats.org/officeDocument/2006/relationships/slideLayout" Target="../slideLayouts/slideLayout6.xml"/><Relationship Id="rId6"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hyperlink" Target="https://www.washingtonpost.com/technology/2025/12/27/chatgpt-suicide-openai-raine/" TargetMode="External"/><Relationship Id="rId2" Type="http://schemas.openxmlformats.org/officeDocument/2006/relationships/image" Target="../media/image2.png"/><Relationship Id="rId3" Type="http://schemas.openxmlformats.org/officeDocument/2006/relationships/slideLayout" Target="../slideLayouts/slideLayout16.xml"/><Relationship Id="rId4"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6.xml"/><Relationship Id="rId3"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4.jpeg"/><Relationship Id="rId2" Type="http://schemas.openxmlformats.org/officeDocument/2006/relationships/image" Target="../media/image5.png"/><Relationship Id="rId3" Type="http://schemas.openxmlformats.org/officeDocument/2006/relationships/slideLayout" Target="../slideLayouts/slideLayout12.xml"/><Relationship Id="rId4"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6.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6.xml"/><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6.xml"/><Relationship Id="rId3"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6.xml"/><Relationship Id="rId3"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6.xml"/><Relationship Id="rId3"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6.png"/><Relationship Id="rId3" Type="http://schemas.openxmlformats.org/officeDocument/2006/relationships/slideLayout" Target="../slideLayouts/slideLayout16.xml"/><Relationship Id="rId4"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7.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4" name="PlaceHolder 1"/>
          <p:cNvSpPr>
            <a:spLocks noGrp="1"/>
          </p:cNvSpPr>
          <p:nvPr>
            <p:ph type="title"/>
          </p:nvPr>
        </p:nvSpPr>
        <p:spPr>
          <a:xfrm>
            <a:off x="1069920" y="1298520"/>
            <a:ext cx="7314480" cy="3254400"/>
          </a:xfrm>
          <a:prstGeom prst="rect">
            <a:avLst/>
          </a:prstGeom>
          <a:noFill/>
          <a:ln w="0">
            <a:noFill/>
          </a:ln>
        </p:spPr>
        <p:txBody>
          <a:bodyPr lIns="91440" rIns="91440" tIns="45720" bIns="45720" anchor="b">
            <a:noAutofit/>
          </a:bodyPr>
          <a:p>
            <a:pPr indent="0" defTabSz="914400">
              <a:lnSpc>
                <a:spcPct val="90000"/>
              </a:lnSpc>
              <a:buNone/>
              <a:tabLst>
                <a:tab algn="l" pos="0"/>
              </a:tabLst>
            </a:pPr>
            <a:r>
              <a:rPr b="0" lang="en-US" sz="5900" spc="-99" strike="noStrike" u="none">
                <a:solidFill>
                  <a:srgbClr val="ffffff"/>
                </a:solidFill>
                <a:effectLst/>
                <a:uFillTx/>
                <a:latin typeface="Arial"/>
              </a:rPr>
              <a:t>COMM 4940: Investigating Artificial Intelligence Failures</a:t>
            </a:r>
            <a:endParaRPr b="0" lang="en-US" sz="5900" strike="noStrike" u="none">
              <a:solidFill>
                <a:schemeClr val="dk1"/>
              </a:solidFill>
              <a:effectLst/>
              <a:uFillTx/>
              <a:latin typeface="Corbel"/>
            </a:endParaRPr>
          </a:p>
        </p:txBody>
      </p:sp>
      <p:sp>
        <p:nvSpPr>
          <p:cNvPr id="195" name="PlaceHolder 2"/>
          <p:cNvSpPr>
            <a:spLocks noGrp="1"/>
          </p:cNvSpPr>
          <p:nvPr>
            <p:ph type="subTitle"/>
          </p:nvPr>
        </p:nvSpPr>
        <p:spPr>
          <a:xfrm>
            <a:off x="1100160" y="4670280"/>
            <a:ext cx="7314480" cy="913680"/>
          </a:xfrm>
          <a:prstGeom prst="rect">
            <a:avLst/>
          </a:prstGeom>
          <a:noFill/>
          <a:ln w="0">
            <a:noFill/>
          </a:ln>
        </p:spPr>
        <p:txBody>
          <a:bodyPr lIns="91440" rIns="91440" tIns="45720" bIns="45720" anchor="t">
            <a:noAutofit/>
          </a:bodyPr>
          <a:p>
            <a:pPr marL="228600" indent="0" defTabSz="914400">
              <a:lnSpc>
                <a:spcPct val="90000"/>
              </a:lnSpc>
              <a:spcBef>
                <a:spcPts val="1199"/>
              </a:spcBef>
              <a:buNone/>
              <a:tabLst>
                <a:tab algn="l" pos="0"/>
              </a:tabLst>
            </a:pPr>
            <a:r>
              <a:rPr b="0" lang="en-US" sz="2200" strike="noStrike" u="none">
                <a:solidFill>
                  <a:schemeClr val="accent1">
                    <a:lumMod val="20000"/>
                    <a:lumOff val="80000"/>
                  </a:schemeClr>
                </a:solidFill>
                <a:effectLst/>
                <a:uFillTx/>
                <a:latin typeface="Arial"/>
              </a:rPr>
              <a:t>J. Nathan Matias, January 2026</a:t>
            </a:r>
            <a:endParaRPr b="0" lang="en-US" sz="2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6" name="PlaceHolder 1"/>
          <p:cNvSpPr>
            <a:spLocks noGrp="1"/>
          </p:cNvSpPr>
          <p:nvPr>
            <p:ph/>
          </p:nvPr>
        </p:nvSpPr>
        <p:spPr>
          <a:xfrm>
            <a:off x="7818480" y="5748480"/>
            <a:ext cx="3474000" cy="364320"/>
          </a:xfrm>
          <a:prstGeom prst="rect">
            <a:avLst/>
          </a:prstGeom>
          <a:noFill/>
          <a:ln w="0">
            <a:noFill/>
          </a:ln>
        </p:spPr>
        <p:txBody>
          <a:bodyPr lIns="91440" rIns="91440" tIns="45720" bIns="45720" anchor="b">
            <a:noAutofit/>
          </a:bodyPr>
          <a:p>
            <a:pPr indent="0" defTabSz="914400">
              <a:lnSpc>
                <a:spcPct val="100000"/>
              </a:lnSpc>
              <a:buNone/>
            </a:pPr>
            <a:r>
              <a:rPr b="0" lang="en-US" sz="1200" strike="noStrike" u="none">
                <a:solidFill>
                  <a:schemeClr val="dk1"/>
                </a:solidFill>
                <a:effectLst/>
                <a:uFillTx/>
                <a:latin typeface="Corbel"/>
              </a:rPr>
              <a:t>Molly Russell (source: Molly Rose Foundation)</a:t>
            </a:r>
            <a:endParaRPr b="0" lang="en-US" sz="1200" strike="noStrike" u="none">
              <a:solidFill>
                <a:schemeClr val="dk1"/>
              </a:solidFill>
              <a:effectLst/>
              <a:uFillTx/>
              <a:latin typeface="Corbel"/>
            </a:endParaRPr>
          </a:p>
        </p:txBody>
      </p:sp>
      <p:pic>
        <p:nvPicPr>
          <p:cNvPr id="197" name="" descr=""/>
          <p:cNvPicPr/>
          <p:nvPr/>
        </p:nvPicPr>
        <p:blipFill>
          <a:blip r:embed="rId1"/>
          <a:srcRect l="-1325" t="-66052" r="2632" b="-67891"/>
          <a:stretch/>
        </p:blipFill>
        <p:spPr>
          <a:xfrm>
            <a:off x="7772400" y="1143000"/>
            <a:ext cx="3428640" cy="4571640"/>
          </a:xfrm>
          <a:prstGeom prst="rect">
            <a:avLst/>
          </a:prstGeom>
          <a:noFill/>
          <a:ln w="0">
            <a:noFill/>
          </a:ln>
        </p:spPr>
      </p:pic>
      <p:sp>
        <p:nvSpPr>
          <p:cNvPr id="198" name="PlaceHolder 2"/>
          <p:cNvSpPr>
            <a:spLocks noGrp="1"/>
          </p:cNvSpPr>
          <p:nvPr>
            <p:ph/>
          </p:nvPr>
        </p:nvSpPr>
        <p:spPr>
          <a:xfrm>
            <a:off x="7818480" y="261720"/>
            <a:ext cx="3474000" cy="812520"/>
          </a:xfrm>
          <a:prstGeom prst="rect">
            <a:avLst/>
          </a:prstGeom>
          <a:noFill/>
          <a:ln w="0">
            <a:noFill/>
          </a:ln>
        </p:spPr>
        <p:txBody>
          <a:bodyPr lIns="91440" rIns="91440" tIns="45720" bIns="45720" anchor="t">
            <a:normAutofit/>
          </a:bodyPr>
          <a:p>
            <a:pPr indent="0">
              <a:lnSpc>
                <a:spcPct val="90000"/>
              </a:lnSpc>
              <a:spcBef>
                <a:spcPts val="1417"/>
              </a:spcBef>
              <a:buNone/>
            </a:pPr>
            <a:endParaRPr b="0" lang="en-US" sz="1800" strike="noStrike" u="none">
              <a:solidFill>
                <a:schemeClr val="dk1"/>
              </a:solidFill>
              <a:effectLst/>
              <a:uFillTx/>
              <a:latin typeface="Corbel"/>
            </a:endParaRPr>
          </a:p>
        </p:txBody>
      </p:sp>
      <p:sp>
        <p:nvSpPr>
          <p:cNvPr id="199" name="PlaceHolder 3"/>
          <p:cNvSpPr>
            <a:spLocks noGrp="1"/>
          </p:cNvSpPr>
          <p:nvPr>
            <p:ph/>
          </p:nvPr>
        </p:nvSpPr>
        <p:spPr>
          <a:xfrm>
            <a:off x="3858840" y="5748480"/>
            <a:ext cx="3474000" cy="364320"/>
          </a:xfrm>
          <a:prstGeom prst="rect">
            <a:avLst/>
          </a:prstGeom>
          <a:noFill/>
          <a:ln w="0">
            <a:noFill/>
          </a:ln>
        </p:spPr>
        <p:txBody>
          <a:bodyPr lIns="91440" rIns="91440" tIns="45720" bIns="45720" anchor="b">
            <a:noAutofit/>
          </a:bodyPr>
          <a:p>
            <a:pPr indent="0" defTabSz="914400">
              <a:lnSpc>
                <a:spcPct val="100000"/>
              </a:lnSpc>
              <a:spcBef>
                <a:spcPts val="1191"/>
              </a:spcBef>
              <a:spcAft>
                <a:spcPts val="992"/>
              </a:spcAft>
              <a:buNone/>
            </a:pPr>
            <a:r>
              <a:rPr b="0" lang="en-US" sz="1200" strike="noStrike" u="none">
                <a:solidFill>
                  <a:schemeClr val="dk1"/>
                </a:solidFill>
                <a:effectLst/>
                <a:uFillTx/>
                <a:latin typeface="Corbel"/>
              </a:rPr>
              <a:t>Sophie Mellor (2022) </a:t>
            </a:r>
            <a:r>
              <a:rPr b="0" lang="en-US" sz="1200" strike="noStrike" u="none">
                <a:solidFill>
                  <a:schemeClr val="dk1"/>
                </a:solidFill>
                <a:effectLst/>
                <a:uFillTx/>
                <a:latin typeface="Corbel"/>
                <a:hlinkClick r:id="rId2"/>
              </a:rPr>
              <a:t>After a 14-year-old Instagram user's suicide, Meta apologizes for (some of) the self-harm and suicide content she saw</a:t>
            </a:r>
            <a:r>
              <a:rPr b="0" lang="en-US" sz="1200" strike="noStrike" u="none">
                <a:solidFill>
                  <a:schemeClr val="dk1"/>
                </a:solidFill>
                <a:effectLst/>
                <a:uFillTx/>
                <a:latin typeface="Corbel"/>
              </a:rPr>
              <a:t>. Yahoo! News.</a:t>
            </a:r>
            <a:endParaRPr b="0" lang="en-US" sz="1200" strike="noStrike" u="none">
              <a:solidFill>
                <a:schemeClr val="dk1"/>
              </a:solidFill>
              <a:effectLst/>
              <a:uFillTx/>
              <a:latin typeface="Corbel"/>
            </a:endParaRPr>
          </a:p>
        </p:txBody>
      </p:sp>
      <p:sp>
        <p:nvSpPr>
          <p:cNvPr id="200" name="PlaceHolder 4"/>
          <p:cNvSpPr>
            <a:spLocks noGrp="1"/>
          </p:cNvSpPr>
          <p:nvPr>
            <p:ph/>
          </p:nvPr>
        </p:nvSpPr>
        <p:spPr>
          <a:xfrm>
            <a:off x="3867840" y="254520"/>
            <a:ext cx="3474000" cy="807120"/>
          </a:xfrm>
          <a:prstGeom prst="rect">
            <a:avLst/>
          </a:prstGeom>
          <a:noFill/>
          <a:ln w="0">
            <a:noFill/>
          </a:ln>
        </p:spPr>
        <p:txBody>
          <a:bodyPr lIns="91440" rIns="91440" tIns="45720" bIns="45720" anchor="t">
            <a:normAutofit/>
          </a:bodyPr>
          <a:p>
            <a:pPr indent="0">
              <a:lnSpc>
                <a:spcPct val="90000"/>
              </a:lnSpc>
              <a:spcBef>
                <a:spcPts val="1417"/>
              </a:spcBef>
              <a:buNone/>
            </a:pPr>
            <a:endParaRPr b="0" lang="en-US" sz="1800" strike="noStrike" u="none">
              <a:solidFill>
                <a:schemeClr val="dk1"/>
              </a:solidFill>
              <a:effectLst/>
              <a:uFillTx/>
              <a:latin typeface="Corbel"/>
            </a:endParaRPr>
          </a:p>
        </p:txBody>
      </p:sp>
      <p:sp>
        <p:nvSpPr>
          <p:cNvPr id="201" name="PlaceHolder 5"/>
          <p:cNvSpPr>
            <a:spLocks noGrp="1"/>
          </p:cNvSpPr>
          <p:nvPr>
            <p:ph/>
          </p:nvPr>
        </p:nvSpPr>
        <p:spPr>
          <a:xfrm>
            <a:off x="255960" y="2544480"/>
            <a:ext cx="2833920" cy="3270960"/>
          </a:xfrm>
          <a:prstGeom prst="rect">
            <a:avLst/>
          </a:prstGeom>
          <a:noFill/>
          <a:ln w="0">
            <a:noFill/>
          </a:ln>
        </p:spPr>
        <p:txBody>
          <a:bodyPr lIns="91440" rIns="91440" tIns="45720" bIns="45720" anchor="t">
            <a:noAutofit/>
          </a:bodyPr>
          <a:p>
            <a:pPr indent="0">
              <a:lnSpc>
                <a:spcPct val="90000"/>
              </a:lnSpc>
              <a:spcBef>
                <a:spcPts val="1417"/>
              </a:spcBef>
              <a:buNone/>
            </a:pPr>
            <a:endParaRPr b="0" lang="en-US" sz="1800" strike="noStrike" u="none">
              <a:solidFill>
                <a:schemeClr val="dk1"/>
              </a:solidFill>
              <a:effectLst/>
              <a:uFillTx/>
              <a:latin typeface="Corbel"/>
            </a:endParaRPr>
          </a:p>
        </p:txBody>
      </p:sp>
      <p:sp>
        <p:nvSpPr>
          <p:cNvPr id="202" name="PlaceHolder 6"/>
          <p:cNvSpPr>
            <a:spLocks noGrp="1"/>
          </p:cNvSpPr>
          <p:nvPr>
            <p:ph type="title"/>
          </p:nvPr>
        </p:nvSpPr>
        <p:spPr>
          <a:xfrm>
            <a:off x="255960" y="254520"/>
            <a:ext cx="2833920" cy="2122200"/>
          </a:xfrm>
          <a:prstGeom prst="rect">
            <a:avLst/>
          </a:prstGeom>
          <a:noFill/>
          <a:ln w="0">
            <a:noFill/>
          </a:ln>
        </p:spPr>
        <p:txBody>
          <a:bodyPr lIns="91440" rIns="91440" tIns="45720" bIns="45720" anchor="b">
            <a:noAutofit/>
          </a:bodyPr>
          <a:p>
            <a:pPr indent="0" defTabSz="914400">
              <a:lnSpc>
                <a:spcPct val="90000"/>
              </a:lnSpc>
              <a:buNone/>
              <a:tabLst>
                <a:tab algn="l" pos="0"/>
              </a:tabLst>
            </a:pPr>
            <a:r>
              <a:rPr b="0" lang="en-US" sz="3600" spc="-60" strike="noStrike" u="none">
                <a:solidFill>
                  <a:srgbClr val="ffffff"/>
                </a:solidFill>
                <a:effectLst/>
                <a:uFillTx/>
                <a:latin typeface="Arial"/>
              </a:rPr>
              <a:t>The story of Molly Russell</a:t>
            </a:r>
            <a:endParaRPr b="0" lang="en-US" sz="3600" strike="noStrike" u="none">
              <a:solidFill>
                <a:schemeClr val="dk1"/>
              </a:solidFill>
              <a:effectLst/>
              <a:uFillTx/>
              <a:latin typeface="Corbel"/>
            </a:endParaRPr>
          </a:p>
        </p:txBody>
      </p:sp>
      <p:sp>
        <p:nvSpPr>
          <p:cNvPr id="203" name="PlaceHolder 8"/>
          <p:cNvSpPr txBox="1"/>
          <p:nvPr/>
        </p:nvSpPr>
        <p:spPr>
          <a:xfrm>
            <a:off x="3886200" y="1251000"/>
            <a:ext cx="3474000" cy="4373640"/>
          </a:xfrm>
          <a:prstGeom prst="rect">
            <a:avLst/>
          </a:prstGeom>
          <a:noFill/>
          <a:ln w="0">
            <a:noFill/>
          </a:ln>
        </p:spPr>
        <p:txBody>
          <a:bodyPr anchor="t">
            <a:normAutofit fontScale="70000" lnSpcReduction="19999"/>
          </a:bodyPr>
          <a:p>
            <a:pPr>
              <a:lnSpc>
                <a:spcPct val="90000"/>
              </a:lnSpc>
              <a:spcBef>
                <a:spcPts val="1191"/>
              </a:spcBef>
              <a:spcAft>
                <a:spcPts val="992"/>
              </a:spcAft>
            </a:pPr>
            <a:r>
              <a:rPr b="0" lang="en-US" sz="2800" strike="noStrike" u="none">
                <a:solidFill>
                  <a:schemeClr val="dk1"/>
                </a:solidFill>
                <a:effectLst/>
                <a:uFillTx/>
                <a:latin typeface="Arial"/>
              </a:rPr>
              <a:t>A senior </a:t>
            </a:r>
            <a:r>
              <a:rPr b="0" lang="en-US" sz="2800" strike="noStrike" u="none">
                <a:solidFill>
                  <a:schemeClr val="dk1"/>
                </a:solidFill>
                <a:effectLst/>
                <a:uFillTx/>
                <a:latin typeface="Arial"/>
              </a:rPr>
              <a:t>executive at </a:t>
            </a:r>
            <a:r>
              <a:rPr b="0" lang="en-US" sz="2800" strike="noStrike" u="none">
                <a:solidFill>
                  <a:schemeClr val="dk1"/>
                </a:solidFill>
                <a:effectLst/>
                <a:uFillTx/>
                <a:latin typeface="Arial"/>
              </a:rPr>
              <a:t>Meta apologized </a:t>
            </a:r>
            <a:r>
              <a:rPr b="0" lang="en-US" sz="2800" strike="noStrike" u="none">
                <a:solidFill>
                  <a:schemeClr val="dk1"/>
                </a:solidFill>
                <a:effectLst/>
                <a:uFillTx/>
                <a:latin typeface="Arial"/>
              </a:rPr>
              <a:t>on Monday for </a:t>
            </a:r>
            <a:r>
              <a:rPr b="0" lang="en-US" sz="2800" strike="noStrike" u="none">
                <a:solidFill>
                  <a:schemeClr val="dk1"/>
                </a:solidFill>
                <a:effectLst/>
                <a:uFillTx/>
                <a:latin typeface="Arial"/>
              </a:rPr>
              <a:t>allowing a British </a:t>
            </a:r>
            <a:r>
              <a:rPr b="0" lang="en-US" sz="2800" strike="noStrike" u="none">
                <a:solidFill>
                  <a:schemeClr val="dk1"/>
                </a:solidFill>
                <a:effectLst/>
                <a:uFillTx/>
                <a:latin typeface="Arial"/>
              </a:rPr>
              <a:t>teenager to view </a:t>
            </a:r>
            <a:r>
              <a:rPr b="0" lang="en-US" sz="2800" strike="noStrike" u="none">
                <a:solidFill>
                  <a:schemeClr val="dk1"/>
                </a:solidFill>
                <a:effectLst/>
                <a:uFillTx/>
                <a:latin typeface="Arial"/>
              </a:rPr>
              <a:t>graphic </a:t>
            </a:r>
            <a:r>
              <a:rPr b="0" lang="en-US" sz="2800" strike="noStrike" u="none">
                <a:solidFill>
                  <a:schemeClr val="dk1"/>
                </a:solidFill>
                <a:effectLst/>
                <a:uFillTx/>
                <a:latin typeface="Arial"/>
                <a:hlinkClick r:id="rId3"/>
              </a:rPr>
              <a:t>Instagram</a:t>
            </a:r>
            <a:r>
              <a:rPr b="0" lang="en-US" sz="2800" strike="noStrike" u="none">
                <a:solidFill>
                  <a:schemeClr val="dk1"/>
                </a:solidFill>
                <a:effectLst/>
                <a:uFillTx/>
                <a:latin typeface="Arial"/>
              </a:rPr>
              <a:t> posts related </a:t>
            </a:r>
            <a:r>
              <a:rPr b="0" lang="en-US" sz="2800" strike="noStrike" u="none">
                <a:solidFill>
                  <a:schemeClr val="dk1"/>
                </a:solidFill>
                <a:effectLst/>
                <a:uFillTx/>
                <a:latin typeface="Arial"/>
              </a:rPr>
              <a:t>to self-harm and </a:t>
            </a:r>
            <a:r>
              <a:rPr b="0" lang="en-US" sz="2800" strike="noStrike" u="none">
                <a:solidFill>
                  <a:schemeClr val="dk1"/>
                </a:solidFill>
                <a:effectLst/>
                <a:uFillTx/>
                <a:latin typeface="Arial"/>
              </a:rPr>
              <a:t>suicide before </a:t>
            </a:r>
            <a:r>
              <a:rPr b="0" lang="en-US" sz="2800" strike="noStrike" u="none">
                <a:solidFill>
                  <a:schemeClr val="dk1"/>
                </a:solidFill>
                <a:effectLst/>
                <a:uFillTx/>
                <a:latin typeface="Arial"/>
              </a:rPr>
              <a:t>she took her </a:t>
            </a:r>
            <a:r>
              <a:rPr b="0" lang="en-US" sz="2800" strike="noStrike" u="none">
                <a:solidFill>
                  <a:schemeClr val="dk1"/>
                </a:solidFill>
                <a:effectLst/>
                <a:uFillTx/>
                <a:latin typeface="Arial"/>
              </a:rPr>
              <a:t>own life.</a:t>
            </a:r>
            <a:endParaRPr b="0" lang="en-US" sz="2800" strike="noStrike" u="none">
              <a:solidFill>
                <a:schemeClr val="dk1"/>
              </a:solidFill>
              <a:effectLst/>
              <a:uFillTx/>
              <a:latin typeface="Arial"/>
            </a:endParaRPr>
          </a:p>
          <a:p>
            <a:pPr>
              <a:lnSpc>
                <a:spcPct val="90000"/>
              </a:lnSpc>
              <a:spcBef>
                <a:spcPts val="1191"/>
              </a:spcBef>
              <a:spcAft>
                <a:spcPts val="992"/>
              </a:spcAft>
            </a:pPr>
            <a:r>
              <a:rPr b="0" lang="en-US" sz="2800" strike="noStrike" u="none">
                <a:solidFill>
                  <a:schemeClr val="dk1"/>
                </a:solidFill>
                <a:effectLst/>
                <a:uFillTx/>
                <a:latin typeface="Arial"/>
              </a:rPr>
              <a:t>Meta’s head of </a:t>
            </a:r>
            <a:r>
              <a:rPr b="0" lang="en-US" sz="2800" strike="noStrike" u="none">
                <a:solidFill>
                  <a:schemeClr val="dk1"/>
                </a:solidFill>
                <a:effectLst/>
                <a:uFillTx/>
                <a:latin typeface="Arial"/>
              </a:rPr>
              <a:t>health and </a:t>
            </a:r>
            <a:r>
              <a:rPr b="0" lang="en-US" sz="2800" strike="noStrike" u="none">
                <a:solidFill>
                  <a:schemeClr val="dk1"/>
                </a:solidFill>
                <a:effectLst/>
                <a:uFillTx/>
                <a:latin typeface="Arial"/>
              </a:rPr>
              <a:t>wellbeing, </a:t>
            </a:r>
            <a:r>
              <a:rPr b="0" lang="en-US" sz="2800" strike="noStrike" u="none">
                <a:solidFill>
                  <a:schemeClr val="dk1"/>
                </a:solidFill>
                <a:effectLst/>
                <a:uFillTx/>
                <a:latin typeface="Arial"/>
              </a:rPr>
              <a:t>Elizabeth </a:t>
            </a:r>
            <a:r>
              <a:rPr b="0" lang="en-US" sz="2800" strike="noStrike" u="none">
                <a:solidFill>
                  <a:schemeClr val="dk1"/>
                </a:solidFill>
                <a:effectLst/>
                <a:uFillTx/>
                <a:latin typeface="Arial"/>
              </a:rPr>
              <a:t>Lagone, </a:t>
            </a:r>
            <a:r>
              <a:rPr b="0" lang="en-US" sz="2800" strike="noStrike" u="none">
                <a:solidFill>
                  <a:schemeClr val="dk1"/>
                </a:solidFill>
                <a:effectLst/>
                <a:uFillTx/>
                <a:latin typeface="Arial"/>
                <a:hlinkClick r:id="rId4"/>
              </a:rPr>
              <a:t>told an inquest</a:t>
            </a:r>
            <a:r>
              <a:rPr b="0" lang="en-US" sz="2800" strike="noStrike" u="none">
                <a:solidFill>
                  <a:schemeClr val="dk1"/>
                </a:solidFill>
                <a:effectLst/>
                <a:uFillTx/>
                <a:latin typeface="Arial"/>
              </a:rPr>
              <a:t> looking </a:t>
            </a:r>
            <a:r>
              <a:rPr b="0" lang="en-US" sz="2800" strike="noStrike" u="none">
                <a:solidFill>
                  <a:schemeClr val="dk1"/>
                </a:solidFill>
                <a:effectLst/>
                <a:uFillTx/>
                <a:latin typeface="Arial"/>
              </a:rPr>
              <a:t>into the </a:t>
            </a:r>
            <a:r>
              <a:rPr b="0" lang="en-US" sz="2800" strike="noStrike" u="none">
                <a:solidFill>
                  <a:schemeClr val="dk1"/>
                </a:solidFill>
                <a:effectLst/>
                <a:uFillTx/>
                <a:latin typeface="Arial"/>
              </a:rPr>
              <a:t>circumstances </a:t>
            </a:r>
            <a:r>
              <a:rPr b="0" lang="en-US" sz="2800" strike="noStrike" u="none">
                <a:solidFill>
                  <a:schemeClr val="dk1"/>
                </a:solidFill>
                <a:effectLst/>
                <a:uFillTx/>
                <a:latin typeface="Arial"/>
              </a:rPr>
              <a:t>surrounding the </a:t>
            </a:r>
            <a:r>
              <a:rPr b="0" lang="en-US" sz="2800" strike="noStrike" u="none">
                <a:solidFill>
                  <a:schemeClr val="dk1"/>
                </a:solidFill>
                <a:effectLst/>
                <a:uFillTx/>
                <a:latin typeface="Arial"/>
              </a:rPr>
              <a:t>death of Molly </a:t>
            </a:r>
            <a:r>
              <a:rPr b="0" lang="en-US" sz="2800" strike="noStrike" u="none">
                <a:solidFill>
                  <a:schemeClr val="dk1"/>
                </a:solidFill>
                <a:effectLst/>
                <a:uFillTx/>
                <a:latin typeface="Arial"/>
              </a:rPr>
              <a:t>Russell at the </a:t>
            </a:r>
            <a:r>
              <a:rPr b="0" lang="en-US" sz="2800" strike="noStrike" u="none">
                <a:solidFill>
                  <a:schemeClr val="dk1"/>
                </a:solidFill>
                <a:effectLst/>
                <a:uFillTx/>
                <a:latin typeface="Arial"/>
              </a:rPr>
              <a:t>North London </a:t>
            </a:r>
            <a:r>
              <a:rPr b="0" lang="en-US" sz="2800" strike="noStrike" u="none">
                <a:solidFill>
                  <a:schemeClr val="dk1"/>
                </a:solidFill>
                <a:effectLst/>
                <a:uFillTx/>
                <a:latin typeface="Arial"/>
              </a:rPr>
              <a:t>Coroner’s court </a:t>
            </a:r>
            <a:r>
              <a:rPr b="0" lang="en-US" sz="2800" strike="noStrike" u="none">
                <a:solidFill>
                  <a:schemeClr val="dk1"/>
                </a:solidFill>
                <a:effectLst/>
                <a:uFillTx/>
                <a:latin typeface="Arial"/>
              </a:rPr>
              <a:t>that the teenager </a:t>
            </a:r>
            <a:r>
              <a:rPr b="0" lang="en-US" sz="2800" strike="noStrike" u="none">
                <a:solidFill>
                  <a:schemeClr val="dk1"/>
                </a:solidFill>
                <a:effectLst/>
                <a:uFillTx/>
                <a:latin typeface="Arial"/>
              </a:rPr>
              <a:t>had “viewed </a:t>
            </a:r>
            <a:r>
              <a:rPr b="0" lang="en-US" sz="2800" strike="noStrike" u="none">
                <a:solidFill>
                  <a:schemeClr val="dk1"/>
                </a:solidFill>
                <a:effectLst/>
                <a:uFillTx/>
                <a:latin typeface="Arial"/>
              </a:rPr>
              <a:t>some content </a:t>
            </a:r>
            <a:r>
              <a:rPr b="0" lang="en-US" sz="2800" strike="noStrike" u="none">
                <a:solidFill>
                  <a:schemeClr val="dk1"/>
                </a:solidFill>
                <a:effectLst/>
                <a:uFillTx/>
                <a:latin typeface="Arial"/>
              </a:rPr>
              <a:t>that violated our </a:t>
            </a:r>
            <a:r>
              <a:rPr b="0" lang="en-US" sz="2800" strike="noStrike" u="none">
                <a:solidFill>
                  <a:schemeClr val="dk1"/>
                </a:solidFill>
                <a:effectLst/>
                <a:uFillTx/>
                <a:latin typeface="Arial"/>
              </a:rPr>
              <a:t>policies and we </a:t>
            </a:r>
            <a:r>
              <a:rPr b="0" lang="en-US" sz="2800" strike="noStrike" u="none">
                <a:solidFill>
                  <a:schemeClr val="dk1"/>
                </a:solidFill>
                <a:effectLst/>
                <a:uFillTx/>
                <a:latin typeface="Arial"/>
              </a:rPr>
              <a:t>regret that.”</a:t>
            </a:r>
            <a:endParaRPr b="0" lang="en-US" sz="2800" strike="noStrike" u="none">
              <a:solidFill>
                <a:schemeClr val="dk1"/>
              </a:solidFill>
              <a:effectLst/>
              <a:uFillTx/>
              <a:latin typeface="Arial"/>
            </a:endParaRPr>
          </a:p>
          <a:p>
            <a:pPr>
              <a:lnSpc>
                <a:spcPct val="90000"/>
              </a:lnSpc>
              <a:spcBef>
                <a:spcPts val="1191"/>
              </a:spcBef>
              <a:spcAft>
                <a:spcPts val="992"/>
              </a:spcAft>
            </a:pPr>
            <a:endParaRPr b="0" lang="en-US" sz="2800" strike="noStrike" u="none">
              <a:solidFill>
                <a:schemeClr val="dk1"/>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4" name="PlaceHolder 1"/>
          <p:cNvSpPr>
            <a:spLocks noGrp="1"/>
          </p:cNvSpPr>
          <p:nvPr>
            <p:ph/>
          </p:nvPr>
        </p:nvSpPr>
        <p:spPr>
          <a:xfrm>
            <a:off x="7818480" y="5748480"/>
            <a:ext cx="3474000" cy="364320"/>
          </a:xfrm>
          <a:prstGeom prst="rect">
            <a:avLst/>
          </a:prstGeom>
          <a:noFill/>
          <a:ln w="0">
            <a:noFill/>
          </a:ln>
        </p:spPr>
        <p:txBody>
          <a:bodyPr lIns="91440" rIns="91440" tIns="45720" bIns="45720" anchor="b">
            <a:noAutofit/>
          </a:bodyPr>
          <a:p>
            <a:pPr indent="0">
              <a:lnSpc>
                <a:spcPct val="90000"/>
              </a:lnSpc>
              <a:spcBef>
                <a:spcPts val="1417"/>
              </a:spcBef>
              <a:buNone/>
            </a:pPr>
            <a:endParaRPr b="0" lang="en-US" sz="1200" strike="noStrike" u="none">
              <a:solidFill>
                <a:schemeClr val="dk1"/>
              </a:solidFill>
              <a:effectLst/>
              <a:uFillTx/>
              <a:latin typeface="Corbel"/>
            </a:endParaRPr>
          </a:p>
        </p:txBody>
      </p:sp>
      <p:sp>
        <p:nvSpPr>
          <p:cNvPr id="205" name="PlaceHolder 2"/>
          <p:cNvSpPr>
            <a:spLocks noGrp="1"/>
          </p:cNvSpPr>
          <p:nvPr>
            <p:ph/>
          </p:nvPr>
        </p:nvSpPr>
        <p:spPr>
          <a:xfrm>
            <a:off x="7818480" y="261720"/>
            <a:ext cx="3474000" cy="812520"/>
          </a:xfrm>
          <a:prstGeom prst="rect">
            <a:avLst/>
          </a:prstGeom>
          <a:noFill/>
          <a:ln w="0">
            <a:noFill/>
          </a:ln>
        </p:spPr>
        <p:txBody>
          <a:bodyPr lIns="91440" rIns="91440" tIns="45720" bIns="45720" anchor="t">
            <a:normAutofit/>
          </a:bodyPr>
          <a:p>
            <a:pPr indent="0">
              <a:lnSpc>
                <a:spcPct val="90000"/>
              </a:lnSpc>
              <a:spcBef>
                <a:spcPts val="1417"/>
              </a:spcBef>
              <a:buNone/>
            </a:pPr>
            <a:endParaRPr b="0" lang="en-US" sz="1800" strike="noStrike" u="none">
              <a:solidFill>
                <a:schemeClr val="dk1"/>
              </a:solidFill>
              <a:effectLst/>
              <a:uFillTx/>
              <a:latin typeface="Corbel"/>
            </a:endParaRPr>
          </a:p>
        </p:txBody>
      </p:sp>
      <p:sp>
        <p:nvSpPr>
          <p:cNvPr id="206" name="PlaceHolder 3"/>
          <p:cNvSpPr>
            <a:spLocks noGrp="1"/>
          </p:cNvSpPr>
          <p:nvPr>
            <p:ph/>
          </p:nvPr>
        </p:nvSpPr>
        <p:spPr>
          <a:xfrm>
            <a:off x="3858840" y="5748480"/>
            <a:ext cx="3474000" cy="364320"/>
          </a:xfrm>
          <a:prstGeom prst="rect">
            <a:avLst/>
          </a:prstGeom>
          <a:noFill/>
          <a:ln w="0">
            <a:noFill/>
          </a:ln>
        </p:spPr>
        <p:txBody>
          <a:bodyPr lIns="91440" rIns="91440" tIns="45720" bIns="45720" anchor="b">
            <a:noAutofit/>
          </a:bodyPr>
          <a:p>
            <a:pPr indent="0" defTabSz="914400">
              <a:lnSpc>
                <a:spcPct val="100000"/>
              </a:lnSpc>
              <a:spcBef>
                <a:spcPts val="1191"/>
              </a:spcBef>
              <a:spcAft>
                <a:spcPts val="992"/>
              </a:spcAft>
              <a:buNone/>
            </a:pPr>
            <a:r>
              <a:rPr b="0" lang="en-US" sz="1200" strike="noStrike" u="none">
                <a:solidFill>
                  <a:schemeClr val="dk1"/>
                </a:solidFill>
                <a:effectLst/>
                <a:uFillTx/>
                <a:latin typeface="Corbel"/>
              </a:rPr>
              <a:t>Schaul, K., Tiku, N (2025) </a:t>
            </a:r>
            <a:r>
              <a:rPr b="0" lang="en-US" sz="1200" strike="noStrike" u="none">
                <a:solidFill>
                  <a:schemeClr val="dk1"/>
                </a:solidFill>
                <a:effectLst/>
                <a:uFillTx/>
                <a:latin typeface="Corbel"/>
                <a:hlinkClick r:id="rId1"/>
              </a:rPr>
              <a:t>74 Suicide warnings and 243 mentions of hanging: What ChatGPT said to a suicidal teen</a:t>
            </a:r>
            <a:r>
              <a:rPr b="0" lang="en-US" sz="1200" strike="noStrike" u="none">
                <a:solidFill>
                  <a:schemeClr val="dk1"/>
                </a:solidFill>
                <a:effectLst/>
                <a:uFillTx/>
                <a:latin typeface="Corbel"/>
              </a:rPr>
              <a:t>. The Washington Post</a:t>
            </a:r>
            <a:endParaRPr b="0" lang="en-US" sz="1200" strike="noStrike" u="none">
              <a:solidFill>
                <a:schemeClr val="dk1"/>
              </a:solidFill>
              <a:effectLst/>
              <a:uFillTx/>
              <a:latin typeface="Corbel"/>
            </a:endParaRPr>
          </a:p>
        </p:txBody>
      </p:sp>
      <p:sp>
        <p:nvSpPr>
          <p:cNvPr id="207" name="PlaceHolder 4"/>
          <p:cNvSpPr>
            <a:spLocks noGrp="1"/>
          </p:cNvSpPr>
          <p:nvPr>
            <p:ph/>
          </p:nvPr>
        </p:nvSpPr>
        <p:spPr>
          <a:xfrm>
            <a:off x="3867840" y="254520"/>
            <a:ext cx="3474000" cy="807120"/>
          </a:xfrm>
          <a:prstGeom prst="rect">
            <a:avLst/>
          </a:prstGeom>
          <a:noFill/>
          <a:ln w="0">
            <a:noFill/>
          </a:ln>
        </p:spPr>
        <p:txBody>
          <a:bodyPr lIns="91440" rIns="91440" tIns="45720" bIns="45720" anchor="t">
            <a:normAutofit/>
          </a:bodyPr>
          <a:p>
            <a:pPr indent="0">
              <a:lnSpc>
                <a:spcPct val="90000"/>
              </a:lnSpc>
              <a:spcBef>
                <a:spcPts val="1417"/>
              </a:spcBef>
              <a:buNone/>
            </a:pPr>
            <a:endParaRPr b="0" lang="en-US" sz="1800" strike="noStrike" u="none">
              <a:solidFill>
                <a:schemeClr val="dk1"/>
              </a:solidFill>
              <a:effectLst/>
              <a:uFillTx/>
              <a:latin typeface="Corbel"/>
            </a:endParaRPr>
          </a:p>
        </p:txBody>
      </p:sp>
      <p:sp>
        <p:nvSpPr>
          <p:cNvPr id="208" name="PlaceHolder 5"/>
          <p:cNvSpPr>
            <a:spLocks noGrp="1"/>
          </p:cNvSpPr>
          <p:nvPr>
            <p:ph/>
          </p:nvPr>
        </p:nvSpPr>
        <p:spPr>
          <a:xfrm>
            <a:off x="255960" y="2544480"/>
            <a:ext cx="2833920" cy="3270960"/>
          </a:xfrm>
          <a:prstGeom prst="rect">
            <a:avLst/>
          </a:prstGeom>
          <a:noFill/>
          <a:ln w="0">
            <a:noFill/>
          </a:ln>
        </p:spPr>
        <p:txBody>
          <a:bodyPr lIns="91440" rIns="91440" tIns="45720" bIns="45720" anchor="t">
            <a:noAutofit/>
          </a:bodyPr>
          <a:p>
            <a:pPr indent="0">
              <a:lnSpc>
                <a:spcPct val="90000"/>
              </a:lnSpc>
              <a:spcBef>
                <a:spcPts val="1417"/>
              </a:spcBef>
              <a:buNone/>
            </a:pPr>
            <a:endParaRPr b="0" lang="en-US" sz="1800" strike="noStrike" u="none">
              <a:solidFill>
                <a:schemeClr val="dk1"/>
              </a:solidFill>
              <a:effectLst/>
              <a:uFillTx/>
              <a:latin typeface="Corbel"/>
            </a:endParaRPr>
          </a:p>
        </p:txBody>
      </p:sp>
      <p:sp>
        <p:nvSpPr>
          <p:cNvPr id="209" name="PlaceHolder 6"/>
          <p:cNvSpPr>
            <a:spLocks noGrp="1"/>
          </p:cNvSpPr>
          <p:nvPr>
            <p:ph type="title"/>
          </p:nvPr>
        </p:nvSpPr>
        <p:spPr>
          <a:xfrm>
            <a:off x="255960" y="254520"/>
            <a:ext cx="2833920" cy="2122200"/>
          </a:xfrm>
          <a:prstGeom prst="rect">
            <a:avLst/>
          </a:prstGeom>
          <a:noFill/>
          <a:ln w="0">
            <a:noFill/>
          </a:ln>
        </p:spPr>
        <p:txBody>
          <a:bodyPr lIns="91440" rIns="91440" tIns="45720" bIns="45720" anchor="b">
            <a:noAutofit/>
          </a:bodyPr>
          <a:p>
            <a:pPr indent="0" defTabSz="914400">
              <a:lnSpc>
                <a:spcPct val="90000"/>
              </a:lnSpc>
              <a:buNone/>
              <a:tabLst>
                <a:tab algn="l" pos="0"/>
              </a:tabLst>
            </a:pPr>
            <a:r>
              <a:rPr b="0" lang="en-US" sz="3600" spc="-60" strike="noStrike" u="none">
                <a:solidFill>
                  <a:srgbClr val="ffffff"/>
                </a:solidFill>
                <a:effectLst/>
                <a:uFillTx/>
                <a:latin typeface="Arial"/>
              </a:rPr>
              <a:t>The story of Adam Raine</a:t>
            </a:r>
            <a:endParaRPr b="0" lang="en-US" sz="3600" strike="noStrike" u="none">
              <a:solidFill>
                <a:schemeClr val="dk1"/>
              </a:solidFill>
              <a:effectLst/>
              <a:uFillTx/>
              <a:latin typeface="Corbel"/>
            </a:endParaRPr>
          </a:p>
        </p:txBody>
      </p:sp>
      <p:sp>
        <p:nvSpPr>
          <p:cNvPr id="210" name="PlaceHolder 158"/>
          <p:cNvSpPr txBox="1"/>
          <p:nvPr/>
        </p:nvSpPr>
        <p:spPr>
          <a:xfrm>
            <a:off x="3886200" y="1251000"/>
            <a:ext cx="3474000" cy="4373640"/>
          </a:xfrm>
          <a:prstGeom prst="rect">
            <a:avLst/>
          </a:prstGeom>
          <a:noFill/>
          <a:ln w="0">
            <a:noFill/>
          </a:ln>
        </p:spPr>
        <p:txBody>
          <a:bodyPr anchor="t">
            <a:normAutofit/>
          </a:bodyPr>
          <a:p>
            <a:pPr>
              <a:lnSpc>
                <a:spcPct val="90000"/>
              </a:lnSpc>
              <a:spcBef>
                <a:spcPts val="1417"/>
              </a:spcBef>
            </a:pPr>
            <a:r>
              <a:rPr b="0" lang="en-US" sz="2000" strike="noStrike" u="none">
                <a:solidFill>
                  <a:schemeClr val="dk1"/>
                </a:solidFill>
                <a:effectLst/>
                <a:uFillTx/>
                <a:latin typeface="Arial"/>
              </a:rPr>
              <a:t>The Raines’ lawsuit alleges </a:t>
            </a:r>
            <a:r>
              <a:rPr b="0" lang="en-US" sz="2000" strike="noStrike" u="none">
                <a:solidFill>
                  <a:schemeClr val="dk1"/>
                </a:solidFill>
                <a:effectLst/>
                <a:uFillTx/>
                <a:latin typeface="Arial"/>
              </a:rPr>
              <a:t>that OpenAI caused Adam’s </a:t>
            </a:r>
            <a:r>
              <a:rPr b="0" lang="en-US" sz="2000" strike="noStrike" u="none">
                <a:solidFill>
                  <a:schemeClr val="dk1"/>
                </a:solidFill>
                <a:effectLst/>
                <a:uFillTx/>
                <a:latin typeface="Arial"/>
              </a:rPr>
              <a:t>death by distributing </a:t>
            </a:r>
            <a:r>
              <a:rPr b="0" lang="en-US" sz="2000" strike="noStrike" u="none">
                <a:solidFill>
                  <a:schemeClr val="dk1"/>
                </a:solidFill>
                <a:effectLst/>
                <a:uFillTx/>
                <a:latin typeface="Arial"/>
              </a:rPr>
              <a:t>ChatGPT to minors despite </a:t>
            </a:r>
            <a:r>
              <a:rPr b="0" lang="en-US" sz="2000" strike="noStrike" u="none">
                <a:solidFill>
                  <a:schemeClr val="dk1"/>
                </a:solidFill>
                <a:effectLst/>
                <a:uFillTx/>
                <a:latin typeface="Arial"/>
              </a:rPr>
              <a:t>knowing it could encourage </a:t>
            </a:r>
            <a:r>
              <a:rPr b="0" lang="en-US" sz="2000" strike="noStrike" u="none">
                <a:solidFill>
                  <a:schemeClr val="dk1"/>
                </a:solidFill>
                <a:effectLst/>
                <a:uFillTx/>
                <a:latin typeface="Arial"/>
              </a:rPr>
              <a:t>psychological dependency </a:t>
            </a:r>
            <a:r>
              <a:rPr b="0" lang="en-US" sz="2000" strike="noStrike" u="none">
                <a:solidFill>
                  <a:schemeClr val="dk1"/>
                </a:solidFill>
                <a:effectLst/>
                <a:uFillTx/>
                <a:latin typeface="Arial"/>
              </a:rPr>
              <a:t>and suicidal ideation. His </a:t>
            </a:r>
            <a:r>
              <a:rPr b="0" lang="en-US" sz="2000" strike="noStrike" u="none">
                <a:solidFill>
                  <a:schemeClr val="dk1"/>
                </a:solidFill>
                <a:effectLst/>
                <a:uFillTx/>
                <a:latin typeface="Arial"/>
              </a:rPr>
              <a:t>parents were the first of five </a:t>
            </a:r>
            <a:r>
              <a:rPr b="0" lang="en-US" sz="2000" strike="noStrike" u="none">
                <a:solidFill>
                  <a:schemeClr val="dk1"/>
                </a:solidFill>
                <a:effectLst/>
                <a:uFillTx/>
                <a:latin typeface="Arial"/>
              </a:rPr>
              <a:t>families to file wrongful-</a:t>
            </a:r>
            <a:r>
              <a:rPr b="0" lang="en-US" sz="2000" strike="noStrike" u="none">
                <a:solidFill>
                  <a:schemeClr val="dk1"/>
                </a:solidFill>
                <a:effectLst/>
                <a:uFillTx/>
                <a:latin typeface="Arial"/>
              </a:rPr>
              <a:t>death lawsuits against </a:t>
            </a:r>
            <a:r>
              <a:rPr b="0" lang="en-US" sz="2000" strike="noStrike" u="none">
                <a:solidFill>
                  <a:schemeClr val="dk1"/>
                </a:solidFill>
                <a:effectLst/>
                <a:uFillTx/>
                <a:latin typeface="Arial"/>
              </a:rPr>
              <a:t>OpenAI in recent months, </a:t>
            </a:r>
            <a:r>
              <a:rPr b="0" lang="en-US" sz="2000" strike="noStrike" u="none">
                <a:solidFill>
                  <a:schemeClr val="dk1"/>
                </a:solidFill>
                <a:effectLst/>
                <a:uFillTx/>
                <a:latin typeface="Arial"/>
              </a:rPr>
              <a:t>alleging that the world’s </a:t>
            </a:r>
            <a:r>
              <a:rPr b="0" lang="en-US" sz="2000" strike="noStrike" u="none">
                <a:solidFill>
                  <a:schemeClr val="dk1"/>
                </a:solidFill>
                <a:effectLst/>
                <a:uFillTx/>
                <a:latin typeface="Arial"/>
              </a:rPr>
              <a:t>most popular chatbot had </a:t>
            </a:r>
            <a:r>
              <a:rPr b="0" lang="en-US" sz="2000" strike="noStrike" u="none">
                <a:solidFill>
                  <a:schemeClr val="dk1"/>
                </a:solidFill>
                <a:effectLst/>
                <a:uFillTx/>
                <a:latin typeface="Arial"/>
              </a:rPr>
              <a:t>encouraged their loved ones </a:t>
            </a:r>
            <a:r>
              <a:rPr b="0" lang="en-US" sz="2000" strike="noStrike" u="none">
                <a:solidFill>
                  <a:schemeClr val="dk1"/>
                </a:solidFill>
                <a:effectLst/>
                <a:uFillTx/>
                <a:latin typeface="Arial"/>
              </a:rPr>
              <a:t>to kill themselves.</a:t>
            </a:r>
            <a:endParaRPr b="0" lang="en-US" sz="2000" strike="noStrike" u="none">
              <a:solidFill>
                <a:schemeClr val="dk1"/>
              </a:solidFill>
              <a:effectLst/>
              <a:uFillTx/>
              <a:latin typeface="Corbel"/>
            </a:endParaRPr>
          </a:p>
        </p:txBody>
      </p:sp>
      <p:pic>
        <p:nvPicPr>
          <p:cNvPr id="211" name="" descr=""/>
          <p:cNvPicPr/>
          <p:nvPr/>
        </p:nvPicPr>
        <p:blipFill>
          <a:blip r:embed="rId2"/>
          <a:stretch/>
        </p:blipFill>
        <p:spPr>
          <a:xfrm>
            <a:off x="7315200" y="228600"/>
            <a:ext cx="4924080" cy="6629040"/>
          </a:xfrm>
          <a:prstGeom prst="rect">
            <a:avLst/>
          </a:prstGeom>
          <a:noFill/>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2" name="PlaceHolder 1"/>
          <p:cNvSpPr>
            <a:spLocks noGrp="1"/>
          </p:cNvSpPr>
          <p:nvPr>
            <p:ph/>
          </p:nvPr>
        </p:nvSpPr>
        <p:spPr>
          <a:xfrm>
            <a:off x="7818480" y="5748480"/>
            <a:ext cx="3474000" cy="364320"/>
          </a:xfrm>
          <a:prstGeom prst="rect">
            <a:avLst/>
          </a:prstGeom>
          <a:noFill/>
          <a:ln w="0">
            <a:noFill/>
          </a:ln>
        </p:spPr>
        <p:txBody>
          <a:bodyPr lIns="91440" rIns="91440" tIns="45720" bIns="45720" anchor="b">
            <a:noAutofit/>
          </a:bodyPr>
          <a:p>
            <a:pPr indent="0">
              <a:lnSpc>
                <a:spcPct val="90000"/>
              </a:lnSpc>
              <a:spcBef>
                <a:spcPts val="1417"/>
              </a:spcBef>
              <a:buNone/>
            </a:pPr>
            <a:endParaRPr b="0" lang="en-US" sz="1200" strike="noStrike" u="none">
              <a:solidFill>
                <a:schemeClr val="dk1"/>
              </a:solidFill>
              <a:effectLst/>
              <a:uFillTx/>
              <a:latin typeface="Corbel"/>
            </a:endParaRPr>
          </a:p>
        </p:txBody>
      </p:sp>
      <p:sp>
        <p:nvSpPr>
          <p:cNvPr id="213" name="PlaceHolder 2"/>
          <p:cNvSpPr>
            <a:spLocks noGrp="1"/>
          </p:cNvSpPr>
          <p:nvPr>
            <p:ph/>
          </p:nvPr>
        </p:nvSpPr>
        <p:spPr>
          <a:xfrm>
            <a:off x="7818480" y="261720"/>
            <a:ext cx="3474000" cy="812520"/>
          </a:xfrm>
          <a:prstGeom prst="rect">
            <a:avLst/>
          </a:prstGeom>
          <a:noFill/>
          <a:ln w="0">
            <a:noFill/>
          </a:ln>
        </p:spPr>
        <p:txBody>
          <a:bodyPr lIns="91440" rIns="91440" tIns="45720" bIns="45720" anchor="t">
            <a:normAutofit/>
          </a:bodyPr>
          <a:p>
            <a:pPr indent="0">
              <a:lnSpc>
                <a:spcPct val="90000"/>
              </a:lnSpc>
              <a:spcBef>
                <a:spcPts val="1417"/>
              </a:spcBef>
              <a:buNone/>
            </a:pPr>
            <a:endParaRPr b="0" lang="en-US" sz="1800" strike="noStrike" u="none">
              <a:solidFill>
                <a:schemeClr val="dk1"/>
              </a:solidFill>
              <a:effectLst/>
              <a:uFillTx/>
              <a:latin typeface="Corbel"/>
            </a:endParaRPr>
          </a:p>
        </p:txBody>
      </p:sp>
      <p:sp>
        <p:nvSpPr>
          <p:cNvPr id="214" name="PlaceHolder 3"/>
          <p:cNvSpPr>
            <a:spLocks noGrp="1"/>
          </p:cNvSpPr>
          <p:nvPr>
            <p:ph/>
          </p:nvPr>
        </p:nvSpPr>
        <p:spPr>
          <a:xfrm>
            <a:off x="3858840" y="5748480"/>
            <a:ext cx="3474000" cy="364320"/>
          </a:xfrm>
          <a:prstGeom prst="rect">
            <a:avLst/>
          </a:prstGeom>
          <a:noFill/>
          <a:ln w="0">
            <a:noFill/>
          </a:ln>
        </p:spPr>
        <p:txBody>
          <a:bodyPr lIns="91440" rIns="91440" tIns="45720" bIns="45720" anchor="b">
            <a:noAutofit/>
          </a:bodyPr>
          <a:p>
            <a:pPr indent="0">
              <a:lnSpc>
                <a:spcPct val="90000"/>
              </a:lnSpc>
              <a:spcBef>
                <a:spcPts val="1417"/>
              </a:spcBef>
              <a:buNone/>
            </a:pPr>
            <a:endParaRPr b="0" lang="en-US" sz="1200" strike="noStrike" u="none">
              <a:solidFill>
                <a:schemeClr val="dk1"/>
              </a:solidFill>
              <a:effectLst/>
              <a:uFillTx/>
              <a:latin typeface="Corbel"/>
            </a:endParaRPr>
          </a:p>
        </p:txBody>
      </p:sp>
      <p:sp>
        <p:nvSpPr>
          <p:cNvPr id="215" name="PlaceHolder 4"/>
          <p:cNvSpPr>
            <a:spLocks noGrp="1"/>
          </p:cNvSpPr>
          <p:nvPr>
            <p:ph/>
          </p:nvPr>
        </p:nvSpPr>
        <p:spPr>
          <a:xfrm>
            <a:off x="3867840" y="254520"/>
            <a:ext cx="3474000" cy="807120"/>
          </a:xfrm>
          <a:prstGeom prst="rect">
            <a:avLst/>
          </a:prstGeom>
          <a:noFill/>
          <a:ln w="0">
            <a:noFill/>
          </a:ln>
        </p:spPr>
        <p:txBody>
          <a:bodyPr lIns="91440" rIns="91440" tIns="45720" bIns="45720" anchor="t">
            <a:normAutofit/>
          </a:bodyPr>
          <a:p>
            <a:pPr indent="0">
              <a:lnSpc>
                <a:spcPct val="90000"/>
              </a:lnSpc>
              <a:spcBef>
                <a:spcPts val="1417"/>
              </a:spcBef>
              <a:buNone/>
            </a:pPr>
            <a:endParaRPr b="0" lang="en-US" sz="1800" strike="noStrike" u="none">
              <a:solidFill>
                <a:schemeClr val="dk1"/>
              </a:solidFill>
              <a:effectLst/>
              <a:uFillTx/>
              <a:latin typeface="Corbel"/>
            </a:endParaRPr>
          </a:p>
        </p:txBody>
      </p:sp>
      <p:sp>
        <p:nvSpPr>
          <p:cNvPr id="216" name="PlaceHolder 5"/>
          <p:cNvSpPr>
            <a:spLocks noGrp="1"/>
          </p:cNvSpPr>
          <p:nvPr>
            <p:ph/>
          </p:nvPr>
        </p:nvSpPr>
        <p:spPr>
          <a:xfrm>
            <a:off x="255960" y="2544480"/>
            <a:ext cx="2833920" cy="3270960"/>
          </a:xfrm>
          <a:prstGeom prst="rect">
            <a:avLst/>
          </a:prstGeom>
          <a:noFill/>
          <a:ln w="0">
            <a:noFill/>
          </a:ln>
        </p:spPr>
        <p:txBody>
          <a:bodyPr lIns="91440" rIns="91440" tIns="45720" bIns="45720" anchor="t">
            <a:noAutofit/>
          </a:bodyPr>
          <a:p>
            <a:pPr indent="0">
              <a:lnSpc>
                <a:spcPct val="90000"/>
              </a:lnSpc>
              <a:spcBef>
                <a:spcPts val="1417"/>
              </a:spcBef>
              <a:buNone/>
            </a:pPr>
            <a:endParaRPr b="0" lang="en-US" sz="1800" strike="noStrike" u="none">
              <a:solidFill>
                <a:schemeClr val="dk1"/>
              </a:solidFill>
              <a:effectLst/>
              <a:uFillTx/>
              <a:latin typeface="Corbel"/>
            </a:endParaRPr>
          </a:p>
        </p:txBody>
      </p:sp>
      <p:sp>
        <p:nvSpPr>
          <p:cNvPr id="217" name="PlaceHolder 6"/>
          <p:cNvSpPr>
            <a:spLocks noGrp="1"/>
          </p:cNvSpPr>
          <p:nvPr>
            <p:ph type="title"/>
          </p:nvPr>
        </p:nvSpPr>
        <p:spPr>
          <a:xfrm>
            <a:off x="255960" y="254520"/>
            <a:ext cx="2833920" cy="2122200"/>
          </a:xfrm>
          <a:prstGeom prst="rect">
            <a:avLst/>
          </a:prstGeom>
          <a:noFill/>
          <a:ln w="0">
            <a:noFill/>
          </a:ln>
        </p:spPr>
        <p:txBody>
          <a:bodyPr lIns="91440" rIns="91440" tIns="45720" bIns="45720" anchor="b">
            <a:noAutofit/>
          </a:bodyPr>
          <a:p>
            <a:pPr indent="0" defTabSz="914400">
              <a:lnSpc>
                <a:spcPct val="90000"/>
              </a:lnSpc>
              <a:buNone/>
              <a:tabLst>
                <a:tab algn="l" pos="0"/>
              </a:tabLst>
            </a:pPr>
            <a:r>
              <a:rPr b="0" lang="en-US" sz="3600" spc="-60" strike="noStrike" u="none">
                <a:solidFill>
                  <a:srgbClr val="ffffff"/>
                </a:solidFill>
                <a:effectLst/>
                <a:uFillTx/>
                <a:latin typeface="Arial"/>
              </a:rPr>
              <a:t>Investigating Artificial Intelligence Failures</a:t>
            </a:r>
            <a:endParaRPr b="0" lang="en-US" sz="3600" strike="noStrike" u="none">
              <a:solidFill>
                <a:schemeClr val="dk1"/>
              </a:solidFill>
              <a:effectLst/>
              <a:uFillTx/>
              <a:latin typeface="Corbel"/>
            </a:endParaRPr>
          </a:p>
        </p:txBody>
      </p:sp>
      <p:sp>
        <p:nvSpPr>
          <p:cNvPr id="218" name="PlaceHolder 168"/>
          <p:cNvSpPr txBox="1"/>
          <p:nvPr/>
        </p:nvSpPr>
        <p:spPr>
          <a:xfrm>
            <a:off x="3886200" y="1251000"/>
            <a:ext cx="3474000" cy="4373640"/>
          </a:xfrm>
          <a:prstGeom prst="rect">
            <a:avLst/>
          </a:prstGeom>
          <a:noFill/>
          <a:ln w="0">
            <a:noFill/>
          </a:ln>
        </p:spPr>
        <p:txBody>
          <a:bodyPr anchor="t">
            <a:normAutofit/>
          </a:bodyPr>
          <a:p>
            <a:pPr>
              <a:lnSpc>
                <a:spcPct val="90000"/>
              </a:lnSpc>
              <a:spcBef>
                <a:spcPts val="1417"/>
              </a:spcBef>
            </a:pPr>
            <a:r>
              <a:rPr b="1" lang="en-US" sz="2000" strike="noStrike" u="none">
                <a:solidFill>
                  <a:schemeClr val="dk1"/>
                </a:solidFill>
                <a:effectLst/>
                <a:uFillTx/>
                <a:latin typeface="Arial"/>
              </a:rPr>
              <a:t>- Car autopilot </a:t>
            </a:r>
            <a:r>
              <a:rPr b="1" lang="en-US" sz="2000" strike="noStrike" u="none">
                <a:solidFill>
                  <a:schemeClr val="dk1"/>
                </a:solidFill>
                <a:effectLst/>
                <a:uFillTx/>
                <a:latin typeface="Arial"/>
              </a:rPr>
              <a:t>crashes</a:t>
            </a:r>
            <a:endParaRPr b="1" lang="en-US" sz="2000" strike="noStrike" u="none">
              <a:solidFill>
                <a:schemeClr val="dk1"/>
              </a:solidFill>
              <a:effectLst/>
              <a:uFillTx/>
              <a:latin typeface="Corbel"/>
            </a:endParaRPr>
          </a:p>
          <a:p>
            <a:pPr>
              <a:lnSpc>
                <a:spcPct val="90000"/>
              </a:lnSpc>
              <a:spcBef>
                <a:spcPts val="1417"/>
              </a:spcBef>
            </a:pPr>
            <a:r>
              <a:rPr b="1" lang="en-US" sz="2000" strike="noStrike" u="none">
                <a:solidFill>
                  <a:schemeClr val="dk1"/>
                </a:solidFill>
                <a:effectLst/>
                <a:uFillTx/>
                <a:latin typeface="Arial"/>
              </a:rPr>
              <a:t>- Generative AI </a:t>
            </a:r>
            <a:r>
              <a:rPr b="1" lang="en-US" sz="2000" strike="noStrike" u="none">
                <a:solidFill>
                  <a:schemeClr val="dk1"/>
                </a:solidFill>
                <a:effectLst/>
                <a:uFillTx/>
                <a:latin typeface="Arial"/>
              </a:rPr>
              <a:t>failures</a:t>
            </a:r>
            <a:r>
              <a:rPr b="0" lang="en-US" sz="2000" strike="noStrike" u="none">
                <a:solidFill>
                  <a:schemeClr val="dk1"/>
                </a:solidFill>
                <a:effectLst/>
                <a:uFillTx/>
                <a:latin typeface="Arial"/>
              </a:rPr>
              <a:t> </a:t>
            </a:r>
            <a:br>
              <a:rPr sz="2000"/>
            </a:br>
            <a:br>
              <a:rPr sz="2000"/>
            </a:br>
            <a:r>
              <a:rPr b="1" lang="en-US" sz="2000" strike="noStrike" u="none">
                <a:solidFill>
                  <a:schemeClr val="dk1"/>
                </a:solidFill>
                <a:effectLst/>
                <a:uFillTx/>
                <a:latin typeface="Arial"/>
              </a:rPr>
              <a:t>- Deaths Involving </a:t>
            </a:r>
            <a:r>
              <a:rPr b="1" lang="en-US" sz="2000" strike="noStrike" u="none">
                <a:solidFill>
                  <a:schemeClr val="dk1"/>
                </a:solidFill>
                <a:effectLst/>
                <a:uFillTx/>
                <a:latin typeface="Arial"/>
              </a:rPr>
              <a:t>Social Media</a:t>
            </a:r>
            <a:endParaRPr b="1" lang="en-US" sz="2000" strike="noStrike" u="none">
              <a:solidFill>
                <a:schemeClr val="dk1"/>
              </a:solidFill>
              <a:effectLst/>
              <a:uFillTx/>
              <a:latin typeface="Corbel"/>
            </a:endParaRPr>
          </a:p>
          <a:p>
            <a:pPr>
              <a:lnSpc>
                <a:spcPct val="90000"/>
              </a:lnSpc>
              <a:spcBef>
                <a:spcPts val="1417"/>
              </a:spcBef>
            </a:pPr>
            <a:r>
              <a:rPr b="1" lang="en-US" sz="2000" strike="noStrike" u="none">
                <a:solidFill>
                  <a:schemeClr val="dk1"/>
                </a:solidFill>
                <a:effectLst/>
                <a:uFillTx/>
                <a:latin typeface="Arial"/>
              </a:rPr>
              <a:t>- Algorithmic </a:t>
            </a:r>
            <a:r>
              <a:rPr b="1" lang="en-US" sz="2000" strike="noStrike" u="none">
                <a:solidFill>
                  <a:schemeClr val="dk1"/>
                </a:solidFill>
                <a:effectLst/>
                <a:uFillTx/>
                <a:latin typeface="Arial"/>
              </a:rPr>
              <a:t>Discrimination</a:t>
            </a:r>
            <a:endParaRPr b="1" lang="en-US" sz="2000" strike="noStrike" u="none">
              <a:solidFill>
                <a:schemeClr val="dk1"/>
              </a:solidFill>
              <a:effectLst/>
              <a:uFillTx/>
              <a:latin typeface="Corbel"/>
            </a:endParaRPr>
          </a:p>
          <a:p>
            <a:pPr>
              <a:lnSpc>
                <a:spcPct val="90000"/>
              </a:lnSpc>
              <a:spcBef>
                <a:spcPts val="1417"/>
              </a:spcBef>
            </a:pPr>
            <a:r>
              <a:rPr b="1" lang="en-US" sz="2000" strike="noStrike" u="none">
                <a:solidFill>
                  <a:schemeClr val="dk1"/>
                </a:solidFill>
                <a:effectLst/>
                <a:uFillTx/>
                <a:latin typeface="Arial"/>
              </a:rPr>
              <a:t>- Flawed inferences </a:t>
            </a:r>
            <a:r>
              <a:rPr b="0" lang="en-US" sz="2000" strike="noStrike" u="none">
                <a:solidFill>
                  <a:schemeClr val="dk1"/>
                </a:solidFill>
                <a:effectLst/>
                <a:uFillTx/>
                <a:latin typeface="Arial"/>
              </a:rPr>
              <a:t>(plagiarism detection </a:t>
            </a:r>
            <a:r>
              <a:rPr b="0" lang="en-US" sz="2000" strike="noStrike" u="none">
                <a:solidFill>
                  <a:schemeClr val="dk1"/>
                </a:solidFill>
                <a:effectLst/>
                <a:uFillTx/>
                <a:latin typeface="Arial"/>
              </a:rPr>
              <a:t>for example)</a:t>
            </a:r>
            <a:endParaRPr b="1" lang="en-US" sz="2000" strike="noStrike" u="none">
              <a:solidFill>
                <a:schemeClr val="dk1"/>
              </a:solidFill>
              <a:effectLst/>
              <a:uFillTx/>
              <a:latin typeface="Corbel"/>
            </a:endParaRPr>
          </a:p>
          <a:p>
            <a:pPr>
              <a:lnSpc>
                <a:spcPct val="90000"/>
              </a:lnSpc>
              <a:spcBef>
                <a:spcPts val="1417"/>
              </a:spcBef>
            </a:pPr>
            <a:r>
              <a:rPr b="1" lang="en-US" sz="2000" strike="noStrike" u="none">
                <a:solidFill>
                  <a:schemeClr val="dk1"/>
                </a:solidFill>
                <a:effectLst/>
                <a:uFillTx/>
                <a:latin typeface="Arial"/>
              </a:rPr>
              <a:t>- Physical </a:t>
            </a:r>
            <a:r>
              <a:rPr b="1" lang="en-US" sz="2000" strike="noStrike" u="none">
                <a:solidFill>
                  <a:schemeClr val="dk1"/>
                </a:solidFill>
                <a:effectLst/>
                <a:uFillTx/>
                <a:latin typeface="Arial"/>
              </a:rPr>
              <a:t>infrastructure failure</a:t>
            </a:r>
            <a:endParaRPr b="1" lang="en-US" sz="2000" strike="noStrike" u="none">
              <a:solidFill>
                <a:schemeClr val="dk1"/>
              </a:solidFill>
              <a:effectLst/>
              <a:uFillTx/>
              <a:latin typeface="Corbel"/>
            </a:endParaRPr>
          </a:p>
        </p:txBody>
      </p:sp>
      <p:sp>
        <p:nvSpPr>
          <p:cNvPr id="219" name="PlaceHolder 172"/>
          <p:cNvSpPr txBox="1"/>
          <p:nvPr/>
        </p:nvSpPr>
        <p:spPr>
          <a:xfrm>
            <a:off x="7846200" y="1251360"/>
            <a:ext cx="3474000" cy="4373640"/>
          </a:xfrm>
          <a:prstGeom prst="rect">
            <a:avLst/>
          </a:prstGeom>
          <a:noFill/>
          <a:ln w="0">
            <a:noFill/>
          </a:ln>
        </p:spPr>
        <p:txBody>
          <a:bodyPr anchor="t">
            <a:normAutofit/>
          </a:bodyPr>
          <a:p>
            <a:pPr>
              <a:lnSpc>
                <a:spcPct val="90000"/>
              </a:lnSpc>
              <a:spcBef>
                <a:spcPts val="1417"/>
              </a:spcBef>
            </a:pPr>
            <a:endParaRPr b="0" lang="en-US" sz="2000" strike="noStrike" u="none">
              <a:solidFill>
                <a:schemeClr val="dk1"/>
              </a:solidFill>
              <a:effectLst/>
              <a:uFillTx/>
              <a:latin typeface="Arial"/>
            </a:endParaRPr>
          </a:p>
        </p:txBody>
      </p:sp>
      <p:pic>
        <p:nvPicPr>
          <p:cNvPr id="220" name="" descr=""/>
          <p:cNvPicPr/>
          <p:nvPr/>
        </p:nvPicPr>
        <p:blipFill>
          <a:blip r:embed="rId1"/>
          <a:stretch/>
        </p:blipFill>
        <p:spPr>
          <a:xfrm>
            <a:off x="7669440" y="1305360"/>
            <a:ext cx="3760560" cy="3495240"/>
          </a:xfrm>
          <a:prstGeom prst="rect">
            <a:avLst/>
          </a:prstGeom>
          <a:noFill/>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1" name="PlaceHolder 1"/>
          <p:cNvSpPr>
            <a:spLocks noGrp="1"/>
          </p:cNvSpPr>
          <p:nvPr>
            <p:ph type="title"/>
          </p:nvPr>
        </p:nvSpPr>
        <p:spPr>
          <a:xfrm>
            <a:off x="253080" y="222480"/>
            <a:ext cx="2946960" cy="5501880"/>
          </a:xfrm>
          <a:prstGeom prst="rect">
            <a:avLst/>
          </a:prstGeom>
          <a:noFill/>
          <a:ln w="0">
            <a:noFill/>
          </a:ln>
        </p:spPr>
        <p:txBody>
          <a:bodyPr lIns="91440" rIns="91440" tIns="45720" bIns="45720" anchor="ctr">
            <a:noAutofit/>
          </a:bodyPr>
          <a:p>
            <a:pPr indent="0" defTabSz="914400">
              <a:lnSpc>
                <a:spcPct val="90000"/>
              </a:lnSpc>
              <a:buNone/>
            </a:pPr>
            <a:r>
              <a:rPr b="0" lang="en-US" sz="3600" spc="-60" strike="noStrike" u="none">
                <a:solidFill>
                  <a:srgbClr val="ffffff"/>
                </a:solidFill>
                <a:effectLst/>
                <a:uFillTx/>
                <a:latin typeface="Arial"/>
              </a:rPr>
              <a:t>J. Nathan Matias</a:t>
            </a:r>
            <a:br>
              <a:rPr sz="3600"/>
            </a:br>
            <a:r>
              <a:rPr b="0" lang="en-US" sz="2000" spc="-60" strike="noStrike" u="none">
                <a:solidFill>
                  <a:srgbClr val="ffffff"/>
                </a:solidFill>
                <a:effectLst/>
                <a:uFillTx/>
                <a:latin typeface="Arial"/>
              </a:rPr>
              <a:t>Assistant Professor</a:t>
            </a:r>
            <a:br>
              <a:rPr sz="2000"/>
            </a:br>
            <a:r>
              <a:rPr b="0" lang="en-US" sz="2000" spc="-60" strike="noStrike" u="none">
                <a:solidFill>
                  <a:srgbClr val="ffffff"/>
                </a:solidFill>
                <a:effectLst/>
                <a:uFillTx/>
                <a:latin typeface="Arial"/>
              </a:rPr>
              <a:t>Communication</a:t>
            </a:r>
            <a:br>
              <a:rPr sz="2000"/>
            </a:br>
            <a:br>
              <a:rPr sz="2000"/>
            </a:br>
            <a:r>
              <a:rPr b="0" lang="en-US" sz="2000" spc="-60" strike="noStrike" u="none">
                <a:solidFill>
                  <a:srgbClr val="ffffff"/>
                </a:solidFill>
                <a:effectLst/>
                <a:uFillTx/>
                <a:latin typeface="Arial"/>
              </a:rPr>
              <a:t>citizensandtech.org</a:t>
            </a:r>
            <a:br>
              <a:rPr sz="2000"/>
            </a:br>
            <a:br>
              <a:rPr sz="2000"/>
            </a:br>
            <a:r>
              <a:rPr b="0" lang="en-US" sz="1800" spc="-60" strike="noStrike" u="none">
                <a:solidFill>
                  <a:srgbClr val="ffffff"/>
                </a:solidFill>
                <a:effectLst/>
                <a:uFillTx/>
                <a:latin typeface="Arial"/>
              </a:rPr>
              <a:t>natematias.com</a:t>
            </a:r>
            <a:br>
              <a:rPr sz="1800"/>
            </a:br>
            <a:r>
              <a:rPr b="0" lang="en-US" sz="1800" spc="-60" strike="noStrike" u="none">
                <a:solidFill>
                  <a:srgbClr val="ffffff"/>
                </a:solidFill>
                <a:effectLst/>
                <a:uFillTx/>
                <a:latin typeface="Arial"/>
              </a:rPr>
              <a:t>twitter.com/natematias</a:t>
            </a:r>
            <a:br>
              <a:rPr sz="1800"/>
            </a:br>
            <a:r>
              <a:rPr b="0" lang="en-US" sz="1800" spc="-60" strike="noStrike" u="none">
                <a:solidFill>
                  <a:srgbClr val="ffffff"/>
                </a:solidFill>
                <a:effectLst/>
                <a:uFillTx/>
                <a:latin typeface="Arial"/>
              </a:rPr>
              <a:t>nathan.matias@cornell.edu</a:t>
            </a:r>
            <a:endParaRPr b="0" lang="en-US" sz="1800" strike="noStrike" u="none">
              <a:solidFill>
                <a:schemeClr val="dk1"/>
              </a:solidFill>
              <a:effectLst/>
              <a:uFillTx/>
              <a:latin typeface="Corbel"/>
            </a:endParaRPr>
          </a:p>
        </p:txBody>
      </p:sp>
      <p:pic>
        <p:nvPicPr>
          <p:cNvPr id="222" name="Picture 1" descr="Photograph of a smartphone that displays a predictive text keyboard SwiftKye. "/>
          <p:cNvPicPr/>
          <p:nvPr/>
        </p:nvPicPr>
        <p:blipFill>
          <a:blip r:embed="rId1"/>
          <a:srcRect l="31278" t="308" r="28796" b="308"/>
          <a:stretch/>
        </p:blipFill>
        <p:spPr>
          <a:xfrm>
            <a:off x="3867120" y="222480"/>
            <a:ext cx="3474720" cy="5766480"/>
          </a:xfrm>
          <a:prstGeom prst="rect">
            <a:avLst/>
          </a:prstGeom>
          <a:noFill/>
          <a:ln w="0">
            <a:noFill/>
          </a:ln>
        </p:spPr>
      </p:pic>
      <p:pic>
        <p:nvPicPr>
          <p:cNvPr id="223" name="" descr=""/>
          <p:cNvPicPr/>
          <p:nvPr/>
        </p:nvPicPr>
        <p:blipFill>
          <a:blip r:embed="rId2"/>
          <a:stretch/>
        </p:blipFill>
        <p:spPr>
          <a:xfrm>
            <a:off x="7467840" y="228600"/>
            <a:ext cx="4419360" cy="5785560"/>
          </a:xfrm>
          <a:prstGeom prst="rect">
            <a:avLst/>
          </a:prstGeom>
          <a:noFill/>
          <a:ln w="0">
            <a:noFill/>
          </a:ln>
        </p:spPr>
      </p:pic>
      <p:sp>
        <p:nvSpPr>
          <p:cNvPr id="3" name="PlaceHolder 2"/>
          <p:cNvSpPr>
            <a:spLocks noGrp="1"/>
          </p:cNvSpPr>
          <p:nvPr>
            <p:ph type="ftr" idx="2"/>
          </p:nvPr>
        </p:nvSpPr>
        <p:spPr/>
        <p:txBody>
          <a:bodyPr/>
          <a:p>
            <a:r>
              <a:t>Introducing J. Nathan Matias</a:t>
            </a:r>
          </a:p>
        </p:txBody>
      </p:sp>
      <p:sp>
        <p:nvSpPr>
          <p:cNvPr id="4" name="PlaceHolder 3"/>
          <p:cNvSpPr>
            <a:spLocks noGrp="1"/>
          </p:cNvSpPr>
          <p:nvPr>
            <p:ph type="sldNum" idx="3"/>
          </p:nvPr>
        </p:nvSpPr>
        <p:spPr/>
        <p:txBody>
          <a:bodyPr/>
          <a:p>
            <a:fld id="{173EA53C-0758-4BEF-9681-82B9D3AD7F5B}" type="slidenum">
              <a:t>5</a:t>
            </a:fld>
          </a:p>
        </p:txBody>
      </p:sp>
      <p:sp>
        <p:nvSpPr>
          <p:cNvPr id="5" name="PlaceHolder 4"/>
          <p:cNvSpPr>
            <a:spLocks noGrp="1"/>
          </p:cNvSpPr>
          <p:nvPr>
            <p:ph type="dt" idx="1"/>
          </p:nvPr>
        </p:nvSpPr>
        <p:spPr/>
        <p:txBody>
          <a:bodyPr/>
          <a:p>
            <a:fld id="{8BD63157-35DA-4FA1-ACFE-ABE4C709F6E7}" type="datetime1">
              <a:rPr lang="en-US"/>
              <a:t>01/20/2026</a:t>
            </a:fld>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4" name="PlaceHolder 1"/>
          <p:cNvSpPr>
            <a:spLocks noGrp="1"/>
          </p:cNvSpPr>
          <p:nvPr>
            <p:ph/>
          </p:nvPr>
        </p:nvSpPr>
        <p:spPr>
          <a:xfrm>
            <a:off x="7818480" y="5748480"/>
            <a:ext cx="3474000" cy="364320"/>
          </a:xfrm>
          <a:prstGeom prst="rect">
            <a:avLst/>
          </a:prstGeom>
          <a:noFill/>
          <a:ln w="0">
            <a:noFill/>
          </a:ln>
        </p:spPr>
        <p:txBody>
          <a:bodyPr lIns="91440" rIns="91440" tIns="45720" bIns="45720" anchor="b">
            <a:noAutofit/>
          </a:bodyPr>
          <a:p>
            <a:pPr indent="0">
              <a:lnSpc>
                <a:spcPct val="90000"/>
              </a:lnSpc>
              <a:spcBef>
                <a:spcPts val="1417"/>
              </a:spcBef>
              <a:buNone/>
            </a:pPr>
            <a:endParaRPr b="0" lang="en-US" sz="1800" strike="noStrike" u="none">
              <a:solidFill>
                <a:schemeClr val="dk1"/>
              </a:solidFill>
              <a:effectLst/>
              <a:uFillTx/>
              <a:latin typeface="Corbel"/>
            </a:endParaRPr>
          </a:p>
        </p:txBody>
      </p:sp>
      <p:sp>
        <p:nvSpPr>
          <p:cNvPr id="225" name="PlaceHolder 2"/>
          <p:cNvSpPr>
            <a:spLocks noGrp="1"/>
          </p:cNvSpPr>
          <p:nvPr>
            <p:ph/>
          </p:nvPr>
        </p:nvSpPr>
        <p:spPr>
          <a:xfrm>
            <a:off x="7818480" y="1224360"/>
            <a:ext cx="3474000" cy="4373640"/>
          </a:xfrm>
          <a:prstGeom prst="rect">
            <a:avLst/>
          </a:prstGeom>
          <a:noFill/>
          <a:ln w="0">
            <a:noFill/>
          </a:ln>
        </p:spPr>
        <p:txBody>
          <a:bodyPr lIns="91440" rIns="91440" tIns="45720" bIns="45720" anchor="t">
            <a:normAutofit/>
          </a:bodyPr>
          <a:p>
            <a:pPr indent="0">
              <a:lnSpc>
                <a:spcPct val="90000"/>
              </a:lnSpc>
              <a:spcBef>
                <a:spcPts val="1417"/>
              </a:spcBef>
              <a:buNone/>
            </a:pPr>
            <a:endParaRPr b="0" lang="en-US" sz="1800" strike="noStrike" u="none">
              <a:solidFill>
                <a:schemeClr val="dk1"/>
              </a:solidFill>
              <a:effectLst/>
              <a:uFillTx/>
              <a:latin typeface="Corbel"/>
            </a:endParaRPr>
          </a:p>
        </p:txBody>
      </p:sp>
      <p:sp>
        <p:nvSpPr>
          <p:cNvPr id="226" name="PlaceHolder 3"/>
          <p:cNvSpPr>
            <a:spLocks noGrp="1"/>
          </p:cNvSpPr>
          <p:nvPr>
            <p:ph/>
          </p:nvPr>
        </p:nvSpPr>
        <p:spPr>
          <a:xfrm>
            <a:off x="7818480" y="261720"/>
            <a:ext cx="3474000" cy="812520"/>
          </a:xfrm>
          <a:prstGeom prst="rect">
            <a:avLst/>
          </a:prstGeom>
          <a:noFill/>
          <a:ln w="0">
            <a:noFill/>
          </a:ln>
        </p:spPr>
        <p:txBody>
          <a:bodyPr lIns="91440" rIns="91440" tIns="45720" bIns="45720" anchor="t">
            <a:normAutofit/>
          </a:bodyPr>
          <a:p>
            <a:pPr indent="0">
              <a:lnSpc>
                <a:spcPct val="90000"/>
              </a:lnSpc>
              <a:spcBef>
                <a:spcPts val="1417"/>
              </a:spcBef>
              <a:buNone/>
            </a:pPr>
            <a:endParaRPr b="0" lang="en-US" sz="1800" strike="noStrike" u="none">
              <a:solidFill>
                <a:schemeClr val="dk1"/>
              </a:solidFill>
              <a:effectLst/>
              <a:uFillTx/>
              <a:latin typeface="Corbel"/>
            </a:endParaRPr>
          </a:p>
        </p:txBody>
      </p:sp>
      <p:sp>
        <p:nvSpPr>
          <p:cNvPr id="227" name="PlaceHolder 4"/>
          <p:cNvSpPr>
            <a:spLocks noGrp="1"/>
          </p:cNvSpPr>
          <p:nvPr>
            <p:ph/>
          </p:nvPr>
        </p:nvSpPr>
        <p:spPr>
          <a:xfrm>
            <a:off x="3858840" y="5748480"/>
            <a:ext cx="3474000" cy="364320"/>
          </a:xfrm>
          <a:prstGeom prst="rect">
            <a:avLst/>
          </a:prstGeom>
          <a:noFill/>
          <a:ln w="0">
            <a:noFill/>
          </a:ln>
        </p:spPr>
        <p:txBody>
          <a:bodyPr lIns="91440" rIns="91440" tIns="45720" bIns="45720" anchor="b">
            <a:noAutofit/>
          </a:bodyPr>
          <a:p>
            <a:pPr indent="0">
              <a:lnSpc>
                <a:spcPct val="90000"/>
              </a:lnSpc>
              <a:spcBef>
                <a:spcPts val="1417"/>
              </a:spcBef>
              <a:buNone/>
            </a:pPr>
            <a:endParaRPr b="0" lang="en-US" sz="1800" strike="noStrike" u="none">
              <a:solidFill>
                <a:schemeClr val="dk1"/>
              </a:solidFill>
              <a:effectLst/>
              <a:uFillTx/>
              <a:latin typeface="Corbel"/>
            </a:endParaRPr>
          </a:p>
        </p:txBody>
      </p:sp>
      <p:sp>
        <p:nvSpPr>
          <p:cNvPr id="228" name="PlaceHolder 5"/>
          <p:cNvSpPr>
            <a:spLocks noGrp="1"/>
          </p:cNvSpPr>
          <p:nvPr>
            <p:ph/>
          </p:nvPr>
        </p:nvSpPr>
        <p:spPr>
          <a:xfrm>
            <a:off x="3867840" y="254520"/>
            <a:ext cx="3474000" cy="807120"/>
          </a:xfrm>
          <a:prstGeom prst="rect">
            <a:avLst/>
          </a:prstGeom>
          <a:noFill/>
          <a:ln w="0">
            <a:noFill/>
          </a:ln>
        </p:spPr>
        <p:txBody>
          <a:bodyPr lIns="91440" rIns="91440" tIns="45720" bIns="45720" anchor="t">
            <a:normAutofit/>
          </a:bodyPr>
          <a:p>
            <a:pPr indent="0">
              <a:lnSpc>
                <a:spcPct val="90000"/>
              </a:lnSpc>
              <a:spcBef>
                <a:spcPts val="1417"/>
              </a:spcBef>
              <a:buNone/>
            </a:pPr>
            <a:endParaRPr b="0" lang="en-US" sz="1800" strike="noStrike" u="none">
              <a:solidFill>
                <a:schemeClr val="dk1"/>
              </a:solidFill>
              <a:effectLst/>
              <a:uFillTx/>
              <a:latin typeface="Corbel"/>
            </a:endParaRPr>
          </a:p>
        </p:txBody>
      </p:sp>
      <p:sp>
        <p:nvSpPr>
          <p:cNvPr id="229" name="PlaceHolder 6"/>
          <p:cNvSpPr>
            <a:spLocks noGrp="1"/>
          </p:cNvSpPr>
          <p:nvPr>
            <p:ph/>
          </p:nvPr>
        </p:nvSpPr>
        <p:spPr>
          <a:xfrm>
            <a:off x="255960" y="2544480"/>
            <a:ext cx="2833920" cy="3270960"/>
          </a:xfrm>
          <a:prstGeom prst="rect">
            <a:avLst/>
          </a:prstGeom>
          <a:noFill/>
          <a:ln w="0">
            <a:noFill/>
          </a:ln>
        </p:spPr>
        <p:txBody>
          <a:bodyPr lIns="91440" rIns="91440" tIns="45720" bIns="45720" anchor="t">
            <a:noAutofit/>
          </a:bodyPr>
          <a:p>
            <a:pPr indent="0">
              <a:lnSpc>
                <a:spcPct val="90000"/>
              </a:lnSpc>
              <a:spcBef>
                <a:spcPts val="1417"/>
              </a:spcBef>
              <a:buNone/>
            </a:pPr>
            <a:endParaRPr b="0" lang="en-US" sz="1800" strike="noStrike" u="none">
              <a:solidFill>
                <a:srgbClr val="ffffff"/>
              </a:solidFill>
              <a:effectLst/>
              <a:uFillTx/>
              <a:latin typeface="Corbel"/>
            </a:endParaRPr>
          </a:p>
        </p:txBody>
      </p:sp>
      <p:sp>
        <p:nvSpPr>
          <p:cNvPr id="230" name="PlaceHolder 7"/>
          <p:cNvSpPr>
            <a:spLocks noGrp="1"/>
          </p:cNvSpPr>
          <p:nvPr>
            <p:ph type="title"/>
          </p:nvPr>
        </p:nvSpPr>
        <p:spPr>
          <a:xfrm>
            <a:off x="255960" y="254520"/>
            <a:ext cx="2833920" cy="2122200"/>
          </a:xfrm>
          <a:prstGeom prst="rect">
            <a:avLst/>
          </a:prstGeom>
          <a:noFill/>
          <a:ln w="0">
            <a:noFill/>
          </a:ln>
        </p:spPr>
        <p:txBody>
          <a:bodyPr lIns="91440" rIns="91440" tIns="45720" bIns="45720" anchor="b">
            <a:noAutofit/>
          </a:bodyPr>
          <a:p>
            <a:pPr indent="0" defTabSz="914400">
              <a:lnSpc>
                <a:spcPct val="90000"/>
              </a:lnSpc>
              <a:buNone/>
              <a:tabLst>
                <a:tab algn="l" pos="0"/>
              </a:tabLst>
            </a:pPr>
            <a:r>
              <a:rPr b="0" lang="en-US" sz="3600" spc="-60" strike="noStrike" u="none">
                <a:solidFill>
                  <a:srgbClr val="ffffff"/>
                </a:solidFill>
                <a:effectLst/>
                <a:uFillTx/>
                <a:latin typeface="Arial"/>
              </a:rPr>
              <a:t>Introduce yourself</a:t>
            </a:r>
            <a:endParaRPr b="0" lang="en-US" sz="3600" strike="noStrike" u="none">
              <a:solidFill>
                <a:schemeClr val="dk1"/>
              </a:solidFill>
              <a:effectLst/>
              <a:uFillTx/>
              <a:latin typeface="Corbel"/>
            </a:endParaRPr>
          </a:p>
        </p:txBody>
      </p:sp>
      <p:sp>
        <p:nvSpPr>
          <p:cNvPr id="231" name="PlaceHolder 27"/>
          <p:cNvSpPr txBox="1"/>
          <p:nvPr/>
        </p:nvSpPr>
        <p:spPr>
          <a:xfrm>
            <a:off x="3886200" y="1251000"/>
            <a:ext cx="3474000" cy="4373640"/>
          </a:xfrm>
          <a:prstGeom prst="rect">
            <a:avLst/>
          </a:prstGeom>
          <a:noFill/>
          <a:ln w="0">
            <a:noFill/>
          </a:ln>
        </p:spPr>
        <p:txBody>
          <a:bodyPr anchor="t">
            <a:normAutofit/>
          </a:bodyPr>
          <a:p>
            <a:pPr marL="432000" indent="-324000">
              <a:lnSpc>
                <a:spcPct val="90000"/>
              </a:lnSpc>
              <a:spcBef>
                <a:spcPts val="1417"/>
              </a:spcBef>
              <a:buClr>
                <a:srgbClr val="000000"/>
              </a:buClr>
              <a:buSzPct val="45000"/>
              <a:buFont typeface="Wingdings" charset="2"/>
              <a:buChar char=""/>
            </a:pPr>
            <a:r>
              <a:rPr b="0" lang="en-US" sz="2800" strike="noStrike" u="none">
                <a:solidFill>
                  <a:schemeClr val="dk1"/>
                </a:solidFill>
                <a:effectLst/>
                <a:uFillTx/>
                <a:latin typeface="Corbel"/>
              </a:rPr>
              <a:t>Name</a:t>
            </a:r>
            <a:endParaRPr b="0" lang="en-US" sz="2800" strike="noStrike" u="none">
              <a:solidFill>
                <a:schemeClr val="dk1"/>
              </a:solidFill>
              <a:effectLst/>
              <a:uFillTx/>
              <a:latin typeface="Corbel"/>
            </a:endParaRPr>
          </a:p>
          <a:p>
            <a:pPr marL="432000" indent="-324000">
              <a:lnSpc>
                <a:spcPct val="90000"/>
              </a:lnSpc>
              <a:spcBef>
                <a:spcPts val="1417"/>
              </a:spcBef>
              <a:buClr>
                <a:srgbClr val="000000"/>
              </a:buClr>
              <a:buSzPct val="45000"/>
              <a:buFont typeface="Wingdings" charset="2"/>
              <a:buChar char=""/>
            </a:pPr>
            <a:r>
              <a:rPr b="0" lang="en-US" sz="2800" strike="noStrike" u="none">
                <a:solidFill>
                  <a:schemeClr val="dk1"/>
                </a:solidFill>
                <a:effectLst/>
                <a:uFillTx/>
                <a:latin typeface="Corbel"/>
              </a:rPr>
              <a:t>Major/Year</a:t>
            </a:r>
            <a:endParaRPr b="0" lang="en-US" sz="2800" strike="noStrike" u="none">
              <a:solidFill>
                <a:schemeClr val="dk1"/>
              </a:solidFill>
              <a:effectLst/>
              <a:uFillTx/>
              <a:latin typeface="Corbel"/>
            </a:endParaRPr>
          </a:p>
          <a:p>
            <a:pPr marL="432000" indent="-324000">
              <a:lnSpc>
                <a:spcPct val="90000"/>
              </a:lnSpc>
              <a:spcBef>
                <a:spcPts val="1417"/>
              </a:spcBef>
              <a:buClr>
                <a:srgbClr val="000000"/>
              </a:buClr>
              <a:buSzPct val="45000"/>
              <a:buFont typeface="Wingdings" charset="2"/>
              <a:buChar char=""/>
            </a:pPr>
            <a:r>
              <a:rPr b="0" lang="en-US" sz="2800" strike="noStrike" u="none">
                <a:solidFill>
                  <a:schemeClr val="dk1"/>
                </a:solidFill>
                <a:effectLst/>
                <a:uFillTx/>
                <a:latin typeface="Corbel"/>
              </a:rPr>
              <a:t>What brings you to </a:t>
            </a:r>
            <a:r>
              <a:rPr b="0" lang="en-US" sz="2800" strike="noStrike" u="none">
                <a:solidFill>
                  <a:schemeClr val="dk1"/>
                </a:solidFill>
                <a:effectLst/>
                <a:uFillTx/>
                <a:latin typeface="Corbel"/>
              </a:rPr>
              <a:t>the class</a:t>
            </a:r>
            <a:endParaRPr b="0" lang="en-US" sz="2800" strike="noStrike" u="none">
              <a:solidFill>
                <a:schemeClr val="dk1"/>
              </a:solidFill>
              <a:effectLst/>
              <a:uFillTx/>
              <a:latin typeface="Corbel"/>
            </a:endParaRPr>
          </a:p>
          <a:p>
            <a:pPr marL="432000" indent="-324000">
              <a:lnSpc>
                <a:spcPct val="90000"/>
              </a:lnSpc>
              <a:spcBef>
                <a:spcPts val="1417"/>
              </a:spcBef>
              <a:buClr>
                <a:srgbClr val="000000"/>
              </a:buClr>
              <a:buSzPct val="45000"/>
              <a:buFont typeface="Wingdings" charset="2"/>
              <a:buChar char=""/>
            </a:pPr>
            <a:r>
              <a:rPr b="0" lang="en-US" sz="2800" strike="noStrike" u="none">
                <a:solidFill>
                  <a:schemeClr val="dk1"/>
                </a:solidFill>
                <a:effectLst/>
                <a:uFillTx/>
                <a:latin typeface="Corbel"/>
              </a:rPr>
              <a:t>A question about AI </a:t>
            </a:r>
            <a:r>
              <a:rPr b="0" lang="en-US" sz="2800" strike="noStrike" u="none">
                <a:solidFill>
                  <a:schemeClr val="dk1"/>
                </a:solidFill>
                <a:effectLst/>
                <a:uFillTx/>
                <a:latin typeface="Corbel"/>
              </a:rPr>
              <a:t>failure you were </a:t>
            </a:r>
            <a:r>
              <a:rPr b="0" lang="en-US" sz="2800" strike="noStrike" u="none">
                <a:solidFill>
                  <a:schemeClr val="dk1"/>
                </a:solidFill>
                <a:effectLst/>
                <a:uFillTx/>
                <a:latin typeface="Corbel"/>
              </a:rPr>
              <a:t>recently thinking </a:t>
            </a:r>
            <a:r>
              <a:rPr b="0" lang="en-US" sz="2800" strike="noStrike" u="none">
                <a:solidFill>
                  <a:schemeClr val="dk1"/>
                </a:solidFill>
                <a:effectLst/>
                <a:uFillTx/>
                <a:latin typeface="Corbel"/>
              </a:rPr>
              <a:t>about</a:t>
            </a:r>
            <a:endParaRPr b="0" lang="en-US" sz="2800" strike="noStrike" u="none">
              <a:solidFill>
                <a:schemeClr val="dk1"/>
              </a:solidFill>
              <a:effectLst/>
              <a:uFillTx/>
              <a:latin typeface="Corbe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2" name="PlaceHolder 1"/>
          <p:cNvSpPr>
            <a:spLocks noGrp="1"/>
          </p:cNvSpPr>
          <p:nvPr>
            <p:ph/>
          </p:nvPr>
        </p:nvSpPr>
        <p:spPr>
          <a:xfrm>
            <a:off x="7818480" y="5748480"/>
            <a:ext cx="3474000" cy="364320"/>
          </a:xfrm>
          <a:prstGeom prst="rect">
            <a:avLst/>
          </a:prstGeom>
          <a:noFill/>
          <a:ln w="0">
            <a:noFill/>
          </a:ln>
        </p:spPr>
        <p:txBody>
          <a:bodyPr lIns="91440" rIns="91440" tIns="45720" bIns="45720" anchor="b">
            <a:noAutofit/>
          </a:bodyPr>
          <a:p>
            <a:pPr indent="0">
              <a:lnSpc>
                <a:spcPct val="90000"/>
              </a:lnSpc>
              <a:spcBef>
                <a:spcPts val="1417"/>
              </a:spcBef>
              <a:buNone/>
            </a:pPr>
            <a:endParaRPr b="0" lang="en-US" sz="1800" strike="noStrike" u="none">
              <a:solidFill>
                <a:schemeClr val="dk1"/>
              </a:solidFill>
              <a:effectLst/>
              <a:uFillTx/>
              <a:latin typeface="Corbel"/>
            </a:endParaRPr>
          </a:p>
        </p:txBody>
      </p:sp>
      <p:sp>
        <p:nvSpPr>
          <p:cNvPr id="233" name="PlaceHolder 2"/>
          <p:cNvSpPr>
            <a:spLocks noGrp="1"/>
          </p:cNvSpPr>
          <p:nvPr>
            <p:ph/>
          </p:nvPr>
        </p:nvSpPr>
        <p:spPr>
          <a:xfrm>
            <a:off x="7818480" y="1224360"/>
            <a:ext cx="3474000" cy="4373640"/>
          </a:xfrm>
          <a:prstGeom prst="rect">
            <a:avLst/>
          </a:prstGeom>
          <a:noFill/>
          <a:ln w="0">
            <a:noFill/>
          </a:ln>
        </p:spPr>
        <p:txBody>
          <a:bodyPr lIns="91440" rIns="91440" tIns="45720" bIns="45720" anchor="t">
            <a:normAutofit fontScale="85000" lnSpcReduction="19999"/>
          </a:bodyPr>
          <a:p>
            <a:pPr marL="432000" indent="-324000">
              <a:lnSpc>
                <a:spcPct val="90000"/>
              </a:lnSpc>
              <a:spcBef>
                <a:spcPts val="1417"/>
              </a:spcBef>
              <a:buClr>
                <a:srgbClr val="000000"/>
              </a:buClr>
              <a:buSzPct val="45000"/>
              <a:buFont typeface="Wingdings" charset="2"/>
              <a:buChar char=""/>
            </a:pPr>
            <a:r>
              <a:rPr b="0" lang="en-US" sz="2800" strike="noStrike" u="none">
                <a:solidFill>
                  <a:schemeClr val="dk1"/>
                </a:solidFill>
                <a:effectLst/>
                <a:uFillTx/>
                <a:latin typeface="Corbel"/>
              </a:rPr>
              <a:t>Make a list of </a:t>
            </a:r>
            <a:r>
              <a:rPr b="0" lang="en-US" sz="2800" strike="noStrike" u="none">
                <a:solidFill>
                  <a:schemeClr val="dk1"/>
                </a:solidFill>
                <a:effectLst/>
                <a:uFillTx/>
                <a:latin typeface="Corbel"/>
              </a:rPr>
              <a:t>information that your </a:t>
            </a:r>
            <a:r>
              <a:rPr b="0" lang="en-US" sz="2800" strike="noStrike" u="none">
                <a:solidFill>
                  <a:schemeClr val="dk1"/>
                </a:solidFill>
                <a:effectLst/>
                <a:uFillTx/>
                <a:latin typeface="Corbel"/>
              </a:rPr>
              <a:t>group might need </a:t>
            </a:r>
            <a:br>
              <a:rPr sz="2800"/>
            </a:br>
            <a:r>
              <a:rPr b="0" lang="en-US" sz="2800" strike="noStrike" u="none">
                <a:solidFill>
                  <a:schemeClr val="dk1"/>
                </a:solidFill>
                <a:effectLst/>
                <a:uFillTx/>
                <a:latin typeface="Corbel"/>
              </a:rPr>
              <a:t>(be specific – “What </a:t>
            </a:r>
            <a:r>
              <a:rPr b="0" lang="en-US" sz="2800" strike="noStrike" u="none">
                <a:solidFill>
                  <a:schemeClr val="dk1"/>
                </a:solidFill>
                <a:effectLst/>
                <a:uFillTx/>
                <a:latin typeface="Corbel"/>
              </a:rPr>
              <a:t>she liked and when” </a:t>
            </a:r>
            <a:r>
              <a:rPr b="0" lang="en-US" sz="2800" strike="noStrike" u="none">
                <a:solidFill>
                  <a:schemeClr val="dk1"/>
                </a:solidFill>
                <a:effectLst/>
                <a:uFillTx/>
                <a:latin typeface="Corbel"/>
              </a:rPr>
              <a:t>is better than “her </a:t>
            </a:r>
            <a:r>
              <a:rPr b="0" lang="en-US" sz="2800" strike="noStrike" u="none">
                <a:solidFill>
                  <a:schemeClr val="dk1"/>
                </a:solidFill>
                <a:effectLst/>
                <a:uFillTx/>
                <a:latin typeface="Corbel"/>
              </a:rPr>
              <a:t>Instagram data”)</a:t>
            </a:r>
            <a:endParaRPr b="0" lang="en-US" sz="2800" strike="noStrike" u="none">
              <a:solidFill>
                <a:schemeClr val="dk1"/>
              </a:solidFill>
              <a:effectLst/>
              <a:uFillTx/>
              <a:latin typeface="Corbel"/>
            </a:endParaRPr>
          </a:p>
          <a:p>
            <a:pPr marL="432000" indent="-324000">
              <a:lnSpc>
                <a:spcPct val="90000"/>
              </a:lnSpc>
              <a:spcBef>
                <a:spcPts val="1417"/>
              </a:spcBef>
              <a:buClr>
                <a:srgbClr val="000000"/>
              </a:buClr>
              <a:buSzPct val="45000"/>
              <a:buFont typeface="Wingdings" charset="2"/>
              <a:buChar char=""/>
            </a:pPr>
            <a:r>
              <a:rPr b="0" lang="en-US" sz="2800" strike="noStrike" u="none">
                <a:solidFill>
                  <a:schemeClr val="dk1"/>
                </a:solidFill>
                <a:effectLst/>
                <a:uFillTx/>
                <a:latin typeface="Corbel"/>
              </a:rPr>
              <a:t>For each item, list at </a:t>
            </a:r>
            <a:r>
              <a:rPr b="0" lang="en-US" sz="2800" strike="noStrike" u="none">
                <a:solidFill>
                  <a:schemeClr val="dk1"/>
                </a:solidFill>
                <a:effectLst/>
                <a:uFillTx/>
                <a:latin typeface="Corbel"/>
              </a:rPr>
              <a:t>least one reason it </a:t>
            </a:r>
            <a:r>
              <a:rPr b="0" lang="en-US" sz="2800" strike="noStrike" u="none">
                <a:solidFill>
                  <a:schemeClr val="dk1"/>
                </a:solidFill>
                <a:effectLst/>
                <a:uFillTx/>
                <a:latin typeface="Corbel"/>
              </a:rPr>
              <a:t>would be useful and </a:t>
            </a:r>
            <a:r>
              <a:rPr b="0" lang="en-US" sz="2800" strike="noStrike" u="none">
                <a:solidFill>
                  <a:schemeClr val="dk1"/>
                </a:solidFill>
                <a:effectLst/>
                <a:uFillTx/>
                <a:latin typeface="Corbel"/>
              </a:rPr>
              <a:t>one reason the data </a:t>
            </a:r>
            <a:r>
              <a:rPr b="0" lang="en-US" sz="2800" strike="noStrike" u="none">
                <a:solidFill>
                  <a:schemeClr val="dk1"/>
                </a:solidFill>
                <a:effectLst/>
                <a:uFillTx/>
                <a:latin typeface="Corbel"/>
              </a:rPr>
              <a:t>should not be shared</a:t>
            </a:r>
            <a:endParaRPr b="0" lang="en-US" sz="2800" strike="noStrike" u="none">
              <a:solidFill>
                <a:schemeClr val="dk1"/>
              </a:solidFill>
              <a:effectLst/>
              <a:uFillTx/>
              <a:latin typeface="Corbel"/>
            </a:endParaRPr>
          </a:p>
        </p:txBody>
      </p:sp>
      <p:sp>
        <p:nvSpPr>
          <p:cNvPr id="234" name="PlaceHolder 3"/>
          <p:cNvSpPr>
            <a:spLocks noGrp="1"/>
          </p:cNvSpPr>
          <p:nvPr>
            <p:ph/>
          </p:nvPr>
        </p:nvSpPr>
        <p:spPr>
          <a:xfrm>
            <a:off x="7818480" y="261720"/>
            <a:ext cx="3474000" cy="812520"/>
          </a:xfrm>
          <a:prstGeom prst="rect">
            <a:avLst/>
          </a:prstGeom>
          <a:noFill/>
          <a:ln w="0">
            <a:noFill/>
          </a:ln>
        </p:spPr>
        <p:txBody>
          <a:bodyPr lIns="91440" rIns="91440" tIns="45720" bIns="45720" anchor="t">
            <a:normAutofit fontScale="85000" lnSpcReduction="19999"/>
          </a:bodyPr>
          <a:p>
            <a:pPr indent="0" defTabSz="914400">
              <a:lnSpc>
                <a:spcPct val="100000"/>
              </a:lnSpc>
              <a:buNone/>
            </a:pPr>
            <a:r>
              <a:rPr b="1" lang="en-US" sz="3200" strike="noStrike" u="none">
                <a:solidFill>
                  <a:schemeClr val="dk1"/>
                </a:solidFill>
                <a:effectLst/>
                <a:uFillTx/>
                <a:latin typeface="Corbel"/>
              </a:rPr>
              <a:t>Identify needed information</a:t>
            </a:r>
            <a:endParaRPr b="0" lang="en-US" sz="3200" strike="noStrike" u="none">
              <a:solidFill>
                <a:schemeClr val="dk1"/>
              </a:solidFill>
              <a:effectLst/>
              <a:uFillTx/>
              <a:latin typeface="Corbel"/>
            </a:endParaRPr>
          </a:p>
        </p:txBody>
      </p:sp>
      <p:sp>
        <p:nvSpPr>
          <p:cNvPr id="235" name="PlaceHolder 4"/>
          <p:cNvSpPr>
            <a:spLocks noGrp="1"/>
          </p:cNvSpPr>
          <p:nvPr>
            <p:ph/>
          </p:nvPr>
        </p:nvSpPr>
        <p:spPr>
          <a:xfrm>
            <a:off x="3858840" y="5748480"/>
            <a:ext cx="3474000" cy="364320"/>
          </a:xfrm>
          <a:prstGeom prst="rect">
            <a:avLst/>
          </a:prstGeom>
          <a:noFill/>
          <a:ln w="0">
            <a:noFill/>
          </a:ln>
        </p:spPr>
        <p:txBody>
          <a:bodyPr lIns="91440" rIns="91440" tIns="45720" bIns="45720" anchor="b">
            <a:noAutofit/>
          </a:bodyPr>
          <a:p>
            <a:pPr indent="0">
              <a:lnSpc>
                <a:spcPct val="90000"/>
              </a:lnSpc>
              <a:spcBef>
                <a:spcPts val="1417"/>
              </a:spcBef>
              <a:buNone/>
            </a:pPr>
            <a:endParaRPr b="0" lang="en-US" sz="1800" strike="noStrike" u="none">
              <a:solidFill>
                <a:schemeClr val="dk1"/>
              </a:solidFill>
              <a:effectLst/>
              <a:uFillTx/>
              <a:latin typeface="Corbel"/>
            </a:endParaRPr>
          </a:p>
        </p:txBody>
      </p:sp>
      <p:sp>
        <p:nvSpPr>
          <p:cNvPr id="236" name="PlaceHolder 5"/>
          <p:cNvSpPr>
            <a:spLocks noGrp="1"/>
          </p:cNvSpPr>
          <p:nvPr>
            <p:ph/>
          </p:nvPr>
        </p:nvSpPr>
        <p:spPr>
          <a:xfrm>
            <a:off x="3867840" y="254520"/>
            <a:ext cx="3474000" cy="807120"/>
          </a:xfrm>
          <a:prstGeom prst="rect">
            <a:avLst/>
          </a:prstGeom>
          <a:noFill/>
          <a:ln w="0">
            <a:noFill/>
          </a:ln>
        </p:spPr>
        <p:txBody>
          <a:bodyPr lIns="91440" rIns="91440" tIns="45720" bIns="45720" anchor="t">
            <a:normAutofit/>
          </a:bodyPr>
          <a:p>
            <a:pPr indent="0" defTabSz="914400">
              <a:lnSpc>
                <a:spcPct val="100000"/>
              </a:lnSpc>
              <a:buNone/>
            </a:pPr>
            <a:r>
              <a:rPr b="1" lang="en-US" sz="3200" strike="noStrike" u="none">
                <a:solidFill>
                  <a:schemeClr val="dk1"/>
                </a:solidFill>
                <a:effectLst/>
                <a:uFillTx/>
                <a:latin typeface="Corbel"/>
              </a:rPr>
              <a:t>The Inquest</a:t>
            </a:r>
            <a:endParaRPr b="1" lang="en-US" sz="3200" strike="noStrike" u="none">
              <a:solidFill>
                <a:schemeClr val="dk1"/>
              </a:solidFill>
              <a:effectLst/>
              <a:uFillTx/>
              <a:latin typeface="Corbel"/>
            </a:endParaRPr>
          </a:p>
        </p:txBody>
      </p:sp>
      <p:sp>
        <p:nvSpPr>
          <p:cNvPr id="237" name="PlaceHolder 6"/>
          <p:cNvSpPr>
            <a:spLocks noGrp="1"/>
          </p:cNvSpPr>
          <p:nvPr>
            <p:ph/>
          </p:nvPr>
        </p:nvSpPr>
        <p:spPr>
          <a:xfrm>
            <a:off x="255960" y="2544480"/>
            <a:ext cx="2833920" cy="3270960"/>
          </a:xfrm>
          <a:prstGeom prst="rect">
            <a:avLst/>
          </a:prstGeom>
          <a:noFill/>
          <a:ln w="0">
            <a:noFill/>
          </a:ln>
        </p:spPr>
        <p:txBody>
          <a:bodyPr lIns="91440" rIns="91440" tIns="45720" bIns="45720" anchor="t">
            <a:noAutofit/>
          </a:bodyPr>
          <a:p>
            <a:pPr marL="432000" indent="-324000">
              <a:lnSpc>
                <a:spcPct val="90000"/>
              </a:lnSpc>
              <a:spcBef>
                <a:spcPts val="1417"/>
              </a:spcBef>
              <a:buClr>
                <a:srgbClr val="000000"/>
              </a:buClr>
              <a:buSzPct val="45000"/>
              <a:buFont typeface="Wingdings" charset="2"/>
              <a:buChar char=""/>
            </a:pPr>
            <a:r>
              <a:rPr b="0" lang="en-US" sz="2800" strike="noStrike" u="none">
                <a:solidFill>
                  <a:srgbClr val="ffffff"/>
                </a:solidFill>
                <a:effectLst/>
                <a:uFillTx/>
                <a:latin typeface="Corbel"/>
              </a:rPr>
              <a:t>(5 mins) </a:t>
            </a:r>
            <a:r>
              <a:rPr b="0" lang="en-US" sz="2800" strike="noStrike" u="none">
                <a:solidFill>
                  <a:srgbClr val="ffffff"/>
                </a:solidFill>
                <a:effectLst/>
                <a:uFillTx/>
                <a:latin typeface="Corbel"/>
              </a:rPr>
              <a:t>discuss data </a:t>
            </a:r>
            <a:r>
              <a:rPr b="0" lang="en-US" sz="2800" strike="noStrike" u="none">
                <a:solidFill>
                  <a:srgbClr val="ffffff"/>
                </a:solidFill>
                <a:effectLst/>
                <a:uFillTx/>
                <a:latin typeface="Corbel"/>
              </a:rPr>
              <a:t>needs</a:t>
            </a:r>
            <a:endParaRPr b="0" lang="en-US" sz="2800" strike="noStrike" u="none">
              <a:solidFill>
                <a:srgbClr val="ffffff"/>
              </a:solidFill>
              <a:effectLst/>
              <a:uFillTx/>
              <a:latin typeface="Corbel"/>
            </a:endParaRPr>
          </a:p>
          <a:p>
            <a:pPr marL="432000" indent="-324000">
              <a:lnSpc>
                <a:spcPct val="90000"/>
              </a:lnSpc>
              <a:spcBef>
                <a:spcPts val="1417"/>
              </a:spcBef>
              <a:buClr>
                <a:srgbClr val="000000"/>
              </a:buClr>
              <a:buSzPct val="45000"/>
              <a:buFont typeface="Wingdings" charset="2"/>
              <a:buChar char=""/>
            </a:pPr>
            <a:r>
              <a:rPr b="0" lang="en-US" sz="2800" strike="noStrike" u="none">
                <a:solidFill>
                  <a:srgbClr val="ffffff"/>
                </a:solidFill>
                <a:effectLst/>
                <a:uFillTx/>
                <a:latin typeface="Corbel"/>
              </a:rPr>
              <a:t>Then debate:</a:t>
            </a:r>
            <a:endParaRPr b="0" lang="en-US" sz="2800" strike="noStrike" u="none">
              <a:solidFill>
                <a:srgbClr val="ffffff"/>
              </a:solidFill>
              <a:effectLst/>
              <a:uFillTx/>
              <a:latin typeface="Corbel"/>
            </a:endParaRPr>
          </a:p>
          <a:p>
            <a:pPr lvl="1" marL="864000" indent="-324000">
              <a:lnSpc>
                <a:spcPct val="90000"/>
              </a:lnSpc>
              <a:spcBef>
                <a:spcPts val="1134"/>
              </a:spcBef>
              <a:buClr>
                <a:srgbClr val="000000"/>
              </a:buClr>
              <a:buSzPct val="75000"/>
              <a:buFont typeface="Symbol" charset="2"/>
              <a:buChar char=""/>
            </a:pPr>
            <a:r>
              <a:rPr b="0" lang="en-US" sz="2000" strike="noStrike" u="none">
                <a:solidFill>
                  <a:srgbClr val="ffffff"/>
                </a:solidFill>
                <a:effectLst/>
                <a:uFillTx/>
                <a:latin typeface="Corbel"/>
              </a:rPr>
              <a:t>Family</a:t>
            </a:r>
            <a:endParaRPr b="0" lang="en-US" sz="2000" strike="noStrike" u="none">
              <a:solidFill>
                <a:srgbClr val="ffffff"/>
              </a:solidFill>
              <a:effectLst/>
              <a:uFillTx/>
              <a:latin typeface="Corbel"/>
            </a:endParaRPr>
          </a:p>
          <a:p>
            <a:pPr lvl="1" marL="864000" indent="-324000">
              <a:lnSpc>
                <a:spcPct val="90000"/>
              </a:lnSpc>
              <a:spcBef>
                <a:spcPts val="1134"/>
              </a:spcBef>
              <a:buClr>
                <a:srgbClr val="000000"/>
              </a:buClr>
              <a:buSzPct val="75000"/>
              <a:buFont typeface="Symbol" charset="2"/>
              <a:buChar char=""/>
            </a:pPr>
            <a:r>
              <a:rPr b="0" lang="en-US" sz="2000" strike="noStrike" u="none">
                <a:solidFill>
                  <a:srgbClr val="ffffff"/>
                </a:solidFill>
                <a:effectLst/>
                <a:uFillTx/>
                <a:latin typeface="Corbel"/>
              </a:rPr>
              <a:t>Meta</a:t>
            </a:r>
            <a:endParaRPr b="0" lang="en-US" sz="2000" strike="noStrike" u="none">
              <a:solidFill>
                <a:srgbClr val="ffffff"/>
              </a:solidFill>
              <a:effectLst/>
              <a:uFillTx/>
              <a:latin typeface="Corbel"/>
            </a:endParaRPr>
          </a:p>
          <a:p>
            <a:pPr lvl="1" marL="864000" indent="-324000">
              <a:lnSpc>
                <a:spcPct val="90000"/>
              </a:lnSpc>
              <a:spcBef>
                <a:spcPts val="1134"/>
              </a:spcBef>
              <a:buClr>
                <a:srgbClr val="000000"/>
              </a:buClr>
              <a:buSzPct val="75000"/>
              <a:buFont typeface="Symbol" charset="2"/>
              <a:buChar char=""/>
            </a:pPr>
            <a:r>
              <a:rPr b="0" lang="en-US" sz="2000" strike="noStrike" u="none">
                <a:solidFill>
                  <a:srgbClr val="ffffff"/>
                </a:solidFill>
                <a:effectLst/>
                <a:uFillTx/>
                <a:latin typeface="Corbel"/>
              </a:rPr>
              <a:t>Coroner</a:t>
            </a:r>
            <a:endParaRPr b="0" lang="en-US" sz="2000" strike="noStrike" u="none">
              <a:solidFill>
                <a:srgbClr val="ffffff"/>
              </a:solidFill>
              <a:effectLst/>
              <a:uFillTx/>
              <a:latin typeface="Corbel"/>
            </a:endParaRPr>
          </a:p>
        </p:txBody>
      </p:sp>
      <p:sp>
        <p:nvSpPr>
          <p:cNvPr id="238" name="PlaceHolder 7"/>
          <p:cNvSpPr>
            <a:spLocks noGrp="1"/>
          </p:cNvSpPr>
          <p:nvPr>
            <p:ph type="title"/>
          </p:nvPr>
        </p:nvSpPr>
        <p:spPr>
          <a:xfrm>
            <a:off x="255960" y="254520"/>
            <a:ext cx="2833920" cy="2122200"/>
          </a:xfrm>
          <a:prstGeom prst="rect">
            <a:avLst/>
          </a:prstGeom>
          <a:noFill/>
          <a:ln w="0">
            <a:noFill/>
          </a:ln>
        </p:spPr>
        <p:txBody>
          <a:bodyPr lIns="91440" rIns="91440" tIns="45720" bIns="45720" anchor="b">
            <a:noAutofit/>
          </a:bodyPr>
          <a:p>
            <a:pPr indent="0" defTabSz="914400">
              <a:lnSpc>
                <a:spcPct val="90000"/>
              </a:lnSpc>
              <a:buNone/>
              <a:tabLst>
                <a:tab algn="l" pos="0"/>
              </a:tabLst>
            </a:pPr>
            <a:r>
              <a:rPr b="0" lang="en-US" sz="3600" spc="-60" strike="noStrike" u="none">
                <a:solidFill>
                  <a:srgbClr val="ffffff"/>
                </a:solidFill>
                <a:effectLst/>
                <a:uFillTx/>
                <a:latin typeface="Arial"/>
              </a:rPr>
              <a:t>Break-outs:</a:t>
            </a:r>
            <a:br>
              <a:rPr sz="3600"/>
            </a:br>
            <a:endParaRPr b="0" lang="en-US" sz="3600" strike="noStrike" u="none">
              <a:solidFill>
                <a:schemeClr val="dk1"/>
              </a:solidFill>
              <a:effectLst/>
              <a:uFillTx/>
              <a:latin typeface="Corbel"/>
            </a:endParaRPr>
          </a:p>
        </p:txBody>
      </p:sp>
      <p:sp>
        <p:nvSpPr>
          <p:cNvPr id="239" name="PlaceHolder 49"/>
          <p:cNvSpPr txBox="1"/>
          <p:nvPr/>
        </p:nvSpPr>
        <p:spPr>
          <a:xfrm>
            <a:off x="3886200" y="1251000"/>
            <a:ext cx="3474000" cy="4373640"/>
          </a:xfrm>
          <a:prstGeom prst="rect">
            <a:avLst/>
          </a:prstGeom>
          <a:noFill/>
          <a:ln w="0">
            <a:noFill/>
          </a:ln>
        </p:spPr>
        <p:txBody>
          <a:bodyPr anchor="t">
            <a:normAutofit fontScale="92500" lnSpcReduction="9999"/>
          </a:bodyPr>
          <a:p>
            <a:pPr marL="432000" indent="-324000">
              <a:lnSpc>
                <a:spcPct val="90000"/>
              </a:lnSpc>
              <a:spcBef>
                <a:spcPts val="1417"/>
              </a:spcBef>
              <a:buClr>
                <a:srgbClr val="000000"/>
              </a:buClr>
              <a:buSzPct val="45000"/>
              <a:buFont typeface="Wingdings" charset="2"/>
              <a:buChar char=""/>
            </a:pPr>
            <a:r>
              <a:rPr b="0" lang="en-US" sz="2800" strike="noStrike" u="none">
                <a:solidFill>
                  <a:schemeClr val="dk1"/>
                </a:solidFill>
                <a:effectLst/>
                <a:uFillTx/>
                <a:latin typeface="Corbel"/>
              </a:rPr>
              <a:t>Group one: </a:t>
            </a:r>
            <a:r>
              <a:rPr b="1" lang="en-US" sz="2800" strike="noStrike" u="none">
                <a:solidFill>
                  <a:schemeClr val="dk1"/>
                </a:solidFill>
                <a:effectLst/>
                <a:uFillTx/>
                <a:latin typeface="Corbel"/>
              </a:rPr>
              <a:t>the family </a:t>
            </a:r>
            <a:r>
              <a:rPr b="0" lang="en-US" sz="2800" strike="noStrike" u="none">
                <a:solidFill>
                  <a:schemeClr val="dk1"/>
                </a:solidFill>
                <a:effectLst/>
                <a:uFillTx/>
                <a:latin typeface="Corbel"/>
              </a:rPr>
              <a:t>– </a:t>
            </a:r>
            <a:r>
              <a:rPr b="0" lang="en-US" sz="2800" strike="noStrike" u="none">
                <a:solidFill>
                  <a:schemeClr val="dk1"/>
                </a:solidFill>
                <a:effectLst/>
                <a:uFillTx/>
                <a:latin typeface="Corbel"/>
              </a:rPr>
              <a:t>argue for </a:t>
            </a:r>
            <a:r>
              <a:rPr b="0" lang="en-US" sz="2800" strike="noStrike" u="none">
                <a:solidFill>
                  <a:schemeClr val="dk1"/>
                </a:solidFill>
                <a:effectLst/>
                <a:uFillTx/>
                <a:latin typeface="Corbel"/>
              </a:rPr>
              <a:t>access to </a:t>
            </a:r>
            <a:r>
              <a:rPr b="0" lang="en-US" sz="2800" strike="noStrike" u="none">
                <a:solidFill>
                  <a:schemeClr val="dk1"/>
                </a:solidFill>
                <a:effectLst/>
                <a:uFillTx/>
                <a:latin typeface="Corbel"/>
              </a:rPr>
              <a:t>data</a:t>
            </a:r>
            <a:endParaRPr b="0" lang="en-US" sz="2800" strike="noStrike" u="none">
              <a:solidFill>
                <a:schemeClr val="dk1"/>
              </a:solidFill>
              <a:effectLst/>
              <a:uFillTx/>
              <a:latin typeface="Corbel"/>
            </a:endParaRPr>
          </a:p>
          <a:p>
            <a:pPr marL="432000" indent="-324000">
              <a:lnSpc>
                <a:spcPct val="90000"/>
              </a:lnSpc>
              <a:spcBef>
                <a:spcPts val="1417"/>
              </a:spcBef>
              <a:buClr>
                <a:srgbClr val="000000"/>
              </a:buClr>
              <a:buSzPct val="45000"/>
              <a:buFont typeface="Wingdings" charset="2"/>
              <a:buChar char=""/>
            </a:pPr>
            <a:r>
              <a:rPr b="0" lang="en-US" sz="2800" strike="noStrike" u="none">
                <a:solidFill>
                  <a:schemeClr val="dk1"/>
                </a:solidFill>
                <a:effectLst/>
                <a:uFillTx/>
                <a:latin typeface="Corbel"/>
              </a:rPr>
              <a:t>Group two: </a:t>
            </a:r>
            <a:r>
              <a:rPr b="1" lang="en-US" sz="2800" strike="noStrike" u="none">
                <a:solidFill>
                  <a:schemeClr val="dk1"/>
                </a:solidFill>
                <a:effectLst/>
                <a:uFillTx/>
                <a:latin typeface="Corbel"/>
              </a:rPr>
              <a:t>Meta </a:t>
            </a:r>
            <a:r>
              <a:rPr b="0" lang="en-US" sz="2800" strike="noStrike" u="none">
                <a:solidFill>
                  <a:schemeClr val="dk1"/>
                </a:solidFill>
                <a:effectLst/>
                <a:uFillTx/>
                <a:latin typeface="Corbel"/>
              </a:rPr>
              <a:t>– try to </a:t>
            </a:r>
            <a:r>
              <a:rPr b="0" lang="en-US" sz="2800" strike="noStrike" u="none">
                <a:solidFill>
                  <a:schemeClr val="dk1"/>
                </a:solidFill>
                <a:effectLst/>
                <a:uFillTx/>
                <a:latin typeface="Corbel"/>
              </a:rPr>
              <a:t>minimize </a:t>
            </a:r>
            <a:r>
              <a:rPr b="0" lang="en-US" sz="2800" strike="noStrike" u="none">
                <a:solidFill>
                  <a:schemeClr val="dk1"/>
                </a:solidFill>
                <a:effectLst/>
                <a:uFillTx/>
                <a:latin typeface="Corbel"/>
              </a:rPr>
              <a:t>risks from </a:t>
            </a:r>
            <a:r>
              <a:rPr b="0" lang="en-US" sz="2800" strike="noStrike" u="none">
                <a:solidFill>
                  <a:schemeClr val="dk1"/>
                </a:solidFill>
                <a:effectLst/>
                <a:uFillTx/>
                <a:latin typeface="Corbel"/>
              </a:rPr>
              <a:t>data shared</a:t>
            </a:r>
            <a:endParaRPr b="0" lang="en-US" sz="2800" strike="noStrike" u="none">
              <a:solidFill>
                <a:schemeClr val="dk1"/>
              </a:solidFill>
              <a:effectLst/>
              <a:uFillTx/>
              <a:latin typeface="Corbel"/>
            </a:endParaRPr>
          </a:p>
          <a:p>
            <a:pPr marL="432000" indent="-324000">
              <a:lnSpc>
                <a:spcPct val="90000"/>
              </a:lnSpc>
              <a:spcBef>
                <a:spcPts val="1417"/>
              </a:spcBef>
              <a:buClr>
                <a:srgbClr val="000000"/>
              </a:buClr>
              <a:buSzPct val="45000"/>
              <a:buFont typeface="Wingdings" charset="2"/>
              <a:buChar char=""/>
            </a:pPr>
            <a:r>
              <a:rPr b="0" lang="en-US" sz="2800" strike="noStrike" u="none">
                <a:solidFill>
                  <a:schemeClr val="dk1"/>
                </a:solidFill>
                <a:effectLst/>
                <a:uFillTx/>
                <a:latin typeface="Corbel"/>
              </a:rPr>
              <a:t>Group three: </a:t>
            </a:r>
            <a:r>
              <a:rPr b="0" lang="en-US" sz="2800" strike="noStrike" u="none">
                <a:solidFill>
                  <a:schemeClr val="dk1"/>
                </a:solidFill>
                <a:effectLst/>
                <a:uFillTx/>
                <a:latin typeface="Corbel"/>
              </a:rPr>
              <a:t>the </a:t>
            </a:r>
            <a:r>
              <a:rPr b="1" lang="en-US" sz="2800" strike="noStrike" u="none">
                <a:solidFill>
                  <a:schemeClr val="dk1"/>
                </a:solidFill>
                <a:effectLst/>
                <a:uFillTx/>
                <a:latin typeface="Corbel"/>
              </a:rPr>
              <a:t>coroner </a:t>
            </a:r>
            <a:r>
              <a:rPr b="0" lang="en-US" sz="2800" strike="noStrike" u="none">
                <a:solidFill>
                  <a:schemeClr val="dk1"/>
                </a:solidFill>
                <a:effectLst/>
                <a:uFillTx/>
                <a:latin typeface="Corbel"/>
              </a:rPr>
              <a:t>– try to get at </a:t>
            </a:r>
            <a:r>
              <a:rPr b="0" lang="en-US" sz="2800" strike="noStrike" u="none">
                <a:solidFill>
                  <a:schemeClr val="dk1"/>
                </a:solidFill>
                <a:effectLst/>
                <a:uFillTx/>
                <a:latin typeface="Corbel"/>
              </a:rPr>
              <a:t>the truth, </a:t>
            </a:r>
            <a:r>
              <a:rPr b="0" lang="en-US" sz="2800" strike="noStrike" u="none">
                <a:solidFill>
                  <a:schemeClr val="dk1"/>
                </a:solidFill>
                <a:effectLst/>
                <a:uFillTx/>
                <a:latin typeface="Corbel"/>
              </a:rPr>
              <a:t>without </a:t>
            </a:r>
            <a:r>
              <a:rPr b="0" lang="en-US" sz="2800" strike="noStrike" u="none">
                <a:solidFill>
                  <a:schemeClr val="dk1"/>
                </a:solidFill>
                <a:effectLst/>
                <a:uFillTx/>
                <a:latin typeface="Corbel"/>
              </a:rPr>
              <a:t>putting </a:t>
            </a:r>
            <a:r>
              <a:rPr b="0" lang="en-US" sz="2800" strike="noStrike" u="none">
                <a:solidFill>
                  <a:schemeClr val="dk1"/>
                </a:solidFill>
                <a:effectLst/>
                <a:uFillTx/>
                <a:latin typeface="Corbel"/>
              </a:rPr>
              <a:t>people at </a:t>
            </a:r>
            <a:r>
              <a:rPr b="0" lang="en-US" sz="2800" strike="noStrike" u="none">
                <a:solidFill>
                  <a:schemeClr val="dk1"/>
                </a:solidFill>
                <a:effectLst/>
                <a:uFillTx/>
                <a:latin typeface="Corbel"/>
              </a:rPr>
              <a:t>risk</a:t>
            </a:r>
            <a:endParaRPr b="0" lang="en-US" sz="2800" strike="noStrike" u="none">
              <a:solidFill>
                <a:schemeClr val="dk1"/>
              </a:solidFill>
              <a:effectLst/>
              <a:uFillTx/>
              <a:latin typeface="Corbe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0" name="PlaceHolder 1"/>
          <p:cNvSpPr>
            <a:spLocks noGrp="1"/>
          </p:cNvSpPr>
          <p:nvPr>
            <p:ph/>
          </p:nvPr>
        </p:nvSpPr>
        <p:spPr>
          <a:xfrm>
            <a:off x="7818480" y="5748480"/>
            <a:ext cx="3474000" cy="364320"/>
          </a:xfrm>
          <a:prstGeom prst="rect">
            <a:avLst/>
          </a:prstGeom>
          <a:noFill/>
          <a:ln w="0">
            <a:noFill/>
          </a:ln>
        </p:spPr>
        <p:txBody>
          <a:bodyPr lIns="91440" rIns="91440" tIns="45720" bIns="45720" anchor="b">
            <a:noAutofit/>
          </a:bodyPr>
          <a:p>
            <a:pPr indent="0">
              <a:lnSpc>
                <a:spcPct val="90000"/>
              </a:lnSpc>
              <a:spcBef>
                <a:spcPts val="1417"/>
              </a:spcBef>
              <a:buNone/>
            </a:pPr>
            <a:endParaRPr b="0" lang="en-US" sz="1800" strike="noStrike" u="none">
              <a:solidFill>
                <a:schemeClr val="dk1"/>
              </a:solidFill>
              <a:effectLst/>
              <a:uFillTx/>
              <a:latin typeface="Corbel"/>
            </a:endParaRPr>
          </a:p>
        </p:txBody>
      </p:sp>
      <p:sp>
        <p:nvSpPr>
          <p:cNvPr id="241" name="PlaceHolder 2"/>
          <p:cNvSpPr>
            <a:spLocks noGrp="1"/>
          </p:cNvSpPr>
          <p:nvPr>
            <p:ph/>
          </p:nvPr>
        </p:nvSpPr>
        <p:spPr>
          <a:xfrm>
            <a:off x="7818480" y="1224360"/>
            <a:ext cx="3474000" cy="4373640"/>
          </a:xfrm>
          <a:prstGeom prst="rect">
            <a:avLst/>
          </a:prstGeom>
          <a:noFill/>
          <a:ln w="0">
            <a:noFill/>
          </a:ln>
        </p:spPr>
        <p:txBody>
          <a:bodyPr lIns="91440" rIns="91440" tIns="45720" bIns="45720" anchor="t">
            <a:normAutofit fontScale="77500" lnSpcReduction="19999"/>
          </a:bodyPr>
          <a:p>
            <a:pPr indent="0">
              <a:lnSpc>
                <a:spcPct val="90000"/>
              </a:lnSpc>
              <a:spcBef>
                <a:spcPts val="1191"/>
              </a:spcBef>
              <a:spcAft>
                <a:spcPts val="992"/>
              </a:spcAft>
              <a:buNone/>
            </a:pPr>
            <a:r>
              <a:rPr b="0" lang="en-US" sz="1800" strike="noStrike" u="none">
                <a:solidFill>
                  <a:schemeClr val="dk1"/>
                </a:solidFill>
                <a:effectLst/>
                <a:uFillTx/>
                <a:latin typeface="Corbel"/>
              </a:rPr>
              <a:t>Identify, analyze, and evaluate claims about how human and AI behavior interact</a:t>
            </a:r>
            <a:endParaRPr b="0" lang="en-US" sz="1800" strike="noStrike" u="none">
              <a:solidFill>
                <a:schemeClr val="dk1"/>
              </a:solidFill>
              <a:effectLst/>
              <a:uFillTx/>
              <a:latin typeface="Corbel"/>
            </a:endParaRPr>
          </a:p>
          <a:p>
            <a:pPr indent="0">
              <a:lnSpc>
                <a:spcPct val="90000"/>
              </a:lnSpc>
              <a:spcBef>
                <a:spcPts val="1191"/>
              </a:spcBef>
              <a:spcAft>
                <a:spcPts val="992"/>
              </a:spcAft>
              <a:buNone/>
            </a:pPr>
            <a:r>
              <a:rPr b="0" lang="en-US" sz="1800" strike="noStrike" u="none">
                <a:solidFill>
                  <a:schemeClr val="dk1"/>
                </a:solidFill>
                <a:effectLst/>
                <a:uFillTx/>
                <a:latin typeface="Corbel"/>
              </a:rPr>
              <a:t>Summarize and criticize major approaches to making claims about AI failures, from the perspective of </a:t>
            </a:r>
            <a:r>
              <a:rPr b="0" lang="en-US" sz="1800" strike="noStrike" u="none">
                <a:solidFill>
                  <a:schemeClr val="dk1"/>
                </a:solidFill>
                <a:effectLst/>
                <a:uFillTx/>
                <a:latin typeface="Corbel"/>
              </a:rPr>
              <a:t>computer science and the social sciences</a:t>
            </a:r>
            <a:endParaRPr b="0" lang="en-US" sz="1800" strike="noStrike" u="none">
              <a:solidFill>
                <a:schemeClr val="dk1"/>
              </a:solidFill>
              <a:effectLst/>
              <a:uFillTx/>
              <a:latin typeface="Corbel"/>
            </a:endParaRPr>
          </a:p>
          <a:p>
            <a:pPr indent="0">
              <a:lnSpc>
                <a:spcPct val="90000"/>
              </a:lnSpc>
              <a:spcBef>
                <a:spcPts val="1191"/>
              </a:spcBef>
              <a:spcAft>
                <a:spcPts val="992"/>
              </a:spcAft>
              <a:buNone/>
            </a:pPr>
            <a:r>
              <a:rPr b="0" lang="en-US" sz="1800" strike="noStrike" u="none">
                <a:solidFill>
                  <a:schemeClr val="dk1"/>
                </a:solidFill>
                <a:effectLst/>
                <a:uFillTx/>
                <a:latin typeface="Corbel"/>
              </a:rPr>
              <a:t>Describe and evaluate major governance approaches</a:t>
            </a:r>
            <a:endParaRPr b="0" lang="en-US" sz="1800" strike="noStrike" u="none">
              <a:solidFill>
                <a:schemeClr val="dk1"/>
              </a:solidFill>
              <a:effectLst/>
              <a:uFillTx/>
              <a:latin typeface="Corbel"/>
            </a:endParaRPr>
          </a:p>
          <a:p>
            <a:pPr indent="0">
              <a:lnSpc>
                <a:spcPct val="90000"/>
              </a:lnSpc>
              <a:spcBef>
                <a:spcPts val="1191"/>
              </a:spcBef>
              <a:spcAft>
                <a:spcPts val="992"/>
              </a:spcAft>
              <a:buNone/>
            </a:pPr>
            <a:r>
              <a:rPr b="0" lang="en-US" sz="1800" strike="noStrike" u="none">
                <a:solidFill>
                  <a:schemeClr val="dk1"/>
                </a:solidFill>
                <a:effectLst/>
                <a:uFillTx/>
                <a:latin typeface="Corbel"/>
              </a:rPr>
              <a:t>Design and analyze research methodologies for for transparency, accountability, and product </a:t>
            </a:r>
            <a:r>
              <a:rPr b="0" lang="en-US" sz="1800" strike="noStrike" u="none">
                <a:solidFill>
                  <a:schemeClr val="dk1"/>
                </a:solidFill>
                <a:effectLst/>
                <a:uFillTx/>
                <a:latin typeface="Corbel"/>
              </a:rPr>
              <a:t>improvement</a:t>
            </a:r>
            <a:endParaRPr b="0" lang="en-US" sz="1800" strike="noStrike" u="none">
              <a:solidFill>
                <a:schemeClr val="dk1"/>
              </a:solidFill>
              <a:effectLst/>
              <a:uFillTx/>
              <a:latin typeface="Corbel"/>
            </a:endParaRPr>
          </a:p>
          <a:p>
            <a:pPr indent="0">
              <a:lnSpc>
                <a:spcPct val="90000"/>
              </a:lnSpc>
              <a:spcBef>
                <a:spcPts val="1191"/>
              </a:spcBef>
              <a:spcAft>
                <a:spcPts val="992"/>
              </a:spcAft>
              <a:buNone/>
            </a:pPr>
            <a:r>
              <a:rPr b="0" lang="en-US" sz="1800" strike="noStrike" u="none">
                <a:solidFill>
                  <a:schemeClr val="dk1"/>
                </a:solidFill>
                <a:effectLst/>
                <a:uFillTx/>
                <a:latin typeface="Corbel"/>
              </a:rPr>
              <a:t>Understand the uses of social science and computer science research in the policy process</a:t>
            </a:r>
            <a:endParaRPr b="0" lang="en-US" sz="1800" strike="noStrike" u="none">
              <a:solidFill>
                <a:schemeClr val="dk1"/>
              </a:solidFill>
              <a:effectLst/>
              <a:uFillTx/>
              <a:latin typeface="Corbel"/>
            </a:endParaRPr>
          </a:p>
          <a:p>
            <a:pPr indent="0">
              <a:lnSpc>
                <a:spcPct val="90000"/>
              </a:lnSpc>
              <a:spcBef>
                <a:spcPts val="1191"/>
              </a:spcBef>
              <a:spcAft>
                <a:spcPts val="992"/>
              </a:spcAft>
              <a:buNone/>
            </a:pPr>
            <a:r>
              <a:rPr b="0" lang="en-US" sz="1800" strike="noStrike" u="none">
                <a:solidFill>
                  <a:schemeClr val="dk1"/>
                </a:solidFill>
                <a:effectLst/>
                <a:uFillTx/>
                <a:latin typeface="Corbel"/>
              </a:rPr>
              <a:t>Design an intervention into scholarly and policy conversations on alleged AI failures</a:t>
            </a:r>
            <a:endParaRPr b="0" lang="en-US" sz="1800" strike="noStrike" u="none">
              <a:solidFill>
                <a:schemeClr val="dk1"/>
              </a:solidFill>
              <a:effectLst/>
              <a:uFillTx/>
              <a:latin typeface="Corbel"/>
            </a:endParaRPr>
          </a:p>
        </p:txBody>
      </p:sp>
      <p:sp>
        <p:nvSpPr>
          <p:cNvPr id="242" name="PlaceHolder 3"/>
          <p:cNvSpPr>
            <a:spLocks noGrp="1"/>
          </p:cNvSpPr>
          <p:nvPr>
            <p:ph/>
          </p:nvPr>
        </p:nvSpPr>
        <p:spPr>
          <a:xfrm>
            <a:off x="7818480" y="261720"/>
            <a:ext cx="3474000" cy="812520"/>
          </a:xfrm>
          <a:prstGeom prst="rect">
            <a:avLst/>
          </a:prstGeom>
          <a:noFill/>
          <a:ln w="0">
            <a:noFill/>
          </a:ln>
        </p:spPr>
        <p:txBody>
          <a:bodyPr lIns="91440" rIns="91440" tIns="45720" bIns="45720" anchor="t">
            <a:normAutofit/>
          </a:bodyPr>
          <a:p>
            <a:pPr indent="0" defTabSz="914400">
              <a:lnSpc>
                <a:spcPct val="100000"/>
              </a:lnSpc>
              <a:buNone/>
            </a:pPr>
            <a:r>
              <a:rPr b="1" lang="en-US" sz="1800" strike="noStrike" u="none">
                <a:solidFill>
                  <a:schemeClr val="dk1"/>
                </a:solidFill>
                <a:effectLst/>
                <a:uFillTx/>
                <a:latin typeface="Corbel"/>
              </a:rPr>
              <a:t>By the end of the semester, </a:t>
            </a:r>
            <a:r>
              <a:rPr b="1" lang="en-US" sz="1800" strike="noStrike" u="none">
                <a:solidFill>
                  <a:schemeClr val="dk1"/>
                </a:solidFill>
                <a:effectLst/>
                <a:uFillTx/>
                <a:latin typeface="Corbel"/>
              </a:rPr>
              <a:t>you will be able to:</a:t>
            </a:r>
            <a:endParaRPr b="1" lang="en-US" sz="1800" strike="noStrike" u="none">
              <a:solidFill>
                <a:schemeClr val="dk1"/>
              </a:solidFill>
              <a:effectLst/>
              <a:uFillTx/>
              <a:latin typeface="Corbel"/>
            </a:endParaRPr>
          </a:p>
        </p:txBody>
      </p:sp>
      <p:sp>
        <p:nvSpPr>
          <p:cNvPr id="243" name="PlaceHolder 4"/>
          <p:cNvSpPr>
            <a:spLocks noGrp="1"/>
          </p:cNvSpPr>
          <p:nvPr>
            <p:ph/>
          </p:nvPr>
        </p:nvSpPr>
        <p:spPr>
          <a:xfrm>
            <a:off x="3858840" y="5748480"/>
            <a:ext cx="3474000" cy="364320"/>
          </a:xfrm>
          <a:prstGeom prst="rect">
            <a:avLst/>
          </a:prstGeom>
          <a:noFill/>
          <a:ln w="0">
            <a:noFill/>
          </a:ln>
        </p:spPr>
        <p:txBody>
          <a:bodyPr lIns="91440" rIns="91440" tIns="45720" bIns="45720" anchor="b">
            <a:noAutofit/>
          </a:bodyPr>
          <a:p>
            <a:pPr indent="0">
              <a:lnSpc>
                <a:spcPct val="90000"/>
              </a:lnSpc>
              <a:spcBef>
                <a:spcPts val="1417"/>
              </a:spcBef>
              <a:buNone/>
            </a:pPr>
            <a:endParaRPr b="0" lang="en-US" sz="1800" strike="noStrike" u="none">
              <a:solidFill>
                <a:schemeClr val="dk1"/>
              </a:solidFill>
              <a:effectLst/>
              <a:uFillTx/>
              <a:latin typeface="Corbel"/>
            </a:endParaRPr>
          </a:p>
        </p:txBody>
      </p:sp>
      <p:sp>
        <p:nvSpPr>
          <p:cNvPr id="244" name="PlaceHolder 5"/>
          <p:cNvSpPr>
            <a:spLocks noGrp="1"/>
          </p:cNvSpPr>
          <p:nvPr>
            <p:ph/>
          </p:nvPr>
        </p:nvSpPr>
        <p:spPr>
          <a:xfrm>
            <a:off x="3867840" y="254520"/>
            <a:ext cx="3474000" cy="807120"/>
          </a:xfrm>
          <a:prstGeom prst="rect">
            <a:avLst/>
          </a:prstGeom>
          <a:noFill/>
          <a:ln w="0">
            <a:noFill/>
          </a:ln>
        </p:spPr>
        <p:txBody>
          <a:bodyPr lIns="91440" rIns="91440" tIns="45720" bIns="45720" anchor="t">
            <a:normAutofit/>
          </a:bodyPr>
          <a:p>
            <a:pPr indent="0" defTabSz="914400">
              <a:lnSpc>
                <a:spcPct val="100000"/>
              </a:lnSpc>
              <a:buNone/>
            </a:pPr>
            <a:r>
              <a:rPr b="1" lang="en-US" sz="3200" strike="noStrike" u="none">
                <a:solidFill>
                  <a:schemeClr val="dk1"/>
                </a:solidFill>
                <a:effectLst/>
                <a:uFillTx/>
                <a:latin typeface="Corbel"/>
              </a:rPr>
              <a:t>What You Learn</a:t>
            </a:r>
            <a:endParaRPr b="1" lang="en-US" sz="3200" strike="noStrike" u="none">
              <a:solidFill>
                <a:schemeClr val="dk1"/>
              </a:solidFill>
              <a:effectLst/>
              <a:uFillTx/>
              <a:latin typeface="Corbel"/>
            </a:endParaRPr>
          </a:p>
        </p:txBody>
      </p:sp>
      <p:sp>
        <p:nvSpPr>
          <p:cNvPr id="245" name="PlaceHolder 6"/>
          <p:cNvSpPr>
            <a:spLocks noGrp="1"/>
          </p:cNvSpPr>
          <p:nvPr>
            <p:ph/>
          </p:nvPr>
        </p:nvSpPr>
        <p:spPr>
          <a:xfrm>
            <a:off x="255960" y="2544480"/>
            <a:ext cx="2833920" cy="3270960"/>
          </a:xfrm>
          <a:prstGeom prst="rect">
            <a:avLst/>
          </a:prstGeom>
          <a:noFill/>
          <a:ln w="0">
            <a:noFill/>
          </a:ln>
        </p:spPr>
        <p:txBody>
          <a:bodyPr lIns="91440" rIns="91440" tIns="45720" bIns="45720" anchor="t">
            <a:noAutofit/>
          </a:bodyPr>
          <a:p>
            <a:pPr indent="0">
              <a:lnSpc>
                <a:spcPct val="90000"/>
              </a:lnSpc>
              <a:spcBef>
                <a:spcPts val="1417"/>
              </a:spcBef>
              <a:buNone/>
            </a:pPr>
            <a:endParaRPr b="0" lang="en-US" sz="1800" strike="noStrike" u="none">
              <a:solidFill>
                <a:schemeClr val="dk1"/>
              </a:solidFill>
              <a:effectLst/>
              <a:uFillTx/>
              <a:latin typeface="Corbel"/>
            </a:endParaRPr>
          </a:p>
        </p:txBody>
      </p:sp>
      <p:sp>
        <p:nvSpPr>
          <p:cNvPr id="246" name="PlaceHolder 7"/>
          <p:cNvSpPr>
            <a:spLocks noGrp="1"/>
          </p:cNvSpPr>
          <p:nvPr>
            <p:ph type="title"/>
          </p:nvPr>
        </p:nvSpPr>
        <p:spPr>
          <a:xfrm>
            <a:off x="255960" y="254520"/>
            <a:ext cx="2833920" cy="2122200"/>
          </a:xfrm>
          <a:prstGeom prst="rect">
            <a:avLst/>
          </a:prstGeom>
          <a:noFill/>
          <a:ln w="0">
            <a:noFill/>
          </a:ln>
        </p:spPr>
        <p:txBody>
          <a:bodyPr lIns="91440" rIns="91440" tIns="45720" bIns="45720" anchor="b">
            <a:noAutofit/>
          </a:bodyPr>
          <a:p>
            <a:pPr indent="0" defTabSz="914400">
              <a:lnSpc>
                <a:spcPct val="90000"/>
              </a:lnSpc>
              <a:buNone/>
              <a:tabLst>
                <a:tab algn="l" pos="0"/>
              </a:tabLst>
            </a:pPr>
            <a:r>
              <a:rPr b="0" lang="en-US" sz="3600" spc="-60" strike="noStrike" u="none">
                <a:solidFill>
                  <a:srgbClr val="ffffff"/>
                </a:solidFill>
                <a:effectLst/>
                <a:uFillTx/>
                <a:latin typeface="Arial"/>
              </a:rPr>
              <a:t>Goals and Learning Objectives</a:t>
            </a:r>
            <a:endParaRPr b="0" lang="en-US" sz="3600" strike="noStrike" u="none">
              <a:solidFill>
                <a:schemeClr val="dk1"/>
              </a:solidFill>
              <a:effectLst/>
              <a:uFillTx/>
              <a:latin typeface="Corbel"/>
            </a:endParaRPr>
          </a:p>
        </p:txBody>
      </p:sp>
      <p:sp>
        <p:nvSpPr>
          <p:cNvPr id="247" name="PlaceHolder 38"/>
          <p:cNvSpPr txBox="1"/>
          <p:nvPr/>
        </p:nvSpPr>
        <p:spPr>
          <a:xfrm>
            <a:off x="3886200" y="1251000"/>
            <a:ext cx="3474000" cy="4373640"/>
          </a:xfrm>
          <a:prstGeom prst="rect">
            <a:avLst/>
          </a:prstGeom>
          <a:noFill/>
          <a:ln w="0">
            <a:noFill/>
          </a:ln>
        </p:spPr>
        <p:txBody>
          <a:bodyPr anchor="t">
            <a:normAutofit/>
          </a:bodyPr>
          <a:p>
            <a:pPr>
              <a:lnSpc>
                <a:spcPct val="90000"/>
              </a:lnSpc>
              <a:spcBef>
                <a:spcPts val="1191"/>
              </a:spcBef>
              <a:spcAft>
                <a:spcPts val="992"/>
              </a:spcAft>
            </a:pPr>
            <a:r>
              <a:rPr b="0" lang="en-US" sz="1800" strike="noStrike" u="none">
                <a:solidFill>
                  <a:schemeClr val="dk1"/>
                </a:solidFill>
                <a:effectLst/>
                <a:uFillTx/>
                <a:latin typeface="Corbel"/>
              </a:rPr>
              <a:t>In this seminar class, you will engage with the science and policy challenges of regulating human-</a:t>
            </a:r>
            <a:r>
              <a:rPr b="0" lang="en-US" sz="1800" strike="noStrike" u="none">
                <a:solidFill>
                  <a:schemeClr val="dk1"/>
                </a:solidFill>
                <a:effectLst/>
                <a:uFillTx/>
                <a:latin typeface="Corbel"/>
              </a:rPr>
              <a:t>algorithm behavior. Along the way, you will work with scientific issues of methods, theory, and ethics, </a:t>
            </a:r>
            <a:r>
              <a:rPr b="0" lang="en-US" sz="1800" strike="noStrike" u="none">
                <a:solidFill>
                  <a:schemeClr val="dk1"/>
                </a:solidFill>
                <a:effectLst/>
                <a:uFillTx/>
                <a:latin typeface="Corbel"/>
              </a:rPr>
              <a:t>policy questions about how to govern these situations, and how to bridge between science and policy in </a:t>
            </a:r>
            <a:r>
              <a:rPr b="0" lang="en-US" sz="1800" strike="noStrike" u="none">
                <a:solidFill>
                  <a:schemeClr val="dk1"/>
                </a:solidFill>
                <a:effectLst/>
                <a:uFillTx/>
                <a:latin typeface="Corbel"/>
              </a:rPr>
              <a:t>a democracy. For a final project, student teams (3-4) will produce a novel project that makes a </a:t>
            </a:r>
            <a:r>
              <a:rPr b="0" lang="en-US" sz="1800" strike="noStrike" u="none">
                <a:solidFill>
                  <a:schemeClr val="dk1"/>
                </a:solidFill>
                <a:effectLst/>
                <a:uFillTx/>
                <a:latin typeface="Corbel"/>
              </a:rPr>
              <a:t>contribution at the intersection of science and policy.</a:t>
            </a:r>
            <a:endParaRPr b="0" lang="en-US" sz="1800" strike="noStrike" u="none">
              <a:solidFill>
                <a:schemeClr val="dk1"/>
              </a:solidFill>
              <a:effectLst/>
              <a:uFillTx/>
              <a:latin typeface="Corbel"/>
            </a:endParaRPr>
          </a:p>
        </p:txBody>
      </p:sp>
      <p:pic>
        <p:nvPicPr>
          <p:cNvPr id="248" name="" descr=""/>
          <p:cNvPicPr/>
          <p:nvPr/>
        </p:nvPicPr>
        <p:blipFill>
          <a:blip r:embed="rId1"/>
          <a:stretch/>
        </p:blipFill>
        <p:spPr>
          <a:xfrm>
            <a:off x="266760" y="2552760"/>
            <a:ext cx="2823120" cy="2823120"/>
          </a:xfrm>
          <a:prstGeom prst="rect">
            <a:avLst/>
          </a:prstGeom>
          <a:noFill/>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9" name="PlaceHolder 1"/>
          <p:cNvSpPr>
            <a:spLocks noGrp="1"/>
          </p:cNvSpPr>
          <p:nvPr>
            <p:ph/>
          </p:nvPr>
        </p:nvSpPr>
        <p:spPr>
          <a:xfrm>
            <a:off x="7818480" y="5748480"/>
            <a:ext cx="3474000" cy="364320"/>
          </a:xfrm>
          <a:prstGeom prst="rect">
            <a:avLst/>
          </a:prstGeom>
          <a:noFill/>
          <a:ln w="0">
            <a:noFill/>
          </a:ln>
        </p:spPr>
        <p:txBody>
          <a:bodyPr lIns="91440" rIns="91440" tIns="45720" bIns="45720" anchor="b">
            <a:noAutofit/>
          </a:bodyPr>
          <a:p>
            <a:pPr indent="0">
              <a:lnSpc>
                <a:spcPct val="90000"/>
              </a:lnSpc>
              <a:spcBef>
                <a:spcPts val="1417"/>
              </a:spcBef>
              <a:buNone/>
            </a:pPr>
            <a:endParaRPr b="0" lang="en-US" sz="1800" strike="noStrike" u="none">
              <a:solidFill>
                <a:schemeClr val="dk1"/>
              </a:solidFill>
              <a:effectLst/>
              <a:uFillTx/>
              <a:latin typeface="Corbel"/>
            </a:endParaRPr>
          </a:p>
        </p:txBody>
      </p:sp>
      <p:sp>
        <p:nvSpPr>
          <p:cNvPr id="250" name="PlaceHolder 2"/>
          <p:cNvSpPr>
            <a:spLocks noGrp="1"/>
          </p:cNvSpPr>
          <p:nvPr>
            <p:ph/>
          </p:nvPr>
        </p:nvSpPr>
        <p:spPr>
          <a:xfrm>
            <a:off x="7818480" y="1224360"/>
            <a:ext cx="3474000" cy="4373640"/>
          </a:xfrm>
          <a:prstGeom prst="rect">
            <a:avLst/>
          </a:prstGeom>
          <a:noFill/>
          <a:ln w="0">
            <a:noFill/>
          </a:ln>
        </p:spPr>
        <p:txBody>
          <a:bodyPr lIns="91440" rIns="91440" tIns="45720" bIns="45720" anchor="t">
            <a:normAutofit/>
          </a:bodyPr>
          <a:p>
            <a:pPr indent="0">
              <a:lnSpc>
                <a:spcPct val="90000"/>
              </a:lnSpc>
              <a:spcBef>
                <a:spcPts val="1417"/>
              </a:spcBef>
              <a:buNone/>
            </a:pPr>
            <a:endParaRPr b="0" lang="en-US" sz="1800" strike="noStrike" u="none">
              <a:solidFill>
                <a:schemeClr val="dk1"/>
              </a:solidFill>
              <a:effectLst/>
              <a:uFillTx/>
              <a:latin typeface="Corbel"/>
            </a:endParaRPr>
          </a:p>
        </p:txBody>
      </p:sp>
      <p:sp>
        <p:nvSpPr>
          <p:cNvPr id="251" name="PlaceHolder 3"/>
          <p:cNvSpPr>
            <a:spLocks noGrp="1"/>
          </p:cNvSpPr>
          <p:nvPr>
            <p:ph/>
          </p:nvPr>
        </p:nvSpPr>
        <p:spPr>
          <a:xfrm>
            <a:off x="7818480" y="261720"/>
            <a:ext cx="3474000" cy="812520"/>
          </a:xfrm>
          <a:prstGeom prst="rect">
            <a:avLst/>
          </a:prstGeom>
          <a:noFill/>
          <a:ln w="0">
            <a:noFill/>
          </a:ln>
        </p:spPr>
        <p:txBody>
          <a:bodyPr lIns="91440" rIns="91440" tIns="45720" bIns="45720" anchor="t">
            <a:normAutofit/>
          </a:bodyPr>
          <a:p>
            <a:pPr indent="0">
              <a:lnSpc>
                <a:spcPct val="90000"/>
              </a:lnSpc>
              <a:spcBef>
                <a:spcPts val="1417"/>
              </a:spcBef>
              <a:buNone/>
            </a:pPr>
            <a:endParaRPr b="0" lang="en-US" sz="1800" strike="noStrike" u="none">
              <a:solidFill>
                <a:schemeClr val="dk1"/>
              </a:solidFill>
              <a:effectLst/>
              <a:uFillTx/>
              <a:latin typeface="Corbel"/>
            </a:endParaRPr>
          </a:p>
        </p:txBody>
      </p:sp>
      <p:sp>
        <p:nvSpPr>
          <p:cNvPr id="252" name="PlaceHolder 4"/>
          <p:cNvSpPr>
            <a:spLocks noGrp="1"/>
          </p:cNvSpPr>
          <p:nvPr>
            <p:ph/>
          </p:nvPr>
        </p:nvSpPr>
        <p:spPr>
          <a:xfrm>
            <a:off x="3858840" y="5748480"/>
            <a:ext cx="3474000" cy="364320"/>
          </a:xfrm>
          <a:prstGeom prst="rect">
            <a:avLst/>
          </a:prstGeom>
          <a:noFill/>
          <a:ln w="0">
            <a:noFill/>
          </a:ln>
        </p:spPr>
        <p:txBody>
          <a:bodyPr lIns="91440" rIns="91440" tIns="45720" bIns="45720" anchor="b">
            <a:noAutofit/>
          </a:bodyPr>
          <a:p>
            <a:pPr indent="0">
              <a:lnSpc>
                <a:spcPct val="90000"/>
              </a:lnSpc>
              <a:spcBef>
                <a:spcPts val="1417"/>
              </a:spcBef>
              <a:buNone/>
            </a:pPr>
            <a:endParaRPr b="0" lang="en-US" sz="1800" strike="noStrike" u="none">
              <a:solidFill>
                <a:schemeClr val="dk1"/>
              </a:solidFill>
              <a:effectLst/>
              <a:uFillTx/>
              <a:latin typeface="Corbel"/>
            </a:endParaRPr>
          </a:p>
        </p:txBody>
      </p:sp>
      <p:sp>
        <p:nvSpPr>
          <p:cNvPr id="253" name="PlaceHolder 5"/>
          <p:cNvSpPr>
            <a:spLocks noGrp="1"/>
          </p:cNvSpPr>
          <p:nvPr>
            <p:ph/>
          </p:nvPr>
        </p:nvSpPr>
        <p:spPr>
          <a:xfrm>
            <a:off x="3867840" y="254520"/>
            <a:ext cx="3474000" cy="807120"/>
          </a:xfrm>
          <a:prstGeom prst="rect">
            <a:avLst/>
          </a:prstGeom>
          <a:noFill/>
          <a:ln w="0">
            <a:noFill/>
          </a:ln>
        </p:spPr>
        <p:txBody>
          <a:bodyPr lIns="91440" rIns="91440" tIns="45720" bIns="45720" anchor="t">
            <a:normAutofit/>
          </a:bodyPr>
          <a:p>
            <a:pPr indent="0">
              <a:lnSpc>
                <a:spcPct val="90000"/>
              </a:lnSpc>
              <a:spcBef>
                <a:spcPts val="1417"/>
              </a:spcBef>
              <a:buNone/>
            </a:pPr>
            <a:endParaRPr b="0" lang="en-US" sz="1800" strike="noStrike" u="none">
              <a:solidFill>
                <a:schemeClr val="dk1"/>
              </a:solidFill>
              <a:effectLst/>
              <a:uFillTx/>
              <a:latin typeface="Corbel"/>
            </a:endParaRPr>
          </a:p>
        </p:txBody>
      </p:sp>
      <p:sp>
        <p:nvSpPr>
          <p:cNvPr id="254" name="PlaceHolder 6"/>
          <p:cNvSpPr>
            <a:spLocks noGrp="1"/>
          </p:cNvSpPr>
          <p:nvPr>
            <p:ph/>
          </p:nvPr>
        </p:nvSpPr>
        <p:spPr>
          <a:xfrm>
            <a:off x="255960" y="2544480"/>
            <a:ext cx="2833920" cy="3270960"/>
          </a:xfrm>
          <a:prstGeom prst="rect">
            <a:avLst/>
          </a:prstGeom>
          <a:noFill/>
          <a:ln w="0">
            <a:noFill/>
          </a:ln>
        </p:spPr>
        <p:txBody>
          <a:bodyPr lIns="91440" rIns="91440" tIns="45720" bIns="45720" anchor="t">
            <a:noAutofit/>
          </a:bodyPr>
          <a:p>
            <a:pPr marL="432000" indent="-324000">
              <a:lnSpc>
                <a:spcPct val="90000"/>
              </a:lnSpc>
              <a:spcBef>
                <a:spcPts val="1417"/>
              </a:spcBef>
              <a:buClr>
                <a:srgbClr val="000000"/>
              </a:buClr>
              <a:buSzPct val="45000"/>
              <a:buFont typeface="Wingdings" charset="2"/>
              <a:buChar char=""/>
            </a:pPr>
            <a:r>
              <a:rPr b="0" lang="en-US" sz="2800" strike="noStrike" u="none">
                <a:solidFill>
                  <a:srgbClr val="ffffff"/>
                </a:solidFill>
                <a:effectLst/>
                <a:uFillTx/>
                <a:latin typeface="Corbel"/>
              </a:rPr>
              <a:t>Doing this class </a:t>
            </a:r>
            <a:r>
              <a:rPr b="0" lang="en-US" sz="2800" strike="noStrike" u="none">
                <a:solidFill>
                  <a:srgbClr val="ffffff"/>
                </a:solidFill>
                <a:effectLst/>
                <a:uFillTx/>
                <a:latin typeface="Corbel"/>
              </a:rPr>
              <a:t>as if it actually </a:t>
            </a:r>
            <a:r>
              <a:rPr b="0" lang="en-US" sz="2800" strike="noStrike" u="none">
                <a:solidFill>
                  <a:srgbClr val="ffffff"/>
                </a:solidFill>
                <a:effectLst/>
                <a:uFillTx/>
                <a:latin typeface="Corbel"/>
              </a:rPr>
              <a:t>matters to </a:t>
            </a:r>
            <a:r>
              <a:rPr b="0" lang="en-US" sz="2800" strike="noStrike" u="none">
                <a:solidFill>
                  <a:srgbClr val="ffffff"/>
                </a:solidFill>
                <a:effectLst/>
                <a:uFillTx/>
                <a:latin typeface="Corbel"/>
              </a:rPr>
              <a:t>people’s lives</a:t>
            </a:r>
            <a:endParaRPr b="0" lang="en-US" sz="2800" strike="noStrike" u="none">
              <a:solidFill>
                <a:srgbClr val="ffffff"/>
              </a:solidFill>
              <a:effectLst/>
              <a:uFillTx/>
              <a:latin typeface="Corbel"/>
            </a:endParaRPr>
          </a:p>
        </p:txBody>
      </p:sp>
      <p:sp>
        <p:nvSpPr>
          <p:cNvPr id="255" name="PlaceHolder 7"/>
          <p:cNvSpPr>
            <a:spLocks noGrp="1"/>
          </p:cNvSpPr>
          <p:nvPr>
            <p:ph type="title"/>
          </p:nvPr>
        </p:nvSpPr>
        <p:spPr>
          <a:xfrm>
            <a:off x="255960" y="254520"/>
            <a:ext cx="2833920" cy="2122200"/>
          </a:xfrm>
          <a:prstGeom prst="rect">
            <a:avLst/>
          </a:prstGeom>
          <a:noFill/>
          <a:ln w="0">
            <a:noFill/>
          </a:ln>
        </p:spPr>
        <p:txBody>
          <a:bodyPr lIns="91440" rIns="91440" tIns="45720" bIns="45720" anchor="b">
            <a:noAutofit/>
          </a:bodyPr>
          <a:p>
            <a:pPr indent="0" defTabSz="914400">
              <a:lnSpc>
                <a:spcPct val="90000"/>
              </a:lnSpc>
              <a:buNone/>
              <a:tabLst>
                <a:tab algn="l" pos="0"/>
              </a:tabLst>
            </a:pPr>
            <a:r>
              <a:rPr b="0" lang="en-US" sz="3600" spc="-60" strike="noStrike" u="none">
                <a:solidFill>
                  <a:srgbClr val="ffffff"/>
                </a:solidFill>
                <a:effectLst/>
                <a:uFillTx/>
                <a:latin typeface="Arial"/>
              </a:rPr>
              <a:t>A note on commitment</a:t>
            </a:r>
            <a:endParaRPr b="0" lang="en-US" sz="3600" strike="noStrike" u="none">
              <a:solidFill>
                <a:schemeClr val="dk1"/>
              </a:solidFill>
              <a:effectLst/>
              <a:uFillTx/>
              <a:latin typeface="Corbel"/>
            </a:endParaRPr>
          </a:p>
        </p:txBody>
      </p:sp>
      <p:sp>
        <p:nvSpPr>
          <p:cNvPr id="256" name="PlaceHolder 60"/>
          <p:cNvSpPr txBox="1"/>
          <p:nvPr/>
        </p:nvSpPr>
        <p:spPr>
          <a:xfrm>
            <a:off x="3886200" y="1251000"/>
            <a:ext cx="3474000" cy="4373640"/>
          </a:xfrm>
          <a:prstGeom prst="rect">
            <a:avLst/>
          </a:prstGeom>
          <a:noFill/>
          <a:ln w="0">
            <a:noFill/>
          </a:ln>
        </p:spPr>
        <p:txBody>
          <a:bodyPr anchor="t">
            <a:normAutofit/>
          </a:bodyPr>
          <a:p>
            <a:pPr>
              <a:lnSpc>
                <a:spcPct val="90000"/>
              </a:lnSpc>
              <a:spcBef>
                <a:spcPts val="1417"/>
              </a:spcBef>
            </a:pPr>
            <a:endParaRPr b="0" lang="en-US" sz="1800" strike="noStrike" u="none">
              <a:solidFill>
                <a:schemeClr val="dk1"/>
              </a:solidFill>
              <a:effectLst/>
              <a:uFillTx/>
              <a:latin typeface="Corbe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7" name="PlaceHolder 1"/>
          <p:cNvSpPr>
            <a:spLocks noGrp="1"/>
          </p:cNvSpPr>
          <p:nvPr>
            <p:ph/>
          </p:nvPr>
        </p:nvSpPr>
        <p:spPr>
          <a:xfrm>
            <a:off x="7818480" y="5748480"/>
            <a:ext cx="3474000" cy="364320"/>
          </a:xfrm>
          <a:prstGeom prst="rect">
            <a:avLst/>
          </a:prstGeom>
          <a:noFill/>
          <a:ln w="0">
            <a:noFill/>
          </a:ln>
        </p:spPr>
        <p:txBody>
          <a:bodyPr lIns="91440" rIns="91440" tIns="45720" bIns="45720" anchor="b">
            <a:noAutofit/>
          </a:bodyPr>
          <a:p>
            <a:pPr indent="0">
              <a:lnSpc>
                <a:spcPct val="90000"/>
              </a:lnSpc>
              <a:spcBef>
                <a:spcPts val="1417"/>
              </a:spcBef>
              <a:buNone/>
            </a:pPr>
            <a:endParaRPr b="0" lang="en-US" sz="1800" strike="noStrike" u="none">
              <a:solidFill>
                <a:schemeClr val="dk1"/>
              </a:solidFill>
              <a:effectLst/>
              <a:uFillTx/>
              <a:latin typeface="Corbel"/>
            </a:endParaRPr>
          </a:p>
        </p:txBody>
      </p:sp>
      <p:sp>
        <p:nvSpPr>
          <p:cNvPr id="258" name="PlaceHolder 2"/>
          <p:cNvSpPr>
            <a:spLocks noGrp="1"/>
          </p:cNvSpPr>
          <p:nvPr>
            <p:ph/>
          </p:nvPr>
        </p:nvSpPr>
        <p:spPr>
          <a:xfrm>
            <a:off x="7818480" y="1224360"/>
            <a:ext cx="3474000" cy="4373640"/>
          </a:xfrm>
          <a:prstGeom prst="rect">
            <a:avLst/>
          </a:prstGeom>
          <a:noFill/>
          <a:ln w="0">
            <a:noFill/>
          </a:ln>
        </p:spPr>
        <p:txBody>
          <a:bodyPr lIns="91440" rIns="91440" tIns="45720" bIns="45720" anchor="t">
            <a:normAutofit/>
          </a:bodyPr>
          <a:p>
            <a:pPr indent="0">
              <a:lnSpc>
                <a:spcPct val="90000"/>
              </a:lnSpc>
              <a:spcBef>
                <a:spcPts val="1191"/>
              </a:spcBef>
              <a:spcAft>
                <a:spcPts val="992"/>
              </a:spcAft>
              <a:buNone/>
            </a:pPr>
            <a:r>
              <a:rPr b="0" lang="en-US" sz="1800" strike="noStrike" u="none">
                <a:solidFill>
                  <a:schemeClr val="dk1"/>
                </a:solidFill>
                <a:effectLst/>
                <a:uFillTx/>
                <a:latin typeface="Corbel"/>
              </a:rPr>
              <a:t>This course requires students </a:t>
            </a:r>
            <a:r>
              <a:rPr b="0" lang="en-US" sz="1800" strike="noStrike" u="none">
                <a:solidFill>
                  <a:schemeClr val="dk1"/>
                </a:solidFill>
                <a:effectLst/>
                <a:uFillTx/>
                <a:latin typeface="Corbel"/>
              </a:rPr>
              <a:t>to have taken introductory </a:t>
            </a:r>
            <a:r>
              <a:rPr b="0" lang="en-US" sz="1800" strike="noStrike" u="none">
                <a:solidFill>
                  <a:schemeClr val="dk1"/>
                </a:solidFill>
                <a:effectLst/>
                <a:uFillTx/>
                <a:latin typeface="Corbel"/>
              </a:rPr>
              <a:t>statistics and be able to </a:t>
            </a:r>
            <a:r>
              <a:rPr b="0" lang="en-US" sz="1800" strike="noStrike" u="none">
                <a:solidFill>
                  <a:schemeClr val="dk1"/>
                </a:solidFill>
                <a:effectLst/>
                <a:uFillTx/>
                <a:latin typeface="Corbel"/>
              </a:rPr>
              <a:t>conduct multiple regression. </a:t>
            </a:r>
            <a:r>
              <a:rPr b="0" lang="en-US" sz="1800" strike="noStrike" u="none">
                <a:solidFill>
                  <a:schemeClr val="dk1"/>
                </a:solidFill>
                <a:effectLst/>
                <a:uFillTx/>
                <a:latin typeface="Corbel"/>
              </a:rPr>
              <a:t>This could include ILRST2110, </a:t>
            </a:r>
            <a:r>
              <a:rPr b="0" lang="en-US" sz="1800" strike="noStrike" u="none">
                <a:solidFill>
                  <a:schemeClr val="dk1"/>
                </a:solidFill>
                <a:effectLst/>
                <a:uFillTx/>
                <a:latin typeface="Corbel"/>
              </a:rPr>
              <a:t>AEM 2100, CRP 1200, ENGRD </a:t>
            </a:r>
            <a:r>
              <a:rPr b="0" lang="en-US" sz="1800" strike="noStrike" u="none">
                <a:solidFill>
                  <a:schemeClr val="dk1"/>
                </a:solidFill>
                <a:effectLst/>
                <a:uFillTx/>
                <a:latin typeface="Corbel"/>
              </a:rPr>
              <a:t>2700, HADM 2010, MATH </a:t>
            </a:r>
            <a:r>
              <a:rPr b="0" lang="en-US" sz="1800" strike="noStrike" u="none">
                <a:solidFill>
                  <a:schemeClr val="dk1"/>
                </a:solidFill>
                <a:effectLst/>
                <a:uFillTx/>
                <a:latin typeface="Corbel"/>
              </a:rPr>
              <a:t>1710, PUBPOL 2100, PUBPOL </a:t>
            </a:r>
            <a:r>
              <a:rPr b="0" lang="en-US" sz="1800" strike="noStrike" u="none">
                <a:solidFill>
                  <a:schemeClr val="dk1"/>
                </a:solidFill>
                <a:effectLst/>
                <a:uFillTx/>
                <a:latin typeface="Corbel"/>
              </a:rPr>
              <a:t>2101, PSYCH 2500, SOC 3010, </a:t>
            </a:r>
            <a:r>
              <a:rPr b="0" lang="en-US" sz="1800" strike="noStrike" u="none">
                <a:solidFill>
                  <a:schemeClr val="dk1"/>
                </a:solidFill>
                <a:effectLst/>
                <a:uFillTx/>
                <a:latin typeface="Corbel"/>
              </a:rPr>
              <a:t>STSCI 2100, STSCI 2150, BTRY </a:t>
            </a:r>
            <a:r>
              <a:rPr b="0" lang="en-US" sz="1800" strike="noStrike" u="none">
                <a:solidFill>
                  <a:schemeClr val="dk1"/>
                </a:solidFill>
                <a:effectLst/>
                <a:uFillTx/>
                <a:latin typeface="Corbel"/>
              </a:rPr>
              <a:t>3020, STSCI 2110, STSCI 3200. </a:t>
            </a:r>
            <a:r>
              <a:rPr b="0" lang="en-US" sz="1800" strike="noStrike" u="none">
                <a:solidFill>
                  <a:schemeClr val="dk1"/>
                </a:solidFill>
                <a:effectLst/>
                <a:uFillTx/>
                <a:latin typeface="Corbel"/>
              </a:rPr>
              <a:t>If you have any questions </a:t>
            </a:r>
            <a:r>
              <a:rPr b="0" lang="en-US" sz="1800" strike="noStrike" u="none">
                <a:solidFill>
                  <a:schemeClr val="dk1"/>
                </a:solidFill>
                <a:effectLst/>
                <a:uFillTx/>
                <a:latin typeface="Corbel"/>
              </a:rPr>
              <a:t>about this requirement, </a:t>
            </a:r>
            <a:r>
              <a:rPr b="0" lang="en-US" sz="1800" strike="noStrike" u="none">
                <a:solidFill>
                  <a:schemeClr val="dk1"/>
                </a:solidFill>
                <a:effectLst/>
                <a:uFillTx/>
                <a:latin typeface="Corbel"/>
              </a:rPr>
              <a:t>please contact the instructor.</a:t>
            </a:r>
            <a:endParaRPr b="0" lang="en-US" sz="1800" strike="noStrike" u="none">
              <a:solidFill>
                <a:schemeClr val="dk1"/>
              </a:solidFill>
              <a:effectLst/>
              <a:uFillTx/>
              <a:latin typeface="Corbel"/>
            </a:endParaRPr>
          </a:p>
        </p:txBody>
      </p:sp>
      <p:sp>
        <p:nvSpPr>
          <p:cNvPr id="259" name="PlaceHolder 3"/>
          <p:cNvSpPr>
            <a:spLocks noGrp="1"/>
          </p:cNvSpPr>
          <p:nvPr>
            <p:ph/>
          </p:nvPr>
        </p:nvSpPr>
        <p:spPr>
          <a:xfrm>
            <a:off x="7818480" y="261720"/>
            <a:ext cx="3474000" cy="812520"/>
          </a:xfrm>
          <a:prstGeom prst="rect">
            <a:avLst/>
          </a:prstGeom>
          <a:noFill/>
          <a:ln w="0">
            <a:noFill/>
          </a:ln>
        </p:spPr>
        <p:txBody>
          <a:bodyPr lIns="91440" rIns="91440" tIns="45720" bIns="45720" anchor="t">
            <a:normAutofit/>
          </a:bodyPr>
          <a:p>
            <a:pPr indent="0">
              <a:lnSpc>
                <a:spcPct val="90000"/>
              </a:lnSpc>
              <a:spcBef>
                <a:spcPts val="1417"/>
              </a:spcBef>
              <a:buNone/>
            </a:pPr>
            <a:endParaRPr b="0" lang="en-US" sz="1800" strike="noStrike" u="none">
              <a:solidFill>
                <a:schemeClr val="dk1"/>
              </a:solidFill>
              <a:effectLst/>
              <a:uFillTx/>
              <a:latin typeface="Corbel"/>
            </a:endParaRPr>
          </a:p>
        </p:txBody>
      </p:sp>
      <p:sp>
        <p:nvSpPr>
          <p:cNvPr id="260" name="PlaceHolder 4"/>
          <p:cNvSpPr>
            <a:spLocks noGrp="1"/>
          </p:cNvSpPr>
          <p:nvPr>
            <p:ph/>
          </p:nvPr>
        </p:nvSpPr>
        <p:spPr>
          <a:xfrm>
            <a:off x="3858840" y="5748480"/>
            <a:ext cx="3474000" cy="364320"/>
          </a:xfrm>
          <a:prstGeom prst="rect">
            <a:avLst/>
          </a:prstGeom>
          <a:noFill/>
          <a:ln w="0">
            <a:noFill/>
          </a:ln>
        </p:spPr>
        <p:txBody>
          <a:bodyPr lIns="91440" rIns="91440" tIns="45720" bIns="45720" anchor="b">
            <a:noAutofit/>
          </a:bodyPr>
          <a:p>
            <a:pPr indent="0">
              <a:lnSpc>
                <a:spcPct val="90000"/>
              </a:lnSpc>
              <a:spcBef>
                <a:spcPts val="1417"/>
              </a:spcBef>
              <a:buNone/>
            </a:pPr>
            <a:endParaRPr b="0" lang="en-US" sz="1800" strike="noStrike" u="none">
              <a:solidFill>
                <a:schemeClr val="dk1"/>
              </a:solidFill>
              <a:effectLst/>
              <a:uFillTx/>
              <a:latin typeface="Corbel"/>
            </a:endParaRPr>
          </a:p>
        </p:txBody>
      </p:sp>
      <p:sp>
        <p:nvSpPr>
          <p:cNvPr id="261" name="PlaceHolder 5"/>
          <p:cNvSpPr>
            <a:spLocks noGrp="1"/>
          </p:cNvSpPr>
          <p:nvPr>
            <p:ph/>
          </p:nvPr>
        </p:nvSpPr>
        <p:spPr>
          <a:xfrm>
            <a:off x="3867840" y="254520"/>
            <a:ext cx="3474000" cy="807120"/>
          </a:xfrm>
          <a:prstGeom prst="rect">
            <a:avLst/>
          </a:prstGeom>
          <a:noFill/>
          <a:ln w="0">
            <a:noFill/>
          </a:ln>
        </p:spPr>
        <p:txBody>
          <a:bodyPr lIns="91440" rIns="91440" tIns="45720" bIns="45720" anchor="t">
            <a:normAutofit/>
          </a:bodyPr>
          <a:p>
            <a:pPr indent="0">
              <a:lnSpc>
                <a:spcPct val="90000"/>
              </a:lnSpc>
              <a:spcBef>
                <a:spcPts val="1417"/>
              </a:spcBef>
              <a:buNone/>
            </a:pPr>
            <a:r>
              <a:rPr b="0" lang="en-US" sz="2800" strike="noStrike" u="none">
                <a:solidFill>
                  <a:schemeClr val="dk1"/>
                </a:solidFill>
                <a:effectLst/>
                <a:uFillTx/>
                <a:latin typeface="Corbel"/>
              </a:rPr>
              <a:t>Required abilities</a:t>
            </a:r>
            <a:endParaRPr b="0" lang="en-US" sz="2800" strike="noStrike" u="none">
              <a:solidFill>
                <a:schemeClr val="dk1"/>
              </a:solidFill>
              <a:effectLst/>
              <a:uFillTx/>
              <a:latin typeface="Corbel"/>
            </a:endParaRPr>
          </a:p>
        </p:txBody>
      </p:sp>
      <p:sp>
        <p:nvSpPr>
          <p:cNvPr id="262" name="PlaceHolder 6"/>
          <p:cNvSpPr>
            <a:spLocks noGrp="1"/>
          </p:cNvSpPr>
          <p:nvPr>
            <p:ph/>
          </p:nvPr>
        </p:nvSpPr>
        <p:spPr>
          <a:xfrm>
            <a:off x="255960" y="2544480"/>
            <a:ext cx="2833920" cy="3270960"/>
          </a:xfrm>
          <a:prstGeom prst="rect">
            <a:avLst/>
          </a:prstGeom>
          <a:noFill/>
          <a:ln w="0">
            <a:noFill/>
          </a:ln>
        </p:spPr>
        <p:txBody>
          <a:bodyPr lIns="91440" rIns="91440" tIns="45720" bIns="45720" anchor="t">
            <a:noAutofit/>
          </a:bodyPr>
          <a:p>
            <a:pPr indent="0">
              <a:lnSpc>
                <a:spcPct val="90000"/>
              </a:lnSpc>
              <a:spcBef>
                <a:spcPts val="1417"/>
              </a:spcBef>
              <a:buNone/>
            </a:pPr>
            <a:endParaRPr b="0" lang="en-US" sz="1600" strike="noStrike" u="none">
              <a:solidFill>
                <a:schemeClr val="dk1"/>
              </a:solidFill>
              <a:effectLst/>
              <a:uFillTx/>
              <a:latin typeface="Corbel"/>
            </a:endParaRPr>
          </a:p>
        </p:txBody>
      </p:sp>
      <p:sp>
        <p:nvSpPr>
          <p:cNvPr id="263" name="PlaceHolder 7"/>
          <p:cNvSpPr>
            <a:spLocks noGrp="1"/>
          </p:cNvSpPr>
          <p:nvPr>
            <p:ph type="title"/>
          </p:nvPr>
        </p:nvSpPr>
        <p:spPr>
          <a:xfrm>
            <a:off x="255960" y="254520"/>
            <a:ext cx="2833920" cy="2122200"/>
          </a:xfrm>
          <a:prstGeom prst="rect">
            <a:avLst/>
          </a:prstGeom>
          <a:noFill/>
          <a:ln w="0">
            <a:noFill/>
          </a:ln>
        </p:spPr>
        <p:txBody>
          <a:bodyPr lIns="91440" rIns="91440" tIns="45720" bIns="45720" anchor="b">
            <a:noAutofit/>
          </a:bodyPr>
          <a:p>
            <a:pPr indent="0" defTabSz="914400">
              <a:lnSpc>
                <a:spcPct val="90000"/>
              </a:lnSpc>
              <a:buNone/>
              <a:tabLst>
                <a:tab algn="l" pos="0"/>
              </a:tabLst>
            </a:pPr>
            <a:r>
              <a:rPr b="0" lang="en-US" sz="3600" spc="-60" strike="noStrike" u="none">
                <a:solidFill>
                  <a:srgbClr val="ffffff"/>
                </a:solidFill>
                <a:effectLst/>
                <a:uFillTx/>
                <a:latin typeface="Arial"/>
              </a:rPr>
              <a:t>Pre-requisites: quantitative methods</a:t>
            </a:r>
            <a:endParaRPr b="0" lang="en-US" sz="3600" strike="noStrike" u="none">
              <a:solidFill>
                <a:schemeClr val="dk1"/>
              </a:solidFill>
              <a:effectLst/>
              <a:uFillTx/>
              <a:latin typeface="Corbel"/>
            </a:endParaRPr>
          </a:p>
        </p:txBody>
      </p:sp>
      <p:sp>
        <p:nvSpPr>
          <p:cNvPr id="264" name="PlaceHolder 71"/>
          <p:cNvSpPr txBox="1"/>
          <p:nvPr/>
        </p:nvSpPr>
        <p:spPr>
          <a:xfrm>
            <a:off x="3886200" y="1251000"/>
            <a:ext cx="3474000" cy="4373640"/>
          </a:xfrm>
          <a:prstGeom prst="rect">
            <a:avLst/>
          </a:prstGeom>
          <a:noFill/>
          <a:ln w="0">
            <a:noFill/>
          </a:ln>
        </p:spPr>
        <p:txBody>
          <a:bodyPr anchor="t">
            <a:normAutofit fontScale="92500" lnSpcReduction="9999"/>
          </a:bodyPr>
          <a:p>
            <a:pPr marL="432000" indent="-324000">
              <a:lnSpc>
                <a:spcPct val="90000"/>
              </a:lnSpc>
              <a:spcBef>
                <a:spcPts val="1417"/>
              </a:spcBef>
              <a:buClr>
                <a:srgbClr val="000000"/>
              </a:buClr>
              <a:buSzPct val="45000"/>
              <a:buFont typeface="Wingdings" charset="2"/>
              <a:buChar char=""/>
            </a:pPr>
            <a:r>
              <a:rPr b="0" lang="en-US" sz="1800" strike="noStrike" u="none">
                <a:solidFill>
                  <a:schemeClr val="dk1"/>
                </a:solidFill>
                <a:effectLst/>
                <a:uFillTx/>
                <a:latin typeface="Corbel"/>
              </a:rPr>
              <a:t>CSV files in R or </a:t>
            </a:r>
            <a:r>
              <a:rPr b="0" lang="en-US" sz="1800" strike="noStrike" u="none">
                <a:solidFill>
                  <a:schemeClr val="dk1"/>
                </a:solidFill>
                <a:effectLst/>
                <a:uFillTx/>
                <a:latin typeface="Corbel"/>
              </a:rPr>
              <a:t>Python</a:t>
            </a:r>
            <a:endParaRPr b="0" lang="en-US" sz="1800" strike="noStrike" u="none">
              <a:solidFill>
                <a:schemeClr val="dk1"/>
              </a:solidFill>
              <a:effectLst/>
              <a:uFillTx/>
              <a:latin typeface="Corbel"/>
            </a:endParaRPr>
          </a:p>
          <a:p>
            <a:pPr marL="432000" indent="-324000">
              <a:lnSpc>
                <a:spcPct val="90000"/>
              </a:lnSpc>
              <a:spcBef>
                <a:spcPts val="1417"/>
              </a:spcBef>
              <a:buClr>
                <a:srgbClr val="000000"/>
              </a:buClr>
              <a:buSzPct val="45000"/>
              <a:buFont typeface="Wingdings" charset="2"/>
              <a:buChar char=""/>
            </a:pPr>
            <a:r>
              <a:rPr b="0" lang="en-US" sz="1800" strike="noStrike" u="none">
                <a:solidFill>
                  <a:schemeClr val="dk1"/>
                </a:solidFill>
                <a:effectLst/>
                <a:uFillTx/>
                <a:latin typeface="Corbel"/>
              </a:rPr>
              <a:t>Basic data cleaning</a:t>
            </a:r>
            <a:endParaRPr b="0" lang="en-US" sz="1800" strike="noStrike" u="none">
              <a:solidFill>
                <a:schemeClr val="dk1"/>
              </a:solidFill>
              <a:effectLst/>
              <a:uFillTx/>
              <a:latin typeface="Corbel"/>
            </a:endParaRPr>
          </a:p>
          <a:p>
            <a:pPr marL="432000" indent="-324000">
              <a:lnSpc>
                <a:spcPct val="90000"/>
              </a:lnSpc>
              <a:spcBef>
                <a:spcPts val="1417"/>
              </a:spcBef>
              <a:buClr>
                <a:srgbClr val="000000"/>
              </a:buClr>
              <a:buSzPct val="45000"/>
              <a:buFont typeface="Wingdings" charset="2"/>
              <a:buChar char=""/>
            </a:pPr>
            <a:r>
              <a:rPr b="0" lang="en-US" sz="1800" strike="noStrike" u="none">
                <a:solidFill>
                  <a:schemeClr val="dk1"/>
                </a:solidFill>
                <a:effectLst/>
                <a:uFillTx/>
                <a:latin typeface="Corbel"/>
              </a:rPr>
              <a:t>Summarizing </a:t>
            </a:r>
            <a:r>
              <a:rPr b="0" lang="en-US" sz="1800" strike="noStrike" u="none">
                <a:solidFill>
                  <a:schemeClr val="dk1"/>
                </a:solidFill>
                <a:effectLst/>
                <a:uFillTx/>
                <a:latin typeface="Corbel"/>
              </a:rPr>
              <a:t>continuous, binary, </a:t>
            </a:r>
            <a:r>
              <a:rPr b="0" lang="en-US" sz="1800" strike="noStrike" u="none">
                <a:solidFill>
                  <a:schemeClr val="dk1"/>
                </a:solidFill>
                <a:effectLst/>
                <a:uFillTx/>
                <a:latin typeface="Corbel"/>
              </a:rPr>
              <a:t>categorical, and </a:t>
            </a:r>
            <a:r>
              <a:rPr b="0" lang="en-US" sz="1800" strike="noStrike" u="none">
                <a:solidFill>
                  <a:schemeClr val="dk1"/>
                </a:solidFill>
                <a:effectLst/>
                <a:uFillTx/>
                <a:latin typeface="Corbel"/>
              </a:rPr>
              <a:t>time-series, </a:t>
            </a:r>
            <a:r>
              <a:rPr b="0" lang="en-US" sz="1800" strike="noStrike" u="none">
                <a:solidFill>
                  <a:schemeClr val="dk1"/>
                </a:solidFill>
                <a:effectLst/>
                <a:uFillTx/>
                <a:latin typeface="Corbel"/>
              </a:rPr>
              <a:t>variables</a:t>
            </a:r>
            <a:endParaRPr b="0" lang="en-US" sz="1800" strike="noStrike" u="none">
              <a:solidFill>
                <a:schemeClr val="dk1"/>
              </a:solidFill>
              <a:effectLst/>
              <a:uFillTx/>
              <a:latin typeface="Corbel"/>
            </a:endParaRPr>
          </a:p>
          <a:p>
            <a:pPr marL="432000" indent="-324000">
              <a:lnSpc>
                <a:spcPct val="90000"/>
              </a:lnSpc>
              <a:spcBef>
                <a:spcPts val="1417"/>
              </a:spcBef>
              <a:buClr>
                <a:srgbClr val="000000"/>
              </a:buClr>
              <a:buSzPct val="45000"/>
              <a:buFont typeface="Wingdings" charset="2"/>
              <a:buChar char=""/>
            </a:pPr>
            <a:r>
              <a:rPr b="0" lang="en-US" sz="1800" strike="noStrike" u="none">
                <a:solidFill>
                  <a:schemeClr val="dk1"/>
                </a:solidFill>
                <a:effectLst/>
                <a:uFillTx/>
                <a:latin typeface="Corbel"/>
              </a:rPr>
              <a:t>Transforming </a:t>
            </a:r>
            <a:r>
              <a:rPr b="0" lang="en-US" sz="1800" strike="noStrike" u="none">
                <a:solidFill>
                  <a:schemeClr val="dk1"/>
                </a:solidFill>
                <a:effectLst/>
                <a:uFillTx/>
                <a:latin typeface="Corbel"/>
              </a:rPr>
              <a:t>dataset </a:t>
            </a:r>
            <a:r>
              <a:rPr b="0" lang="en-US" sz="1800" strike="noStrike" u="none">
                <a:solidFill>
                  <a:schemeClr val="dk1"/>
                </a:solidFill>
                <a:effectLst/>
                <a:uFillTx/>
                <a:latin typeface="Corbel"/>
              </a:rPr>
              <a:t>dimensionality </a:t>
            </a:r>
            <a:r>
              <a:rPr b="0" lang="en-US" sz="1800" strike="noStrike" u="none">
                <a:solidFill>
                  <a:schemeClr val="dk1"/>
                </a:solidFill>
                <a:effectLst/>
                <a:uFillTx/>
                <a:latin typeface="Corbel"/>
              </a:rPr>
              <a:t>(aggregating etc)</a:t>
            </a:r>
            <a:endParaRPr b="0" lang="en-US" sz="1800" strike="noStrike" u="none">
              <a:solidFill>
                <a:schemeClr val="dk1"/>
              </a:solidFill>
              <a:effectLst/>
              <a:uFillTx/>
              <a:latin typeface="Corbel"/>
            </a:endParaRPr>
          </a:p>
          <a:p>
            <a:pPr marL="432000" indent="-324000">
              <a:lnSpc>
                <a:spcPct val="90000"/>
              </a:lnSpc>
              <a:spcBef>
                <a:spcPts val="1417"/>
              </a:spcBef>
              <a:buClr>
                <a:srgbClr val="000000"/>
              </a:buClr>
              <a:buSzPct val="45000"/>
              <a:buFont typeface="Wingdings" charset="2"/>
              <a:buChar char=""/>
            </a:pPr>
            <a:r>
              <a:rPr b="0" lang="en-US" sz="1800" strike="noStrike" u="none">
                <a:solidFill>
                  <a:schemeClr val="dk1"/>
                </a:solidFill>
                <a:effectLst/>
                <a:uFillTx/>
                <a:latin typeface="Corbel"/>
              </a:rPr>
              <a:t>Null hypothesis </a:t>
            </a:r>
            <a:r>
              <a:rPr b="0" lang="en-US" sz="1800" strike="noStrike" u="none">
                <a:solidFill>
                  <a:schemeClr val="dk1"/>
                </a:solidFill>
                <a:effectLst/>
                <a:uFillTx/>
                <a:latin typeface="Corbel"/>
              </a:rPr>
              <a:t>testing (t-tests, </a:t>
            </a:r>
            <a:r>
              <a:rPr b="0" lang="en-US" sz="1800" strike="noStrike" u="none">
                <a:solidFill>
                  <a:schemeClr val="dk1"/>
                </a:solidFill>
                <a:effectLst/>
                <a:uFillTx/>
                <a:latin typeface="Corbel"/>
              </a:rPr>
              <a:t>correlations etc)</a:t>
            </a:r>
            <a:endParaRPr b="0" lang="en-US" sz="1800" strike="noStrike" u="none">
              <a:solidFill>
                <a:schemeClr val="dk1"/>
              </a:solidFill>
              <a:effectLst/>
              <a:uFillTx/>
              <a:latin typeface="Corbel"/>
            </a:endParaRPr>
          </a:p>
          <a:p>
            <a:pPr marL="432000" indent="-324000">
              <a:lnSpc>
                <a:spcPct val="90000"/>
              </a:lnSpc>
              <a:spcBef>
                <a:spcPts val="1417"/>
              </a:spcBef>
              <a:buClr>
                <a:srgbClr val="000000"/>
              </a:buClr>
              <a:buSzPct val="45000"/>
              <a:buFont typeface="Wingdings" charset="2"/>
              <a:buChar char=""/>
            </a:pPr>
            <a:r>
              <a:rPr b="0" lang="en-US" sz="1800" strike="noStrike" u="none">
                <a:solidFill>
                  <a:schemeClr val="dk1"/>
                </a:solidFill>
                <a:effectLst/>
                <a:uFillTx/>
                <a:latin typeface="Corbel"/>
              </a:rPr>
              <a:t>Multiple regression, </a:t>
            </a:r>
            <a:r>
              <a:rPr b="0" lang="en-US" sz="1800" strike="noStrike" u="none">
                <a:solidFill>
                  <a:schemeClr val="dk1"/>
                </a:solidFill>
                <a:effectLst/>
                <a:uFillTx/>
                <a:latin typeface="Corbel"/>
              </a:rPr>
              <a:t>including goodness-</a:t>
            </a:r>
            <a:r>
              <a:rPr b="0" lang="en-US" sz="1800" strike="noStrike" u="none">
                <a:solidFill>
                  <a:schemeClr val="dk1"/>
                </a:solidFill>
                <a:effectLst/>
                <a:uFillTx/>
                <a:latin typeface="Corbel"/>
              </a:rPr>
              <a:t>of-fit evaluation</a:t>
            </a:r>
            <a:endParaRPr b="0" lang="en-US" sz="1800" strike="noStrike" u="none">
              <a:solidFill>
                <a:schemeClr val="dk1"/>
              </a:solidFill>
              <a:effectLst/>
              <a:uFillTx/>
              <a:latin typeface="Corbel"/>
            </a:endParaRPr>
          </a:p>
          <a:p>
            <a:pPr marL="432000" indent="-324000">
              <a:lnSpc>
                <a:spcPct val="90000"/>
              </a:lnSpc>
              <a:spcBef>
                <a:spcPts val="1417"/>
              </a:spcBef>
              <a:buClr>
                <a:srgbClr val="000000"/>
              </a:buClr>
              <a:buSzPct val="45000"/>
              <a:buFont typeface="Wingdings" charset="2"/>
              <a:buChar char=""/>
            </a:pPr>
            <a:r>
              <a:rPr b="0" lang="en-US" sz="1800" strike="noStrike" u="none">
                <a:solidFill>
                  <a:schemeClr val="dk1"/>
                </a:solidFill>
                <a:effectLst/>
                <a:uFillTx/>
                <a:latin typeface="Corbel"/>
              </a:rPr>
              <a:t>Interpreting </a:t>
            </a:r>
            <a:r>
              <a:rPr b="0" lang="en-US" sz="1800" strike="noStrike" u="none">
                <a:solidFill>
                  <a:schemeClr val="dk1"/>
                </a:solidFill>
                <a:effectLst/>
                <a:uFillTx/>
                <a:latin typeface="Corbel"/>
              </a:rPr>
              <a:t>coefficients &amp; p-</a:t>
            </a:r>
            <a:r>
              <a:rPr b="0" lang="en-US" sz="1800" strike="noStrike" u="none">
                <a:solidFill>
                  <a:schemeClr val="dk1"/>
                </a:solidFill>
                <a:effectLst/>
                <a:uFillTx/>
                <a:latin typeface="Corbel"/>
              </a:rPr>
              <a:t>values</a:t>
            </a:r>
            <a:endParaRPr b="0" lang="en-US" sz="1800" strike="noStrike" u="none">
              <a:solidFill>
                <a:schemeClr val="dk1"/>
              </a:solidFill>
              <a:effectLst/>
              <a:uFillTx/>
              <a:latin typeface="Corbel"/>
            </a:endParaRPr>
          </a:p>
        </p:txBody>
      </p:sp>
      <p:pic>
        <p:nvPicPr>
          <p:cNvPr id="265" name="" descr=""/>
          <p:cNvPicPr/>
          <p:nvPr/>
        </p:nvPicPr>
        <p:blipFill>
          <a:blip r:embed="rId1"/>
          <a:stretch/>
        </p:blipFill>
        <p:spPr>
          <a:xfrm>
            <a:off x="266760" y="2552760"/>
            <a:ext cx="2823120" cy="2823120"/>
          </a:xfrm>
          <a:prstGeom prst="rect">
            <a:avLst/>
          </a:prstGeom>
          <a:noFill/>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6" name="PlaceHolder 1"/>
          <p:cNvSpPr>
            <a:spLocks noGrp="1"/>
          </p:cNvSpPr>
          <p:nvPr>
            <p:ph/>
          </p:nvPr>
        </p:nvSpPr>
        <p:spPr>
          <a:xfrm>
            <a:off x="7818480" y="5748480"/>
            <a:ext cx="3474000" cy="364320"/>
          </a:xfrm>
          <a:prstGeom prst="rect">
            <a:avLst/>
          </a:prstGeom>
          <a:noFill/>
          <a:ln w="0">
            <a:noFill/>
          </a:ln>
        </p:spPr>
        <p:txBody>
          <a:bodyPr lIns="91440" rIns="91440" tIns="45720" bIns="45720" anchor="b">
            <a:noAutofit/>
          </a:bodyPr>
          <a:p>
            <a:pPr indent="0">
              <a:lnSpc>
                <a:spcPct val="90000"/>
              </a:lnSpc>
              <a:spcBef>
                <a:spcPts val="1417"/>
              </a:spcBef>
              <a:buNone/>
            </a:pPr>
            <a:endParaRPr b="0" lang="en-US" sz="1800" strike="noStrike" u="none">
              <a:solidFill>
                <a:schemeClr val="dk1"/>
              </a:solidFill>
              <a:effectLst/>
              <a:uFillTx/>
              <a:latin typeface="Corbel"/>
            </a:endParaRPr>
          </a:p>
        </p:txBody>
      </p:sp>
      <p:sp>
        <p:nvSpPr>
          <p:cNvPr id="267" name="PlaceHolder 2"/>
          <p:cNvSpPr>
            <a:spLocks noGrp="1"/>
          </p:cNvSpPr>
          <p:nvPr>
            <p:ph/>
          </p:nvPr>
        </p:nvSpPr>
        <p:spPr>
          <a:xfrm>
            <a:off x="7818480" y="1224360"/>
            <a:ext cx="3474000" cy="4373640"/>
          </a:xfrm>
          <a:prstGeom prst="rect">
            <a:avLst/>
          </a:prstGeom>
          <a:noFill/>
          <a:ln w="0">
            <a:noFill/>
          </a:ln>
        </p:spPr>
        <p:txBody>
          <a:bodyPr lIns="91440" rIns="91440" tIns="45720" bIns="45720" anchor="t">
            <a:normAutofit/>
          </a:bodyPr>
          <a:p>
            <a:pPr indent="0">
              <a:lnSpc>
                <a:spcPct val="90000"/>
              </a:lnSpc>
              <a:spcBef>
                <a:spcPts val="1191"/>
              </a:spcBef>
              <a:spcAft>
                <a:spcPts val="992"/>
              </a:spcAft>
              <a:buNone/>
            </a:pPr>
            <a:r>
              <a:rPr b="0" lang="en-US" sz="1800" strike="noStrike" u="none">
                <a:solidFill>
                  <a:schemeClr val="dk1"/>
                </a:solidFill>
                <a:effectLst/>
                <a:uFillTx/>
                <a:latin typeface="Corbel"/>
              </a:rPr>
              <a:t>An in-depth case study and/or </a:t>
            </a:r>
            <a:r>
              <a:rPr b="0" lang="en-US" sz="1800" strike="noStrike" u="none">
                <a:solidFill>
                  <a:schemeClr val="dk1"/>
                </a:solidFill>
                <a:effectLst/>
                <a:uFillTx/>
                <a:latin typeface="Corbel"/>
              </a:rPr>
              <a:t>forensic analysis of some </a:t>
            </a:r>
            <a:r>
              <a:rPr b="0" lang="en-US" sz="1800" strike="noStrike" u="none">
                <a:solidFill>
                  <a:schemeClr val="dk1"/>
                </a:solidFill>
                <a:effectLst/>
                <a:uFillTx/>
                <a:latin typeface="Corbel"/>
              </a:rPr>
              <a:t>failure of an adaptive </a:t>
            </a:r>
            <a:r>
              <a:rPr b="0" lang="en-US" sz="1800" strike="noStrike" u="none">
                <a:solidFill>
                  <a:schemeClr val="dk1"/>
                </a:solidFill>
                <a:effectLst/>
                <a:uFillTx/>
                <a:latin typeface="Corbel"/>
              </a:rPr>
              <a:t>algorithm</a:t>
            </a:r>
            <a:endParaRPr b="0" lang="en-US" sz="1800" strike="noStrike" u="none">
              <a:solidFill>
                <a:schemeClr val="dk1"/>
              </a:solidFill>
              <a:effectLst/>
              <a:uFillTx/>
              <a:latin typeface="Corbel"/>
            </a:endParaRPr>
          </a:p>
          <a:p>
            <a:pPr indent="0">
              <a:lnSpc>
                <a:spcPct val="90000"/>
              </a:lnSpc>
              <a:spcBef>
                <a:spcPts val="1191"/>
              </a:spcBef>
              <a:spcAft>
                <a:spcPts val="992"/>
              </a:spcAft>
              <a:buNone/>
            </a:pPr>
            <a:r>
              <a:rPr b="0" lang="en-US" sz="1800" strike="noStrike" u="none">
                <a:solidFill>
                  <a:schemeClr val="dk1"/>
                </a:solidFill>
                <a:effectLst/>
                <a:uFillTx/>
                <a:latin typeface="Corbel"/>
              </a:rPr>
              <a:t>A proposal for a "black box" or </a:t>
            </a:r>
            <a:r>
              <a:rPr b="0" lang="en-US" sz="1800" strike="noStrike" u="none">
                <a:solidFill>
                  <a:schemeClr val="dk1"/>
                </a:solidFill>
                <a:effectLst/>
                <a:uFillTx/>
                <a:latin typeface="Corbel"/>
              </a:rPr>
              <a:t>data schema of what to record </a:t>
            </a:r>
            <a:r>
              <a:rPr b="0" lang="en-US" sz="1800" strike="noStrike" u="none">
                <a:solidFill>
                  <a:schemeClr val="dk1"/>
                </a:solidFill>
                <a:effectLst/>
                <a:uFillTx/>
                <a:latin typeface="Corbel"/>
              </a:rPr>
              <a:t>to inform future analysis of </a:t>
            </a:r>
            <a:r>
              <a:rPr b="0" lang="en-US" sz="1800" strike="noStrike" u="none">
                <a:solidFill>
                  <a:schemeClr val="dk1"/>
                </a:solidFill>
                <a:effectLst/>
                <a:uFillTx/>
                <a:latin typeface="Corbel"/>
              </a:rPr>
              <a:t>incidents</a:t>
            </a:r>
            <a:endParaRPr b="0" lang="en-US" sz="1800" strike="noStrike" u="none">
              <a:solidFill>
                <a:schemeClr val="dk1"/>
              </a:solidFill>
              <a:effectLst/>
              <a:uFillTx/>
              <a:latin typeface="Corbel"/>
            </a:endParaRPr>
          </a:p>
          <a:p>
            <a:pPr indent="0">
              <a:lnSpc>
                <a:spcPct val="90000"/>
              </a:lnSpc>
              <a:spcBef>
                <a:spcPts val="1191"/>
              </a:spcBef>
              <a:spcAft>
                <a:spcPts val="992"/>
              </a:spcAft>
              <a:buNone/>
            </a:pPr>
            <a:r>
              <a:rPr b="0" lang="en-US" sz="1800" strike="noStrike" u="none">
                <a:solidFill>
                  <a:schemeClr val="dk1"/>
                </a:solidFill>
                <a:effectLst/>
                <a:uFillTx/>
                <a:latin typeface="Corbel"/>
              </a:rPr>
              <a:t>An independent project </a:t>
            </a:r>
            <a:r>
              <a:rPr b="0" lang="en-US" sz="1800" strike="noStrike" u="none">
                <a:solidFill>
                  <a:schemeClr val="dk1"/>
                </a:solidFill>
                <a:effectLst/>
                <a:uFillTx/>
                <a:latin typeface="Corbel"/>
              </a:rPr>
              <a:t>involving a graduate student </a:t>
            </a:r>
            <a:r>
              <a:rPr b="0" lang="en-US" sz="1800" strike="noStrike" u="none">
                <a:solidFill>
                  <a:schemeClr val="dk1"/>
                </a:solidFill>
                <a:effectLst/>
                <a:uFillTx/>
                <a:latin typeface="Corbel"/>
              </a:rPr>
              <a:t>team member</a:t>
            </a:r>
            <a:endParaRPr b="0" lang="en-US" sz="1800" strike="noStrike" u="none">
              <a:solidFill>
                <a:schemeClr val="dk1"/>
              </a:solidFill>
              <a:effectLst/>
              <a:uFillTx/>
              <a:latin typeface="Corbel"/>
            </a:endParaRPr>
          </a:p>
        </p:txBody>
      </p:sp>
      <p:sp>
        <p:nvSpPr>
          <p:cNvPr id="268" name="PlaceHolder 3"/>
          <p:cNvSpPr>
            <a:spLocks noGrp="1"/>
          </p:cNvSpPr>
          <p:nvPr>
            <p:ph/>
          </p:nvPr>
        </p:nvSpPr>
        <p:spPr>
          <a:xfrm>
            <a:off x="7818480" y="261720"/>
            <a:ext cx="3474000" cy="812520"/>
          </a:xfrm>
          <a:prstGeom prst="rect">
            <a:avLst/>
          </a:prstGeom>
          <a:noFill/>
          <a:ln w="0">
            <a:noFill/>
          </a:ln>
        </p:spPr>
        <p:txBody>
          <a:bodyPr lIns="91440" rIns="91440" tIns="45720" bIns="45720" anchor="t">
            <a:normAutofit/>
          </a:bodyPr>
          <a:p>
            <a:pPr indent="0" defTabSz="914400">
              <a:lnSpc>
                <a:spcPct val="100000"/>
              </a:lnSpc>
              <a:buNone/>
            </a:pPr>
            <a:r>
              <a:rPr b="0" lang="en-US" sz="3200" strike="noStrike" u="none">
                <a:solidFill>
                  <a:schemeClr val="dk1"/>
                </a:solidFill>
                <a:effectLst/>
                <a:uFillTx/>
                <a:latin typeface="Corbel"/>
              </a:rPr>
              <a:t>Final projects</a:t>
            </a:r>
            <a:endParaRPr b="0" lang="en-US" sz="3200" strike="noStrike" u="none">
              <a:solidFill>
                <a:schemeClr val="dk1"/>
              </a:solidFill>
              <a:effectLst/>
              <a:uFillTx/>
              <a:latin typeface="Corbel"/>
            </a:endParaRPr>
          </a:p>
        </p:txBody>
      </p:sp>
      <p:sp>
        <p:nvSpPr>
          <p:cNvPr id="269" name="PlaceHolder 4"/>
          <p:cNvSpPr>
            <a:spLocks noGrp="1"/>
          </p:cNvSpPr>
          <p:nvPr>
            <p:ph/>
          </p:nvPr>
        </p:nvSpPr>
        <p:spPr>
          <a:xfrm>
            <a:off x="3858840" y="5748480"/>
            <a:ext cx="3474000" cy="364320"/>
          </a:xfrm>
          <a:prstGeom prst="rect">
            <a:avLst/>
          </a:prstGeom>
          <a:noFill/>
          <a:ln w="0">
            <a:noFill/>
          </a:ln>
        </p:spPr>
        <p:txBody>
          <a:bodyPr lIns="91440" rIns="91440" tIns="45720" bIns="45720" anchor="b">
            <a:noAutofit/>
          </a:bodyPr>
          <a:p>
            <a:pPr indent="0">
              <a:lnSpc>
                <a:spcPct val="90000"/>
              </a:lnSpc>
              <a:spcBef>
                <a:spcPts val="1417"/>
              </a:spcBef>
              <a:buNone/>
            </a:pPr>
            <a:endParaRPr b="0" lang="en-US" sz="1800" strike="noStrike" u="none">
              <a:solidFill>
                <a:schemeClr val="dk1"/>
              </a:solidFill>
              <a:effectLst/>
              <a:uFillTx/>
              <a:latin typeface="Corbel"/>
            </a:endParaRPr>
          </a:p>
        </p:txBody>
      </p:sp>
      <p:sp>
        <p:nvSpPr>
          <p:cNvPr id="270" name="PlaceHolder 5"/>
          <p:cNvSpPr>
            <a:spLocks noGrp="1"/>
          </p:cNvSpPr>
          <p:nvPr>
            <p:ph/>
          </p:nvPr>
        </p:nvSpPr>
        <p:spPr>
          <a:xfrm>
            <a:off x="3867840" y="254520"/>
            <a:ext cx="3474000" cy="807120"/>
          </a:xfrm>
          <a:prstGeom prst="rect">
            <a:avLst/>
          </a:prstGeom>
          <a:noFill/>
          <a:ln w="0">
            <a:noFill/>
          </a:ln>
        </p:spPr>
        <p:txBody>
          <a:bodyPr lIns="91440" rIns="91440" tIns="45720" bIns="45720" anchor="t">
            <a:normAutofit/>
          </a:bodyPr>
          <a:p>
            <a:pPr indent="0">
              <a:lnSpc>
                <a:spcPct val="90000"/>
              </a:lnSpc>
              <a:spcBef>
                <a:spcPts val="1417"/>
              </a:spcBef>
              <a:buNone/>
            </a:pPr>
            <a:endParaRPr b="0" lang="en-US" sz="1800" strike="noStrike" u="none">
              <a:solidFill>
                <a:schemeClr val="dk1"/>
              </a:solidFill>
              <a:effectLst/>
              <a:uFillTx/>
              <a:latin typeface="Corbel"/>
            </a:endParaRPr>
          </a:p>
        </p:txBody>
      </p:sp>
      <p:sp>
        <p:nvSpPr>
          <p:cNvPr id="271" name="PlaceHolder 6"/>
          <p:cNvSpPr>
            <a:spLocks noGrp="1"/>
          </p:cNvSpPr>
          <p:nvPr>
            <p:ph/>
          </p:nvPr>
        </p:nvSpPr>
        <p:spPr>
          <a:xfrm>
            <a:off x="255960" y="2544480"/>
            <a:ext cx="2833920" cy="3270960"/>
          </a:xfrm>
          <a:prstGeom prst="rect">
            <a:avLst/>
          </a:prstGeom>
          <a:noFill/>
          <a:ln w="0">
            <a:noFill/>
          </a:ln>
        </p:spPr>
        <p:txBody>
          <a:bodyPr lIns="91440" rIns="91440" tIns="45720" bIns="45720" anchor="t">
            <a:noAutofit/>
          </a:bodyPr>
          <a:p>
            <a:pPr indent="0">
              <a:lnSpc>
                <a:spcPct val="90000"/>
              </a:lnSpc>
              <a:spcBef>
                <a:spcPts val="1417"/>
              </a:spcBef>
              <a:buNone/>
            </a:pPr>
            <a:endParaRPr b="0" lang="en-US" sz="1800" strike="noStrike" u="none">
              <a:solidFill>
                <a:schemeClr val="dk1"/>
              </a:solidFill>
              <a:effectLst/>
              <a:uFillTx/>
              <a:latin typeface="Corbel"/>
            </a:endParaRPr>
          </a:p>
        </p:txBody>
      </p:sp>
      <p:sp>
        <p:nvSpPr>
          <p:cNvPr id="272" name="PlaceHolder 7"/>
          <p:cNvSpPr>
            <a:spLocks noGrp="1"/>
          </p:cNvSpPr>
          <p:nvPr>
            <p:ph type="title"/>
          </p:nvPr>
        </p:nvSpPr>
        <p:spPr>
          <a:xfrm>
            <a:off x="255960" y="254520"/>
            <a:ext cx="2833920" cy="2122200"/>
          </a:xfrm>
          <a:prstGeom prst="rect">
            <a:avLst/>
          </a:prstGeom>
          <a:noFill/>
          <a:ln w="0">
            <a:noFill/>
          </a:ln>
        </p:spPr>
        <p:txBody>
          <a:bodyPr lIns="91440" rIns="91440" tIns="45720" bIns="45720" anchor="b">
            <a:noAutofit/>
          </a:bodyPr>
          <a:p>
            <a:pPr indent="0" defTabSz="914400">
              <a:lnSpc>
                <a:spcPct val="90000"/>
              </a:lnSpc>
              <a:buNone/>
              <a:tabLst>
                <a:tab algn="l" pos="0"/>
              </a:tabLst>
            </a:pPr>
            <a:r>
              <a:rPr b="0" lang="en-US" sz="3600" spc="-60" strike="noStrike" u="none">
                <a:solidFill>
                  <a:srgbClr val="ffffff"/>
                </a:solidFill>
                <a:effectLst/>
                <a:uFillTx/>
                <a:latin typeface="Arial"/>
              </a:rPr>
              <a:t>Arc of the semester</a:t>
            </a:r>
            <a:endParaRPr b="0" lang="en-US" sz="3600" strike="noStrike" u="none">
              <a:solidFill>
                <a:schemeClr val="dk1"/>
              </a:solidFill>
              <a:effectLst/>
              <a:uFillTx/>
              <a:latin typeface="Corbel"/>
            </a:endParaRPr>
          </a:p>
        </p:txBody>
      </p:sp>
      <p:sp>
        <p:nvSpPr>
          <p:cNvPr id="273" name="PlaceHolder 82"/>
          <p:cNvSpPr txBox="1"/>
          <p:nvPr/>
        </p:nvSpPr>
        <p:spPr>
          <a:xfrm>
            <a:off x="3886200" y="1251000"/>
            <a:ext cx="3474000" cy="4373640"/>
          </a:xfrm>
          <a:prstGeom prst="rect">
            <a:avLst/>
          </a:prstGeom>
          <a:noFill/>
          <a:ln w="0">
            <a:noFill/>
          </a:ln>
        </p:spPr>
        <p:txBody>
          <a:bodyPr anchor="t">
            <a:normAutofit/>
          </a:bodyPr>
          <a:p>
            <a:pPr marL="432000" indent="-324000">
              <a:lnSpc>
                <a:spcPct val="90000"/>
              </a:lnSpc>
              <a:spcBef>
                <a:spcPts val="1417"/>
              </a:spcBef>
              <a:buClr>
                <a:srgbClr val="000000"/>
              </a:buClr>
              <a:buSzPct val="45000"/>
              <a:buFont typeface="Wingdings" charset="2"/>
              <a:buChar char=""/>
            </a:pPr>
            <a:r>
              <a:rPr b="0" lang="en-US" sz="2800" strike="noStrike" u="none">
                <a:solidFill>
                  <a:schemeClr val="dk1"/>
                </a:solidFill>
                <a:effectLst/>
                <a:uFillTx/>
                <a:latin typeface="Corbel"/>
              </a:rPr>
              <a:t>Introductory </a:t>
            </a:r>
            <a:r>
              <a:rPr b="0" lang="en-US" sz="2800" strike="noStrike" u="none">
                <a:solidFill>
                  <a:schemeClr val="dk1"/>
                </a:solidFill>
                <a:effectLst/>
                <a:uFillTx/>
                <a:latin typeface="Corbel"/>
              </a:rPr>
              <a:t>sessions</a:t>
            </a:r>
            <a:endParaRPr b="0" lang="en-US" sz="2800" strike="noStrike" u="none">
              <a:solidFill>
                <a:schemeClr val="dk1"/>
              </a:solidFill>
              <a:effectLst/>
              <a:uFillTx/>
              <a:latin typeface="Corbel"/>
            </a:endParaRPr>
          </a:p>
          <a:p>
            <a:pPr marL="432000" indent="-324000">
              <a:lnSpc>
                <a:spcPct val="90000"/>
              </a:lnSpc>
              <a:spcBef>
                <a:spcPts val="1417"/>
              </a:spcBef>
              <a:buClr>
                <a:srgbClr val="000000"/>
              </a:buClr>
              <a:buSzPct val="45000"/>
              <a:buFont typeface="Wingdings" charset="2"/>
              <a:buChar char=""/>
            </a:pPr>
            <a:r>
              <a:rPr b="0" lang="en-US" sz="2800" strike="noStrike" u="none">
                <a:solidFill>
                  <a:schemeClr val="dk1"/>
                </a:solidFill>
                <a:effectLst/>
                <a:uFillTx/>
                <a:latin typeface="Corbel"/>
              </a:rPr>
              <a:t>Midterm (before </a:t>
            </a:r>
            <a:r>
              <a:rPr b="0" lang="en-US" sz="2800" strike="noStrike" u="none">
                <a:solidFill>
                  <a:schemeClr val="dk1"/>
                </a:solidFill>
                <a:effectLst/>
                <a:uFillTx/>
                <a:latin typeface="Corbel"/>
              </a:rPr>
              <a:t>Spring Break) </a:t>
            </a:r>
            <a:r>
              <a:rPr b="0" lang="en-US" sz="2800" strike="noStrike" u="none">
                <a:solidFill>
                  <a:schemeClr val="dk1"/>
                </a:solidFill>
                <a:effectLst/>
                <a:uFillTx/>
                <a:latin typeface="Corbel"/>
              </a:rPr>
              <a:t>incident analysis</a:t>
            </a:r>
            <a:endParaRPr b="0" lang="en-US" sz="2800" strike="noStrike" u="none">
              <a:solidFill>
                <a:schemeClr val="dk1"/>
              </a:solidFill>
              <a:effectLst/>
              <a:uFillTx/>
              <a:latin typeface="Corbel"/>
            </a:endParaRPr>
          </a:p>
          <a:p>
            <a:pPr marL="432000" indent="-324000">
              <a:lnSpc>
                <a:spcPct val="90000"/>
              </a:lnSpc>
              <a:spcBef>
                <a:spcPts val="1417"/>
              </a:spcBef>
              <a:buClr>
                <a:srgbClr val="000000"/>
              </a:buClr>
              <a:buSzPct val="45000"/>
              <a:buFont typeface="Wingdings" charset="2"/>
              <a:buChar char=""/>
            </a:pPr>
            <a:r>
              <a:rPr b="0" lang="en-US" sz="2800" strike="noStrike" u="none">
                <a:solidFill>
                  <a:schemeClr val="dk1"/>
                </a:solidFill>
                <a:effectLst/>
                <a:uFillTx/>
                <a:latin typeface="Corbel"/>
              </a:rPr>
              <a:t>Final project (in </a:t>
            </a:r>
            <a:r>
              <a:rPr b="0" lang="en-US" sz="2800" strike="noStrike" u="none">
                <a:solidFill>
                  <a:schemeClr val="dk1"/>
                </a:solidFill>
                <a:effectLst/>
                <a:uFillTx/>
                <a:latin typeface="Corbel"/>
              </a:rPr>
              <a:t>teams) </a:t>
            </a:r>
            <a:endParaRPr b="0" lang="en-US" sz="2800" strike="noStrike" u="none">
              <a:solidFill>
                <a:schemeClr val="dk1"/>
              </a:solidFill>
              <a:effectLst/>
              <a:uFillTx/>
              <a:latin typeface="Corbel"/>
            </a:endParaRPr>
          </a:p>
        </p:txBody>
      </p:sp>
      <p:pic>
        <p:nvPicPr>
          <p:cNvPr id="274" name="" descr=""/>
          <p:cNvPicPr/>
          <p:nvPr/>
        </p:nvPicPr>
        <p:blipFill>
          <a:blip r:embed="rId1"/>
          <a:stretch/>
        </p:blipFill>
        <p:spPr>
          <a:xfrm>
            <a:off x="266760" y="2552760"/>
            <a:ext cx="2823120" cy="2823120"/>
          </a:xfrm>
          <a:prstGeom prst="rect">
            <a:avLst/>
          </a:prstGeom>
          <a:noFill/>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5" name="PlaceHolder 1"/>
          <p:cNvSpPr>
            <a:spLocks noGrp="1"/>
          </p:cNvSpPr>
          <p:nvPr>
            <p:ph/>
          </p:nvPr>
        </p:nvSpPr>
        <p:spPr>
          <a:xfrm>
            <a:off x="7818480" y="5748480"/>
            <a:ext cx="3474000" cy="364320"/>
          </a:xfrm>
          <a:prstGeom prst="rect">
            <a:avLst/>
          </a:prstGeom>
          <a:noFill/>
          <a:ln w="0">
            <a:noFill/>
          </a:ln>
        </p:spPr>
        <p:txBody>
          <a:bodyPr lIns="91440" rIns="91440" tIns="45720" bIns="45720" anchor="b">
            <a:noAutofit/>
          </a:bodyPr>
          <a:p>
            <a:pPr indent="0">
              <a:lnSpc>
                <a:spcPct val="90000"/>
              </a:lnSpc>
              <a:spcBef>
                <a:spcPts val="1417"/>
              </a:spcBef>
              <a:buNone/>
            </a:pPr>
            <a:endParaRPr b="0" lang="en-US" sz="1800" strike="noStrike" u="none">
              <a:solidFill>
                <a:schemeClr val="dk1"/>
              </a:solidFill>
              <a:effectLst/>
              <a:uFillTx/>
              <a:latin typeface="Corbel"/>
            </a:endParaRPr>
          </a:p>
        </p:txBody>
      </p:sp>
      <p:sp>
        <p:nvSpPr>
          <p:cNvPr id="276" name="PlaceHolder 2"/>
          <p:cNvSpPr>
            <a:spLocks noGrp="1"/>
          </p:cNvSpPr>
          <p:nvPr>
            <p:ph/>
          </p:nvPr>
        </p:nvSpPr>
        <p:spPr>
          <a:xfrm>
            <a:off x="7818480" y="1224360"/>
            <a:ext cx="3474000" cy="4373640"/>
          </a:xfrm>
          <a:prstGeom prst="rect">
            <a:avLst/>
          </a:prstGeom>
          <a:noFill/>
          <a:ln w="0">
            <a:noFill/>
          </a:ln>
        </p:spPr>
        <p:txBody>
          <a:bodyPr lIns="91440" rIns="91440" tIns="45720" bIns="45720" anchor="t">
            <a:normAutofit/>
          </a:bodyPr>
          <a:p>
            <a:pPr marL="432000" indent="-324000">
              <a:lnSpc>
                <a:spcPct val="90000"/>
              </a:lnSpc>
              <a:spcBef>
                <a:spcPts val="1417"/>
              </a:spcBef>
              <a:buClr>
                <a:srgbClr val="000000"/>
              </a:buClr>
              <a:buSzPct val="45000"/>
              <a:buFont typeface="Wingdings" charset="2"/>
              <a:buChar char=""/>
            </a:pPr>
            <a:r>
              <a:rPr b="0" lang="en-US" sz="2400" strike="noStrike" u="none">
                <a:solidFill>
                  <a:schemeClr val="dk1"/>
                </a:solidFill>
                <a:effectLst/>
                <a:uFillTx/>
                <a:latin typeface="Corbel"/>
              </a:rPr>
              <a:t>Submit progress </a:t>
            </a:r>
            <a:r>
              <a:rPr b="0" lang="en-US" sz="2400" strike="noStrike" u="none">
                <a:solidFill>
                  <a:schemeClr val="dk1"/>
                </a:solidFill>
                <a:effectLst/>
                <a:uFillTx/>
                <a:latin typeface="Corbel"/>
              </a:rPr>
              <a:t>reports on the team </a:t>
            </a:r>
            <a:r>
              <a:rPr b="0" lang="en-US" sz="2400" strike="noStrike" u="none">
                <a:solidFill>
                  <a:schemeClr val="dk1"/>
                </a:solidFill>
                <a:effectLst/>
                <a:uFillTx/>
                <a:latin typeface="Corbel"/>
              </a:rPr>
              <a:t>project</a:t>
            </a:r>
            <a:endParaRPr b="0" lang="en-US" sz="2400" strike="noStrike" u="none">
              <a:solidFill>
                <a:schemeClr val="dk1"/>
              </a:solidFill>
              <a:effectLst/>
              <a:uFillTx/>
              <a:latin typeface="Corbel"/>
            </a:endParaRPr>
          </a:p>
        </p:txBody>
      </p:sp>
      <p:sp>
        <p:nvSpPr>
          <p:cNvPr id="277" name="PlaceHolder 3"/>
          <p:cNvSpPr>
            <a:spLocks noGrp="1"/>
          </p:cNvSpPr>
          <p:nvPr>
            <p:ph/>
          </p:nvPr>
        </p:nvSpPr>
        <p:spPr>
          <a:xfrm>
            <a:off x="7818480" y="261720"/>
            <a:ext cx="3474000" cy="812520"/>
          </a:xfrm>
          <a:prstGeom prst="rect">
            <a:avLst/>
          </a:prstGeom>
          <a:noFill/>
          <a:ln w="0">
            <a:noFill/>
          </a:ln>
        </p:spPr>
        <p:txBody>
          <a:bodyPr lIns="91440" rIns="91440" tIns="45720" bIns="45720" anchor="t">
            <a:normAutofit fontScale="85000" lnSpcReduction="9999"/>
          </a:bodyPr>
          <a:p>
            <a:pPr indent="0" defTabSz="914400">
              <a:lnSpc>
                <a:spcPct val="100000"/>
              </a:lnSpc>
              <a:buNone/>
            </a:pPr>
            <a:r>
              <a:rPr b="0" lang="en-US" sz="3200" strike="noStrike" u="none">
                <a:solidFill>
                  <a:schemeClr val="dk1"/>
                </a:solidFill>
                <a:effectLst/>
                <a:uFillTx/>
                <a:latin typeface="Corbel"/>
              </a:rPr>
              <a:t>Once projects </a:t>
            </a:r>
            <a:r>
              <a:rPr b="0" lang="en-US" sz="3200" strike="noStrike" u="none">
                <a:solidFill>
                  <a:schemeClr val="dk1"/>
                </a:solidFill>
                <a:effectLst/>
                <a:uFillTx/>
                <a:latin typeface="Corbel"/>
              </a:rPr>
              <a:t>begin</a:t>
            </a:r>
            <a:endParaRPr b="0" lang="en-US" sz="3200" strike="noStrike" u="none">
              <a:solidFill>
                <a:schemeClr val="dk1"/>
              </a:solidFill>
              <a:effectLst/>
              <a:uFillTx/>
              <a:latin typeface="Corbel"/>
            </a:endParaRPr>
          </a:p>
        </p:txBody>
      </p:sp>
      <p:sp>
        <p:nvSpPr>
          <p:cNvPr id="278" name="PlaceHolder 4"/>
          <p:cNvSpPr>
            <a:spLocks noGrp="1"/>
          </p:cNvSpPr>
          <p:nvPr>
            <p:ph/>
          </p:nvPr>
        </p:nvSpPr>
        <p:spPr>
          <a:xfrm>
            <a:off x="3858840" y="5748480"/>
            <a:ext cx="3474000" cy="364320"/>
          </a:xfrm>
          <a:prstGeom prst="rect">
            <a:avLst/>
          </a:prstGeom>
          <a:noFill/>
          <a:ln w="0">
            <a:noFill/>
          </a:ln>
        </p:spPr>
        <p:txBody>
          <a:bodyPr lIns="91440" rIns="91440" tIns="45720" bIns="45720" anchor="b">
            <a:noAutofit/>
          </a:bodyPr>
          <a:p>
            <a:pPr indent="0">
              <a:lnSpc>
                <a:spcPct val="90000"/>
              </a:lnSpc>
              <a:spcBef>
                <a:spcPts val="1417"/>
              </a:spcBef>
              <a:buNone/>
            </a:pPr>
            <a:endParaRPr b="0" lang="en-US" sz="1800" strike="noStrike" u="none">
              <a:solidFill>
                <a:schemeClr val="dk1"/>
              </a:solidFill>
              <a:effectLst/>
              <a:uFillTx/>
              <a:latin typeface="Corbel"/>
            </a:endParaRPr>
          </a:p>
        </p:txBody>
      </p:sp>
      <p:sp>
        <p:nvSpPr>
          <p:cNvPr id="279" name="PlaceHolder 5"/>
          <p:cNvSpPr>
            <a:spLocks noGrp="1"/>
          </p:cNvSpPr>
          <p:nvPr>
            <p:ph/>
          </p:nvPr>
        </p:nvSpPr>
        <p:spPr>
          <a:xfrm>
            <a:off x="3867840" y="254520"/>
            <a:ext cx="3474000" cy="807120"/>
          </a:xfrm>
          <a:prstGeom prst="rect">
            <a:avLst/>
          </a:prstGeom>
          <a:noFill/>
          <a:ln w="0">
            <a:noFill/>
          </a:ln>
        </p:spPr>
        <p:txBody>
          <a:bodyPr lIns="91440" rIns="91440" tIns="45720" bIns="45720" anchor="t">
            <a:normAutofit/>
          </a:bodyPr>
          <a:p>
            <a:pPr indent="0">
              <a:lnSpc>
                <a:spcPct val="90000"/>
              </a:lnSpc>
              <a:spcBef>
                <a:spcPts val="1417"/>
              </a:spcBef>
              <a:buNone/>
            </a:pPr>
            <a:endParaRPr b="0" lang="en-US" sz="1800" strike="noStrike" u="none">
              <a:solidFill>
                <a:schemeClr val="dk1"/>
              </a:solidFill>
              <a:effectLst/>
              <a:uFillTx/>
              <a:latin typeface="Corbel"/>
            </a:endParaRPr>
          </a:p>
        </p:txBody>
      </p:sp>
      <p:sp>
        <p:nvSpPr>
          <p:cNvPr id="280" name="PlaceHolder 6"/>
          <p:cNvSpPr>
            <a:spLocks noGrp="1"/>
          </p:cNvSpPr>
          <p:nvPr>
            <p:ph/>
          </p:nvPr>
        </p:nvSpPr>
        <p:spPr>
          <a:xfrm>
            <a:off x="255960" y="2544480"/>
            <a:ext cx="2833920" cy="3270960"/>
          </a:xfrm>
          <a:prstGeom prst="rect">
            <a:avLst/>
          </a:prstGeom>
          <a:noFill/>
          <a:ln w="0">
            <a:noFill/>
          </a:ln>
        </p:spPr>
        <p:txBody>
          <a:bodyPr lIns="91440" rIns="91440" tIns="45720" bIns="45720" anchor="t">
            <a:noAutofit/>
          </a:bodyPr>
          <a:p>
            <a:pPr indent="0">
              <a:lnSpc>
                <a:spcPct val="90000"/>
              </a:lnSpc>
              <a:spcBef>
                <a:spcPts val="1417"/>
              </a:spcBef>
              <a:buNone/>
            </a:pPr>
            <a:endParaRPr b="0" lang="en-US" sz="1800" strike="noStrike" u="none">
              <a:solidFill>
                <a:schemeClr val="dk1"/>
              </a:solidFill>
              <a:effectLst/>
              <a:uFillTx/>
              <a:latin typeface="Corbel"/>
            </a:endParaRPr>
          </a:p>
        </p:txBody>
      </p:sp>
      <p:sp>
        <p:nvSpPr>
          <p:cNvPr id="281" name="PlaceHolder 7"/>
          <p:cNvSpPr>
            <a:spLocks noGrp="1"/>
          </p:cNvSpPr>
          <p:nvPr>
            <p:ph type="title"/>
          </p:nvPr>
        </p:nvSpPr>
        <p:spPr>
          <a:xfrm>
            <a:off x="255960" y="254520"/>
            <a:ext cx="2833920" cy="2122200"/>
          </a:xfrm>
          <a:prstGeom prst="rect">
            <a:avLst/>
          </a:prstGeom>
          <a:noFill/>
          <a:ln w="0">
            <a:noFill/>
          </a:ln>
        </p:spPr>
        <p:txBody>
          <a:bodyPr lIns="91440" rIns="91440" tIns="45720" bIns="45720" anchor="b">
            <a:noAutofit/>
          </a:bodyPr>
          <a:p>
            <a:pPr indent="0" defTabSz="914400">
              <a:lnSpc>
                <a:spcPct val="90000"/>
              </a:lnSpc>
              <a:buNone/>
              <a:tabLst>
                <a:tab algn="l" pos="0"/>
              </a:tabLst>
            </a:pPr>
            <a:r>
              <a:rPr b="0" lang="en-US" sz="3600" spc="-60" strike="noStrike" u="none">
                <a:solidFill>
                  <a:srgbClr val="ffffff"/>
                </a:solidFill>
                <a:effectLst/>
                <a:uFillTx/>
                <a:latin typeface="Arial"/>
              </a:rPr>
              <a:t>Weekly activities</a:t>
            </a:r>
            <a:endParaRPr b="0" lang="en-US" sz="3600" strike="noStrike" u="none">
              <a:solidFill>
                <a:schemeClr val="dk1"/>
              </a:solidFill>
              <a:effectLst/>
              <a:uFillTx/>
              <a:latin typeface="Corbel"/>
            </a:endParaRPr>
          </a:p>
        </p:txBody>
      </p:sp>
      <p:sp>
        <p:nvSpPr>
          <p:cNvPr id="282" name="PlaceHolder 20"/>
          <p:cNvSpPr txBox="1"/>
          <p:nvPr/>
        </p:nvSpPr>
        <p:spPr>
          <a:xfrm>
            <a:off x="3886200" y="1251000"/>
            <a:ext cx="3474000" cy="4373640"/>
          </a:xfrm>
          <a:prstGeom prst="rect">
            <a:avLst/>
          </a:prstGeom>
          <a:noFill/>
          <a:ln w="0">
            <a:noFill/>
          </a:ln>
        </p:spPr>
        <p:txBody>
          <a:bodyPr anchor="t">
            <a:normAutofit fontScale="85000" lnSpcReduction="9999"/>
          </a:bodyPr>
          <a:p>
            <a:pPr marL="432000" indent="-324000">
              <a:lnSpc>
                <a:spcPct val="90000"/>
              </a:lnSpc>
              <a:spcBef>
                <a:spcPts val="1417"/>
              </a:spcBef>
              <a:buClr>
                <a:srgbClr val="000000"/>
              </a:buClr>
              <a:buSzPct val="45000"/>
              <a:buFont typeface="Wingdings" charset="2"/>
              <a:buChar char=""/>
            </a:pPr>
            <a:r>
              <a:rPr b="0" lang="en-US" sz="2800" strike="noStrike" u="none">
                <a:solidFill>
                  <a:schemeClr val="dk1"/>
                </a:solidFill>
                <a:effectLst/>
                <a:uFillTx/>
                <a:latin typeface="Corbel"/>
              </a:rPr>
              <a:t>Read two articles per </a:t>
            </a:r>
            <a:r>
              <a:rPr b="0" lang="en-US" sz="2800" strike="noStrike" u="none">
                <a:solidFill>
                  <a:schemeClr val="dk1"/>
                </a:solidFill>
                <a:effectLst/>
                <a:uFillTx/>
                <a:latin typeface="Corbel"/>
              </a:rPr>
              <a:t>class</a:t>
            </a:r>
            <a:endParaRPr b="0" lang="en-US" sz="2800" strike="noStrike" u="none">
              <a:solidFill>
                <a:schemeClr val="dk1"/>
              </a:solidFill>
              <a:effectLst/>
              <a:uFillTx/>
              <a:latin typeface="Corbel"/>
            </a:endParaRPr>
          </a:p>
          <a:p>
            <a:pPr marL="432000" indent="-324000">
              <a:lnSpc>
                <a:spcPct val="90000"/>
              </a:lnSpc>
              <a:spcBef>
                <a:spcPts val="1417"/>
              </a:spcBef>
              <a:buClr>
                <a:srgbClr val="000000"/>
              </a:buClr>
              <a:buSzPct val="45000"/>
              <a:buFont typeface="Wingdings" charset="2"/>
              <a:buChar char=""/>
            </a:pPr>
            <a:r>
              <a:rPr b="0" lang="en-US" sz="2800" strike="noStrike" u="none">
                <a:solidFill>
                  <a:schemeClr val="dk1"/>
                </a:solidFill>
                <a:effectLst/>
                <a:uFillTx/>
                <a:latin typeface="Corbel"/>
              </a:rPr>
              <a:t>Post a comment by </a:t>
            </a:r>
            <a:r>
              <a:rPr b="0" lang="en-US" sz="2800" strike="noStrike" u="none">
                <a:solidFill>
                  <a:schemeClr val="dk1"/>
                </a:solidFill>
                <a:effectLst/>
                <a:uFillTx/>
                <a:latin typeface="Corbel"/>
              </a:rPr>
              <a:t>9pm the night before, </a:t>
            </a:r>
            <a:r>
              <a:rPr b="0" lang="en-US" sz="2800" strike="noStrike" u="none">
                <a:solidFill>
                  <a:schemeClr val="dk1"/>
                </a:solidFill>
                <a:effectLst/>
                <a:uFillTx/>
                <a:latin typeface="Corbel"/>
              </a:rPr>
              <a:t>and reply to another </a:t>
            </a:r>
            <a:r>
              <a:rPr b="0" lang="en-US" sz="2800" strike="noStrike" u="none">
                <a:solidFill>
                  <a:schemeClr val="dk1"/>
                </a:solidFill>
                <a:effectLst/>
                <a:uFillTx/>
                <a:latin typeface="Corbel"/>
              </a:rPr>
              <a:t>student’s comment</a:t>
            </a:r>
            <a:endParaRPr b="0" lang="en-US" sz="2800" strike="noStrike" u="none">
              <a:solidFill>
                <a:schemeClr val="dk1"/>
              </a:solidFill>
              <a:effectLst/>
              <a:uFillTx/>
              <a:latin typeface="Corbel"/>
            </a:endParaRPr>
          </a:p>
          <a:p>
            <a:pPr marL="432000" indent="-324000">
              <a:lnSpc>
                <a:spcPct val="90000"/>
              </a:lnSpc>
              <a:spcBef>
                <a:spcPts val="1417"/>
              </a:spcBef>
              <a:buClr>
                <a:srgbClr val="000000"/>
              </a:buClr>
              <a:buSzPct val="45000"/>
              <a:buFont typeface="Wingdings" charset="2"/>
              <a:buChar char=""/>
            </a:pPr>
            <a:r>
              <a:rPr b="0" lang="en-US" sz="2800" strike="noStrike" u="none">
                <a:solidFill>
                  <a:schemeClr val="dk1"/>
                </a:solidFill>
                <a:effectLst/>
                <a:uFillTx/>
                <a:latin typeface="Corbel"/>
              </a:rPr>
              <a:t>Post at least one </a:t>
            </a:r>
            <a:r>
              <a:rPr b="0" lang="en-US" sz="2800" strike="noStrike" u="none">
                <a:solidFill>
                  <a:schemeClr val="dk1"/>
                </a:solidFill>
                <a:effectLst/>
                <a:uFillTx/>
                <a:latin typeface="Corbel"/>
              </a:rPr>
              <a:t>news article to </a:t>
            </a:r>
            <a:r>
              <a:rPr b="0" lang="en-US" sz="2800" strike="noStrike" u="none">
                <a:solidFill>
                  <a:schemeClr val="dk1"/>
                </a:solidFill>
                <a:effectLst/>
                <a:uFillTx/>
                <a:latin typeface="Corbel"/>
              </a:rPr>
              <a:t>Canvas and comment </a:t>
            </a:r>
            <a:r>
              <a:rPr b="0" lang="en-US" sz="2800" strike="noStrike" u="none">
                <a:solidFill>
                  <a:schemeClr val="dk1"/>
                </a:solidFill>
                <a:effectLst/>
                <a:uFillTx/>
                <a:latin typeface="Corbel"/>
              </a:rPr>
              <a:t>on another student’s </a:t>
            </a:r>
            <a:r>
              <a:rPr b="0" lang="en-US" sz="2800" strike="noStrike" u="none">
                <a:solidFill>
                  <a:schemeClr val="dk1"/>
                </a:solidFill>
                <a:effectLst/>
                <a:uFillTx/>
                <a:latin typeface="Corbel"/>
              </a:rPr>
              <a:t>post, each week</a:t>
            </a:r>
            <a:endParaRPr b="0" lang="en-US" sz="2800" strike="noStrike" u="none">
              <a:solidFill>
                <a:schemeClr val="dk1"/>
              </a:solidFill>
              <a:effectLst/>
              <a:uFillTx/>
              <a:latin typeface="Corbel"/>
            </a:endParaRPr>
          </a:p>
        </p:txBody>
      </p:sp>
      <p:pic>
        <p:nvPicPr>
          <p:cNvPr id="283" name="" descr=""/>
          <p:cNvPicPr/>
          <p:nvPr/>
        </p:nvPicPr>
        <p:blipFill>
          <a:blip r:embed="rId1"/>
          <a:stretch/>
        </p:blipFill>
        <p:spPr>
          <a:xfrm>
            <a:off x="266760" y="2552760"/>
            <a:ext cx="2823120" cy="2823120"/>
          </a:xfrm>
          <a:prstGeom prst="rect">
            <a:avLst/>
          </a:prstGeom>
          <a:noFill/>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4" name="PlaceHolder 1"/>
          <p:cNvSpPr>
            <a:spLocks noGrp="1"/>
          </p:cNvSpPr>
          <p:nvPr>
            <p:ph/>
          </p:nvPr>
        </p:nvSpPr>
        <p:spPr>
          <a:xfrm>
            <a:off x="7818480" y="5748480"/>
            <a:ext cx="3474000" cy="364320"/>
          </a:xfrm>
          <a:prstGeom prst="rect">
            <a:avLst/>
          </a:prstGeom>
          <a:noFill/>
          <a:ln w="0">
            <a:noFill/>
          </a:ln>
        </p:spPr>
        <p:txBody>
          <a:bodyPr lIns="91440" rIns="91440" tIns="45720" bIns="45720" anchor="b">
            <a:noAutofit/>
          </a:bodyPr>
          <a:p>
            <a:pPr indent="0">
              <a:lnSpc>
                <a:spcPct val="90000"/>
              </a:lnSpc>
              <a:spcBef>
                <a:spcPts val="1417"/>
              </a:spcBef>
              <a:buNone/>
            </a:pPr>
            <a:endParaRPr b="0" lang="en-US" sz="1800" strike="noStrike" u="none">
              <a:solidFill>
                <a:schemeClr val="dk1"/>
              </a:solidFill>
              <a:effectLst/>
              <a:uFillTx/>
              <a:latin typeface="Corbel"/>
            </a:endParaRPr>
          </a:p>
        </p:txBody>
      </p:sp>
      <p:sp>
        <p:nvSpPr>
          <p:cNvPr id="285" name="PlaceHolder 2"/>
          <p:cNvSpPr>
            <a:spLocks noGrp="1"/>
          </p:cNvSpPr>
          <p:nvPr>
            <p:ph/>
          </p:nvPr>
        </p:nvSpPr>
        <p:spPr>
          <a:xfrm>
            <a:off x="7818480" y="1224360"/>
            <a:ext cx="3474000" cy="4373640"/>
          </a:xfrm>
          <a:prstGeom prst="rect">
            <a:avLst/>
          </a:prstGeom>
          <a:noFill/>
          <a:ln w="0">
            <a:noFill/>
          </a:ln>
        </p:spPr>
        <p:txBody>
          <a:bodyPr lIns="91440" rIns="91440" tIns="45720" bIns="45720" anchor="t">
            <a:normAutofit/>
          </a:bodyPr>
          <a:p>
            <a:pPr marL="432000" indent="-324000">
              <a:lnSpc>
                <a:spcPct val="90000"/>
              </a:lnSpc>
              <a:spcBef>
                <a:spcPts val="1417"/>
              </a:spcBef>
              <a:buClr>
                <a:srgbClr val="000000"/>
              </a:buClr>
              <a:buSzPct val="45000"/>
              <a:buFont typeface="Wingdings" charset="2"/>
              <a:buChar char=""/>
            </a:pPr>
            <a:r>
              <a:rPr b="0" lang="en-US" sz="2800" strike="noStrike" u="none">
                <a:solidFill>
                  <a:schemeClr val="dk1"/>
                </a:solidFill>
                <a:effectLst/>
                <a:uFillTx/>
                <a:latin typeface="Corbel"/>
              </a:rPr>
              <a:t>Attendance is expected and </a:t>
            </a:r>
            <a:r>
              <a:rPr b="0" lang="en-US" sz="2800" strike="noStrike" u="none">
                <a:solidFill>
                  <a:schemeClr val="dk1"/>
                </a:solidFill>
                <a:effectLst/>
                <a:uFillTx/>
                <a:latin typeface="Corbel"/>
              </a:rPr>
              <a:t>part of the participation grade</a:t>
            </a:r>
            <a:br>
              <a:rPr sz="2800"/>
            </a:br>
            <a:r>
              <a:rPr b="0" lang="en-US" sz="2800" strike="noStrike" u="none">
                <a:solidFill>
                  <a:schemeClr val="dk1"/>
                </a:solidFill>
                <a:effectLst/>
                <a:uFillTx/>
                <a:latin typeface="Corbel"/>
              </a:rPr>
              <a:t>(recording staring week 2)</a:t>
            </a:r>
            <a:endParaRPr b="0" lang="en-US" sz="2800" strike="noStrike" u="none">
              <a:solidFill>
                <a:schemeClr val="dk1"/>
              </a:solidFill>
              <a:effectLst/>
              <a:uFillTx/>
              <a:latin typeface="Corbel"/>
            </a:endParaRPr>
          </a:p>
        </p:txBody>
      </p:sp>
      <p:sp>
        <p:nvSpPr>
          <p:cNvPr id="286" name="PlaceHolder 3"/>
          <p:cNvSpPr>
            <a:spLocks noGrp="1"/>
          </p:cNvSpPr>
          <p:nvPr>
            <p:ph/>
          </p:nvPr>
        </p:nvSpPr>
        <p:spPr>
          <a:xfrm>
            <a:off x="7818480" y="261720"/>
            <a:ext cx="3474000" cy="812520"/>
          </a:xfrm>
          <a:prstGeom prst="rect">
            <a:avLst/>
          </a:prstGeom>
          <a:noFill/>
          <a:ln w="0">
            <a:noFill/>
          </a:ln>
        </p:spPr>
        <p:txBody>
          <a:bodyPr lIns="91440" rIns="91440" tIns="45720" bIns="45720" anchor="t">
            <a:normAutofit/>
          </a:bodyPr>
          <a:p>
            <a:pPr indent="0">
              <a:lnSpc>
                <a:spcPct val="90000"/>
              </a:lnSpc>
              <a:spcBef>
                <a:spcPts val="1417"/>
              </a:spcBef>
              <a:buNone/>
            </a:pPr>
            <a:endParaRPr b="0" lang="en-US" sz="1800" strike="noStrike" u="none">
              <a:solidFill>
                <a:schemeClr val="dk1"/>
              </a:solidFill>
              <a:effectLst/>
              <a:uFillTx/>
              <a:latin typeface="Corbel"/>
            </a:endParaRPr>
          </a:p>
        </p:txBody>
      </p:sp>
      <p:sp>
        <p:nvSpPr>
          <p:cNvPr id="287" name="PlaceHolder 4"/>
          <p:cNvSpPr>
            <a:spLocks noGrp="1"/>
          </p:cNvSpPr>
          <p:nvPr>
            <p:ph/>
          </p:nvPr>
        </p:nvSpPr>
        <p:spPr>
          <a:xfrm>
            <a:off x="3858840" y="5748480"/>
            <a:ext cx="3474000" cy="364320"/>
          </a:xfrm>
          <a:prstGeom prst="rect">
            <a:avLst/>
          </a:prstGeom>
          <a:noFill/>
          <a:ln w="0">
            <a:noFill/>
          </a:ln>
        </p:spPr>
        <p:txBody>
          <a:bodyPr lIns="91440" rIns="91440" tIns="45720" bIns="45720" anchor="b">
            <a:noAutofit/>
          </a:bodyPr>
          <a:p>
            <a:pPr indent="0">
              <a:lnSpc>
                <a:spcPct val="90000"/>
              </a:lnSpc>
              <a:spcBef>
                <a:spcPts val="1417"/>
              </a:spcBef>
              <a:buNone/>
            </a:pPr>
            <a:endParaRPr b="0" lang="en-US" sz="1800" strike="noStrike" u="none">
              <a:solidFill>
                <a:schemeClr val="dk1"/>
              </a:solidFill>
              <a:effectLst/>
              <a:uFillTx/>
              <a:latin typeface="Corbel"/>
            </a:endParaRPr>
          </a:p>
        </p:txBody>
      </p:sp>
      <p:sp>
        <p:nvSpPr>
          <p:cNvPr id="288" name="PlaceHolder 5"/>
          <p:cNvSpPr>
            <a:spLocks noGrp="1"/>
          </p:cNvSpPr>
          <p:nvPr>
            <p:ph/>
          </p:nvPr>
        </p:nvSpPr>
        <p:spPr>
          <a:xfrm>
            <a:off x="3867840" y="254520"/>
            <a:ext cx="3474000" cy="807120"/>
          </a:xfrm>
          <a:prstGeom prst="rect">
            <a:avLst/>
          </a:prstGeom>
          <a:noFill/>
          <a:ln w="0">
            <a:noFill/>
          </a:ln>
        </p:spPr>
        <p:txBody>
          <a:bodyPr lIns="91440" rIns="91440" tIns="45720" bIns="45720" anchor="t">
            <a:normAutofit/>
          </a:bodyPr>
          <a:p>
            <a:pPr indent="0">
              <a:lnSpc>
                <a:spcPct val="90000"/>
              </a:lnSpc>
              <a:spcBef>
                <a:spcPts val="1417"/>
              </a:spcBef>
              <a:buNone/>
            </a:pPr>
            <a:endParaRPr b="0" lang="en-US" sz="1800" strike="noStrike" u="none">
              <a:solidFill>
                <a:schemeClr val="dk1"/>
              </a:solidFill>
              <a:effectLst/>
              <a:uFillTx/>
              <a:latin typeface="Corbel"/>
            </a:endParaRPr>
          </a:p>
        </p:txBody>
      </p:sp>
      <p:sp>
        <p:nvSpPr>
          <p:cNvPr id="289" name="PlaceHolder 6"/>
          <p:cNvSpPr>
            <a:spLocks noGrp="1"/>
          </p:cNvSpPr>
          <p:nvPr>
            <p:ph/>
          </p:nvPr>
        </p:nvSpPr>
        <p:spPr>
          <a:xfrm>
            <a:off x="255960" y="2544480"/>
            <a:ext cx="2833920" cy="3270960"/>
          </a:xfrm>
          <a:prstGeom prst="rect">
            <a:avLst/>
          </a:prstGeom>
          <a:noFill/>
          <a:ln w="0">
            <a:noFill/>
          </a:ln>
        </p:spPr>
        <p:txBody>
          <a:bodyPr lIns="91440" rIns="91440" tIns="45720" bIns="45720" anchor="t">
            <a:noAutofit/>
          </a:bodyPr>
          <a:p>
            <a:pPr indent="0">
              <a:lnSpc>
                <a:spcPct val="90000"/>
              </a:lnSpc>
              <a:spcBef>
                <a:spcPts val="1417"/>
              </a:spcBef>
              <a:buNone/>
            </a:pPr>
            <a:endParaRPr b="0" lang="en-US" sz="1800" strike="noStrike" u="none">
              <a:solidFill>
                <a:schemeClr val="dk1"/>
              </a:solidFill>
              <a:effectLst/>
              <a:uFillTx/>
              <a:latin typeface="Corbel"/>
            </a:endParaRPr>
          </a:p>
        </p:txBody>
      </p:sp>
      <p:sp>
        <p:nvSpPr>
          <p:cNvPr id="290" name="PlaceHolder 7"/>
          <p:cNvSpPr>
            <a:spLocks noGrp="1"/>
          </p:cNvSpPr>
          <p:nvPr>
            <p:ph type="title"/>
          </p:nvPr>
        </p:nvSpPr>
        <p:spPr>
          <a:xfrm>
            <a:off x="255960" y="254520"/>
            <a:ext cx="2833920" cy="2122200"/>
          </a:xfrm>
          <a:prstGeom prst="rect">
            <a:avLst/>
          </a:prstGeom>
          <a:noFill/>
          <a:ln w="0">
            <a:noFill/>
          </a:ln>
        </p:spPr>
        <p:txBody>
          <a:bodyPr lIns="91440" rIns="91440" tIns="45720" bIns="45720" anchor="b">
            <a:noAutofit/>
          </a:bodyPr>
          <a:p>
            <a:pPr indent="0" defTabSz="914400">
              <a:lnSpc>
                <a:spcPct val="90000"/>
              </a:lnSpc>
              <a:buNone/>
              <a:tabLst>
                <a:tab algn="l" pos="0"/>
              </a:tabLst>
            </a:pPr>
            <a:r>
              <a:rPr b="0" lang="en-US" sz="3600" spc="-60" strike="noStrike" u="none">
                <a:solidFill>
                  <a:srgbClr val="ffffff"/>
                </a:solidFill>
                <a:effectLst/>
                <a:uFillTx/>
                <a:latin typeface="Arial"/>
              </a:rPr>
              <a:t>Grading</a:t>
            </a:r>
            <a:endParaRPr b="0" lang="en-US" sz="3600" strike="noStrike" u="none">
              <a:solidFill>
                <a:schemeClr val="dk1"/>
              </a:solidFill>
              <a:effectLst/>
              <a:uFillTx/>
              <a:latin typeface="Corbel"/>
            </a:endParaRPr>
          </a:p>
        </p:txBody>
      </p:sp>
      <p:sp>
        <p:nvSpPr>
          <p:cNvPr id="291" name="PlaceHolder 104"/>
          <p:cNvSpPr txBox="1"/>
          <p:nvPr/>
        </p:nvSpPr>
        <p:spPr>
          <a:xfrm>
            <a:off x="3886200" y="1251000"/>
            <a:ext cx="3474000" cy="4373640"/>
          </a:xfrm>
          <a:prstGeom prst="rect">
            <a:avLst/>
          </a:prstGeom>
          <a:noFill/>
          <a:ln w="0">
            <a:noFill/>
          </a:ln>
        </p:spPr>
        <p:txBody>
          <a:bodyPr anchor="t">
            <a:normAutofit/>
          </a:bodyPr>
          <a:p>
            <a:pPr marL="432000" indent="-324000">
              <a:lnSpc>
                <a:spcPct val="90000"/>
              </a:lnSpc>
              <a:spcBef>
                <a:spcPts val="1417"/>
              </a:spcBef>
              <a:buClr>
                <a:srgbClr val="000000"/>
              </a:buClr>
              <a:buSzPct val="45000"/>
              <a:buFont typeface="Wingdings" charset="2"/>
              <a:buChar char=""/>
            </a:pPr>
            <a:r>
              <a:rPr b="0" lang="en-US" sz="2800" strike="noStrike" u="none">
                <a:solidFill>
                  <a:schemeClr val="dk1"/>
                </a:solidFill>
                <a:effectLst/>
                <a:uFillTx/>
                <a:latin typeface="Corbel"/>
              </a:rPr>
              <a:t>Participation in </a:t>
            </a:r>
            <a:r>
              <a:rPr b="0" lang="en-US" sz="2800" strike="noStrike" u="none">
                <a:solidFill>
                  <a:schemeClr val="dk1"/>
                </a:solidFill>
                <a:effectLst/>
                <a:uFillTx/>
                <a:latin typeface="Corbel"/>
              </a:rPr>
              <a:t>class &amp; online: </a:t>
            </a:r>
            <a:r>
              <a:rPr b="0" lang="en-US" sz="2800" strike="noStrike" u="none">
                <a:solidFill>
                  <a:schemeClr val="dk1"/>
                </a:solidFill>
                <a:effectLst/>
                <a:uFillTx/>
                <a:latin typeface="Corbel"/>
              </a:rPr>
              <a:t>30%. </a:t>
            </a:r>
            <a:endParaRPr b="0" lang="en-US" sz="2800" strike="noStrike" u="none">
              <a:solidFill>
                <a:schemeClr val="dk1"/>
              </a:solidFill>
              <a:effectLst/>
              <a:uFillTx/>
              <a:latin typeface="Corbel"/>
            </a:endParaRPr>
          </a:p>
          <a:p>
            <a:pPr marL="432000" indent="-324000">
              <a:lnSpc>
                <a:spcPct val="90000"/>
              </a:lnSpc>
              <a:spcBef>
                <a:spcPts val="1417"/>
              </a:spcBef>
              <a:buClr>
                <a:srgbClr val="000000"/>
              </a:buClr>
              <a:buSzPct val="45000"/>
              <a:buFont typeface="Wingdings" charset="2"/>
              <a:buChar char=""/>
            </a:pPr>
            <a:r>
              <a:rPr b="0" lang="en-US" sz="2800" strike="noStrike" u="none">
                <a:solidFill>
                  <a:schemeClr val="dk1"/>
                </a:solidFill>
                <a:effectLst/>
                <a:uFillTx/>
                <a:latin typeface="Corbel"/>
              </a:rPr>
              <a:t>Midterm: 30%. </a:t>
            </a:r>
            <a:endParaRPr b="0" lang="en-US" sz="2800" strike="noStrike" u="none">
              <a:solidFill>
                <a:schemeClr val="dk1"/>
              </a:solidFill>
              <a:effectLst/>
              <a:uFillTx/>
              <a:latin typeface="Corbel"/>
            </a:endParaRPr>
          </a:p>
          <a:p>
            <a:pPr marL="432000" indent="-324000">
              <a:lnSpc>
                <a:spcPct val="90000"/>
              </a:lnSpc>
              <a:spcBef>
                <a:spcPts val="1417"/>
              </a:spcBef>
              <a:buClr>
                <a:srgbClr val="000000"/>
              </a:buClr>
              <a:buSzPct val="45000"/>
              <a:buFont typeface="Wingdings" charset="2"/>
              <a:buChar char=""/>
            </a:pPr>
            <a:r>
              <a:rPr b="0" lang="en-US" sz="2800" strike="noStrike" u="none">
                <a:solidFill>
                  <a:schemeClr val="dk1"/>
                </a:solidFill>
                <a:effectLst/>
                <a:uFillTx/>
                <a:latin typeface="Corbel"/>
              </a:rPr>
              <a:t>Final project: </a:t>
            </a:r>
            <a:r>
              <a:rPr b="0" lang="en-US" sz="2800" strike="noStrike" u="none">
                <a:solidFill>
                  <a:schemeClr val="dk1"/>
                </a:solidFill>
                <a:effectLst/>
                <a:uFillTx/>
                <a:latin typeface="Corbel"/>
              </a:rPr>
              <a:t>40%.</a:t>
            </a:r>
            <a:endParaRPr b="0" lang="en-US" sz="2800" strike="noStrike" u="none">
              <a:solidFill>
                <a:schemeClr val="dk1"/>
              </a:solidFill>
              <a:effectLst/>
              <a:uFillTx/>
              <a:latin typeface="Corbel"/>
            </a:endParaRPr>
          </a:p>
        </p:txBody>
      </p:sp>
      <p:pic>
        <p:nvPicPr>
          <p:cNvPr id="292" name="" descr=""/>
          <p:cNvPicPr/>
          <p:nvPr/>
        </p:nvPicPr>
        <p:blipFill>
          <a:blip r:embed="rId1"/>
          <a:stretch/>
        </p:blipFill>
        <p:spPr>
          <a:xfrm>
            <a:off x="266760" y="2552760"/>
            <a:ext cx="2823120" cy="2823120"/>
          </a:xfrm>
          <a:prstGeom prst="rect">
            <a:avLst/>
          </a:prstGeom>
          <a:noFill/>
          <a:ln w="0">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3" name="PlaceHolder 1"/>
          <p:cNvSpPr>
            <a:spLocks noGrp="1"/>
          </p:cNvSpPr>
          <p:nvPr>
            <p:ph/>
          </p:nvPr>
        </p:nvSpPr>
        <p:spPr>
          <a:xfrm>
            <a:off x="7818480" y="5748480"/>
            <a:ext cx="3474000" cy="364320"/>
          </a:xfrm>
          <a:prstGeom prst="rect">
            <a:avLst/>
          </a:prstGeom>
          <a:noFill/>
          <a:ln w="0">
            <a:noFill/>
          </a:ln>
        </p:spPr>
        <p:txBody>
          <a:bodyPr lIns="91440" rIns="91440" tIns="45720" bIns="45720" anchor="b">
            <a:noAutofit/>
          </a:bodyPr>
          <a:p>
            <a:pPr indent="0">
              <a:lnSpc>
                <a:spcPct val="90000"/>
              </a:lnSpc>
              <a:spcBef>
                <a:spcPts val="1417"/>
              </a:spcBef>
              <a:buNone/>
            </a:pPr>
            <a:endParaRPr b="0" lang="en-US" sz="1800" strike="noStrike" u="none">
              <a:solidFill>
                <a:schemeClr val="dk1"/>
              </a:solidFill>
              <a:effectLst/>
              <a:uFillTx/>
              <a:latin typeface="Corbel"/>
            </a:endParaRPr>
          </a:p>
        </p:txBody>
      </p:sp>
      <p:sp>
        <p:nvSpPr>
          <p:cNvPr id="294" name="PlaceHolder 2"/>
          <p:cNvSpPr>
            <a:spLocks noGrp="1"/>
          </p:cNvSpPr>
          <p:nvPr>
            <p:ph/>
          </p:nvPr>
        </p:nvSpPr>
        <p:spPr>
          <a:xfrm>
            <a:off x="7818480" y="261720"/>
            <a:ext cx="3474000" cy="812520"/>
          </a:xfrm>
          <a:prstGeom prst="rect">
            <a:avLst/>
          </a:prstGeom>
          <a:noFill/>
          <a:ln w="0">
            <a:noFill/>
          </a:ln>
        </p:spPr>
        <p:txBody>
          <a:bodyPr lIns="91440" rIns="91440" tIns="45720" bIns="45720" anchor="t">
            <a:normAutofit/>
          </a:bodyPr>
          <a:p>
            <a:pPr indent="0">
              <a:lnSpc>
                <a:spcPct val="90000"/>
              </a:lnSpc>
              <a:spcBef>
                <a:spcPts val="1417"/>
              </a:spcBef>
              <a:buNone/>
            </a:pPr>
            <a:endParaRPr b="0" lang="en-US" sz="1800" strike="noStrike" u="none">
              <a:solidFill>
                <a:schemeClr val="dk1"/>
              </a:solidFill>
              <a:effectLst/>
              <a:uFillTx/>
              <a:latin typeface="Corbel"/>
            </a:endParaRPr>
          </a:p>
        </p:txBody>
      </p:sp>
      <p:sp>
        <p:nvSpPr>
          <p:cNvPr id="295" name="PlaceHolder 3"/>
          <p:cNvSpPr>
            <a:spLocks noGrp="1"/>
          </p:cNvSpPr>
          <p:nvPr>
            <p:ph/>
          </p:nvPr>
        </p:nvSpPr>
        <p:spPr>
          <a:xfrm>
            <a:off x="3858840" y="5748480"/>
            <a:ext cx="3474000" cy="364320"/>
          </a:xfrm>
          <a:prstGeom prst="rect">
            <a:avLst/>
          </a:prstGeom>
          <a:noFill/>
          <a:ln w="0">
            <a:noFill/>
          </a:ln>
        </p:spPr>
        <p:txBody>
          <a:bodyPr lIns="91440" rIns="91440" tIns="45720" bIns="45720" anchor="b">
            <a:noAutofit/>
          </a:bodyPr>
          <a:p>
            <a:pPr indent="0">
              <a:lnSpc>
                <a:spcPct val="90000"/>
              </a:lnSpc>
              <a:spcBef>
                <a:spcPts val="1417"/>
              </a:spcBef>
              <a:buNone/>
            </a:pPr>
            <a:endParaRPr b="0" lang="en-US" sz="1800" strike="noStrike" u="none">
              <a:solidFill>
                <a:schemeClr val="dk1"/>
              </a:solidFill>
              <a:effectLst/>
              <a:uFillTx/>
              <a:latin typeface="Corbel"/>
            </a:endParaRPr>
          </a:p>
        </p:txBody>
      </p:sp>
      <p:sp>
        <p:nvSpPr>
          <p:cNvPr id="296" name="PlaceHolder 4"/>
          <p:cNvSpPr>
            <a:spLocks noGrp="1"/>
          </p:cNvSpPr>
          <p:nvPr>
            <p:ph/>
          </p:nvPr>
        </p:nvSpPr>
        <p:spPr>
          <a:xfrm>
            <a:off x="3867840" y="254520"/>
            <a:ext cx="3474000" cy="807120"/>
          </a:xfrm>
          <a:prstGeom prst="rect">
            <a:avLst/>
          </a:prstGeom>
          <a:noFill/>
          <a:ln w="0">
            <a:noFill/>
          </a:ln>
        </p:spPr>
        <p:txBody>
          <a:bodyPr lIns="91440" rIns="91440" tIns="45720" bIns="45720" anchor="t">
            <a:normAutofit/>
          </a:bodyPr>
          <a:p>
            <a:pPr indent="0">
              <a:lnSpc>
                <a:spcPct val="90000"/>
              </a:lnSpc>
              <a:spcBef>
                <a:spcPts val="1417"/>
              </a:spcBef>
              <a:buNone/>
            </a:pPr>
            <a:endParaRPr b="0" lang="en-US" sz="1800" strike="noStrike" u="none">
              <a:solidFill>
                <a:schemeClr val="dk1"/>
              </a:solidFill>
              <a:effectLst/>
              <a:uFillTx/>
              <a:latin typeface="Corbel"/>
            </a:endParaRPr>
          </a:p>
        </p:txBody>
      </p:sp>
      <p:sp>
        <p:nvSpPr>
          <p:cNvPr id="297" name="PlaceHolder 5"/>
          <p:cNvSpPr>
            <a:spLocks noGrp="1"/>
          </p:cNvSpPr>
          <p:nvPr>
            <p:ph/>
          </p:nvPr>
        </p:nvSpPr>
        <p:spPr>
          <a:xfrm>
            <a:off x="255960" y="2544480"/>
            <a:ext cx="2833920" cy="3270960"/>
          </a:xfrm>
          <a:prstGeom prst="rect">
            <a:avLst/>
          </a:prstGeom>
          <a:noFill/>
          <a:ln w="0">
            <a:noFill/>
          </a:ln>
        </p:spPr>
        <p:txBody>
          <a:bodyPr lIns="91440" rIns="91440" tIns="45720" bIns="45720" anchor="t">
            <a:noAutofit/>
          </a:bodyPr>
          <a:p>
            <a:pPr indent="0">
              <a:lnSpc>
                <a:spcPct val="90000"/>
              </a:lnSpc>
              <a:spcBef>
                <a:spcPts val="1417"/>
              </a:spcBef>
              <a:buNone/>
            </a:pPr>
            <a:endParaRPr b="0" lang="en-US" sz="1800" strike="noStrike" u="none">
              <a:solidFill>
                <a:schemeClr val="dk1"/>
              </a:solidFill>
              <a:effectLst/>
              <a:uFillTx/>
              <a:latin typeface="Corbel"/>
            </a:endParaRPr>
          </a:p>
        </p:txBody>
      </p:sp>
      <p:sp>
        <p:nvSpPr>
          <p:cNvPr id="298" name="PlaceHolder 6"/>
          <p:cNvSpPr>
            <a:spLocks noGrp="1"/>
          </p:cNvSpPr>
          <p:nvPr>
            <p:ph type="title"/>
          </p:nvPr>
        </p:nvSpPr>
        <p:spPr>
          <a:xfrm>
            <a:off x="255960" y="254520"/>
            <a:ext cx="2833920" cy="2122200"/>
          </a:xfrm>
          <a:prstGeom prst="rect">
            <a:avLst/>
          </a:prstGeom>
          <a:noFill/>
          <a:ln w="0">
            <a:noFill/>
          </a:ln>
        </p:spPr>
        <p:txBody>
          <a:bodyPr lIns="91440" rIns="91440" tIns="45720" bIns="45720" anchor="b">
            <a:noAutofit/>
          </a:bodyPr>
          <a:p>
            <a:pPr indent="0" defTabSz="914400">
              <a:lnSpc>
                <a:spcPct val="90000"/>
              </a:lnSpc>
              <a:buNone/>
              <a:tabLst>
                <a:tab algn="l" pos="0"/>
              </a:tabLst>
            </a:pPr>
            <a:r>
              <a:rPr b="0" lang="en-US" sz="3600" spc="-60" strike="noStrike" u="none">
                <a:solidFill>
                  <a:srgbClr val="ffffff"/>
                </a:solidFill>
                <a:effectLst/>
                <a:uFillTx/>
                <a:latin typeface="Arial"/>
              </a:rPr>
              <a:t>Approved AI Technologies</a:t>
            </a:r>
            <a:endParaRPr b="0" lang="en-US" sz="3600" strike="noStrike" u="none">
              <a:solidFill>
                <a:schemeClr val="dk1"/>
              </a:solidFill>
              <a:effectLst/>
              <a:uFillTx/>
              <a:latin typeface="Corbel"/>
            </a:endParaRPr>
          </a:p>
        </p:txBody>
      </p:sp>
      <p:sp>
        <p:nvSpPr>
          <p:cNvPr id="299" name="PlaceHolder 115"/>
          <p:cNvSpPr txBox="1"/>
          <p:nvPr/>
        </p:nvSpPr>
        <p:spPr>
          <a:xfrm>
            <a:off x="3886200" y="1251000"/>
            <a:ext cx="3474000" cy="4373640"/>
          </a:xfrm>
          <a:prstGeom prst="rect">
            <a:avLst/>
          </a:prstGeom>
          <a:noFill/>
          <a:ln w="0">
            <a:noFill/>
          </a:ln>
        </p:spPr>
        <p:txBody>
          <a:bodyPr anchor="t">
            <a:normAutofit fontScale="77500" lnSpcReduction="19999"/>
          </a:bodyPr>
          <a:p>
            <a:pPr>
              <a:lnSpc>
                <a:spcPct val="90000"/>
              </a:lnSpc>
              <a:spcBef>
                <a:spcPts val="1417"/>
              </a:spcBef>
            </a:pPr>
            <a:r>
              <a:rPr b="0" lang="en-US" sz="2800" strike="noStrike" u="none">
                <a:solidFill>
                  <a:schemeClr val="dk1"/>
                </a:solidFill>
                <a:effectLst/>
                <a:uFillTx/>
                <a:latin typeface="Corbel"/>
              </a:rPr>
              <a:t>Because my main goal is for you to develop the ability to read, think, develop ideas, and analyze data, this course is an "Approved Tools Only" class for Generative AI. </a:t>
            </a:r>
            <a:endParaRPr b="0" lang="en-US" sz="2800" strike="noStrike" u="none">
              <a:solidFill>
                <a:schemeClr val="dk1"/>
              </a:solidFill>
              <a:effectLst/>
              <a:uFillTx/>
              <a:latin typeface="Corbel"/>
            </a:endParaRPr>
          </a:p>
          <a:p>
            <a:pPr>
              <a:lnSpc>
                <a:spcPct val="90000"/>
              </a:lnSpc>
              <a:spcBef>
                <a:spcPts val="1417"/>
              </a:spcBef>
            </a:pPr>
            <a:r>
              <a:rPr b="0" lang="en-US" sz="2800" strike="noStrike" u="none">
                <a:solidFill>
                  <a:schemeClr val="dk1"/>
                </a:solidFill>
                <a:effectLst/>
                <a:uFillTx/>
                <a:latin typeface="Corbel"/>
              </a:rPr>
              <a:t>If you are thinking about using a generative tool, please consult the professor in advance, consult any team-mates, and acknowledge its use in any submissions. </a:t>
            </a:r>
            <a:endParaRPr b="0" lang="en-US" sz="2800" strike="noStrike" u="none">
              <a:solidFill>
                <a:schemeClr val="dk1"/>
              </a:solidFill>
              <a:effectLst/>
              <a:uFillTx/>
              <a:latin typeface="Corbel"/>
            </a:endParaRPr>
          </a:p>
        </p:txBody>
      </p:sp>
      <p:pic>
        <p:nvPicPr>
          <p:cNvPr id="300" name="" descr=""/>
          <p:cNvPicPr/>
          <p:nvPr/>
        </p:nvPicPr>
        <p:blipFill>
          <a:blip r:embed="rId1"/>
          <a:stretch/>
        </p:blipFill>
        <p:spPr>
          <a:xfrm>
            <a:off x="8458200" y="1828800"/>
            <a:ext cx="2285640" cy="3171600"/>
          </a:xfrm>
          <a:prstGeom prst="rect">
            <a:avLst/>
          </a:prstGeom>
          <a:noFill/>
          <a:ln w="0">
            <a:noFill/>
          </a:ln>
        </p:spPr>
      </p:pic>
      <p:pic>
        <p:nvPicPr>
          <p:cNvPr id="301" name="" descr=""/>
          <p:cNvPicPr/>
          <p:nvPr/>
        </p:nvPicPr>
        <p:blipFill>
          <a:blip r:embed="rId2"/>
          <a:stretch/>
        </p:blipFill>
        <p:spPr>
          <a:xfrm>
            <a:off x="266760" y="2552760"/>
            <a:ext cx="2823120" cy="2823120"/>
          </a:xfrm>
          <a:prstGeom prst="rect">
            <a:avLst/>
          </a:prstGeom>
          <a:noFill/>
          <a:ln w="0">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2" name="PlaceHolder 1"/>
          <p:cNvSpPr>
            <a:spLocks noGrp="1"/>
          </p:cNvSpPr>
          <p:nvPr>
            <p:ph/>
          </p:nvPr>
        </p:nvSpPr>
        <p:spPr>
          <a:xfrm>
            <a:off x="7818480" y="5748480"/>
            <a:ext cx="3474000" cy="364320"/>
          </a:xfrm>
          <a:prstGeom prst="rect">
            <a:avLst/>
          </a:prstGeom>
          <a:noFill/>
          <a:ln w="0">
            <a:noFill/>
          </a:ln>
        </p:spPr>
        <p:txBody>
          <a:bodyPr lIns="91440" rIns="91440" tIns="45720" bIns="45720" anchor="b">
            <a:noAutofit/>
          </a:bodyPr>
          <a:p>
            <a:pPr indent="0">
              <a:lnSpc>
                <a:spcPct val="90000"/>
              </a:lnSpc>
              <a:spcBef>
                <a:spcPts val="1417"/>
              </a:spcBef>
              <a:buNone/>
            </a:pPr>
            <a:endParaRPr b="0" lang="en-US" sz="1800" strike="noStrike" u="none">
              <a:solidFill>
                <a:schemeClr val="dk1"/>
              </a:solidFill>
              <a:effectLst/>
              <a:uFillTx/>
              <a:latin typeface="Corbel"/>
            </a:endParaRPr>
          </a:p>
        </p:txBody>
      </p:sp>
      <p:sp>
        <p:nvSpPr>
          <p:cNvPr id="303" name="PlaceHolder 2"/>
          <p:cNvSpPr>
            <a:spLocks noGrp="1"/>
          </p:cNvSpPr>
          <p:nvPr>
            <p:ph/>
          </p:nvPr>
        </p:nvSpPr>
        <p:spPr>
          <a:xfrm>
            <a:off x="7818480" y="1224360"/>
            <a:ext cx="3474000" cy="4373640"/>
          </a:xfrm>
          <a:prstGeom prst="rect">
            <a:avLst/>
          </a:prstGeom>
          <a:noFill/>
          <a:ln w="0">
            <a:noFill/>
          </a:ln>
        </p:spPr>
        <p:txBody>
          <a:bodyPr lIns="91440" rIns="91440" tIns="45720" bIns="45720" anchor="t">
            <a:normAutofit fontScale="77500" lnSpcReduction="19999"/>
          </a:bodyPr>
          <a:p>
            <a:pPr indent="0">
              <a:lnSpc>
                <a:spcPct val="90000"/>
              </a:lnSpc>
              <a:spcBef>
                <a:spcPts val="1417"/>
              </a:spcBef>
              <a:buNone/>
            </a:pPr>
            <a:r>
              <a:rPr b="0" lang="en-US" sz="2800" strike="noStrike" u="none">
                <a:solidFill>
                  <a:schemeClr val="dk1"/>
                </a:solidFill>
                <a:effectLst/>
                <a:uFillTx/>
                <a:latin typeface="Corbel"/>
              </a:rPr>
              <a:t>Below I have </a:t>
            </a:r>
            <a:r>
              <a:rPr b="0" lang="en-US" sz="2800" strike="noStrike" u="none">
                <a:solidFill>
                  <a:schemeClr val="dk1"/>
                </a:solidFill>
                <a:effectLst/>
                <a:uFillTx/>
                <a:latin typeface="Corbel"/>
              </a:rPr>
              <a:t>provided the </a:t>
            </a:r>
            <a:r>
              <a:rPr b="0" lang="en-US" sz="2800" strike="noStrike" u="none">
                <a:solidFill>
                  <a:schemeClr val="dk1"/>
                </a:solidFill>
                <a:effectLst/>
                <a:uFillTx/>
                <a:latin typeface="Corbel"/>
              </a:rPr>
              <a:t>contact </a:t>
            </a:r>
            <a:r>
              <a:rPr b="0" lang="en-US" sz="2800" strike="noStrike" u="none">
                <a:solidFill>
                  <a:schemeClr val="dk1"/>
                </a:solidFill>
                <a:effectLst/>
                <a:uFillTx/>
                <a:latin typeface="Corbel"/>
              </a:rPr>
              <a:t>information for </a:t>
            </a:r>
            <a:r>
              <a:rPr b="0" lang="en-US" sz="2800" strike="noStrike" u="none">
                <a:solidFill>
                  <a:schemeClr val="dk1"/>
                </a:solidFill>
                <a:effectLst/>
                <a:uFillTx/>
                <a:latin typeface="Corbel"/>
              </a:rPr>
              <a:t>some of the </a:t>
            </a:r>
            <a:r>
              <a:rPr b="0" lang="en-US" sz="2800" strike="noStrike" u="none">
                <a:solidFill>
                  <a:schemeClr val="dk1"/>
                </a:solidFill>
                <a:effectLst/>
                <a:uFillTx/>
                <a:latin typeface="Corbel"/>
              </a:rPr>
              <a:t>mental health </a:t>
            </a:r>
            <a:r>
              <a:rPr b="0" lang="en-US" sz="2800" strike="noStrike" u="none">
                <a:solidFill>
                  <a:schemeClr val="dk1"/>
                </a:solidFill>
                <a:effectLst/>
                <a:uFillTx/>
                <a:latin typeface="Corbel"/>
              </a:rPr>
              <a:t>services </a:t>
            </a:r>
            <a:r>
              <a:rPr b="0" lang="en-US" sz="2800" strike="noStrike" u="none">
                <a:solidFill>
                  <a:schemeClr val="dk1"/>
                </a:solidFill>
                <a:effectLst/>
                <a:uFillTx/>
                <a:latin typeface="Corbel"/>
              </a:rPr>
              <a:t>available to </a:t>
            </a:r>
            <a:r>
              <a:rPr b="0" lang="en-US" sz="2800" strike="noStrike" u="none">
                <a:solidFill>
                  <a:schemeClr val="dk1"/>
                </a:solidFill>
                <a:effectLst/>
                <a:uFillTx/>
                <a:latin typeface="Corbel"/>
              </a:rPr>
              <a:t>Cornell </a:t>
            </a:r>
            <a:r>
              <a:rPr b="0" lang="en-US" sz="2800" strike="noStrike" u="none">
                <a:solidFill>
                  <a:schemeClr val="dk1"/>
                </a:solidFill>
                <a:effectLst/>
                <a:uFillTx/>
                <a:latin typeface="Corbel"/>
              </a:rPr>
              <a:t>University </a:t>
            </a:r>
            <a:r>
              <a:rPr b="0" lang="en-US" sz="2800" strike="noStrike" u="none">
                <a:solidFill>
                  <a:schemeClr val="dk1"/>
                </a:solidFill>
                <a:effectLst/>
                <a:uFillTx/>
                <a:latin typeface="Corbel"/>
              </a:rPr>
              <a:t>students so </a:t>
            </a:r>
            <a:r>
              <a:rPr b="0" lang="en-US" sz="2800" strike="noStrike" u="none">
                <a:solidFill>
                  <a:schemeClr val="dk1"/>
                </a:solidFill>
                <a:effectLst/>
                <a:uFillTx/>
                <a:latin typeface="Corbel"/>
              </a:rPr>
              <a:t>that you will </a:t>
            </a:r>
            <a:r>
              <a:rPr b="0" lang="en-US" sz="2800" strike="noStrike" u="none">
                <a:solidFill>
                  <a:schemeClr val="dk1"/>
                </a:solidFill>
                <a:effectLst/>
                <a:uFillTx/>
                <a:latin typeface="Corbel"/>
              </a:rPr>
              <a:t>know where </a:t>
            </a:r>
            <a:r>
              <a:rPr b="0" lang="en-US" sz="2800" strike="noStrike" u="none">
                <a:solidFill>
                  <a:schemeClr val="dk1"/>
                </a:solidFill>
                <a:effectLst/>
                <a:uFillTx/>
                <a:latin typeface="Corbel"/>
              </a:rPr>
              <a:t>you can go if </a:t>
            </a:r>
            <a:r>
              <a:rPr b="0" lang="en-US" sz="2800" strike="noStrike" u="none">
                <a:solidFill>
                  <a:schemeClr val="dk1"/>
                </a:solidFill>
                <a:effectLst/>
                <a:uFillTx/>
                <a:latin typeface="Corbel"/>
              </a:rPr>
              <a:t>you or a friend </a:t>
            </a:r>
            <a:r>
              <a:rPr b="0" lang="en-US" sz="2800" strike="noStrike" u="none">
                <a:solidFill>
                  <a:schemeClr val="dk1"/>
                </a:solidFill>
                <a:effectLst/>
                <a:uFillTx/>
                <a:latin typeface="Corbel"/>
              </a:rPr>
              <a:t>would like to </a:t>
            </a:r>
            <a:r>
              <a:rPr b="0" lang="en-US" sz="2800" strike="noStrike" u="none">
                <a:solidFill>
                  <a:schemeClr val="dk1"/>
                </a:solidFill>
                <a:effectLst/>
                <a:uFillTx/>
                <a:latin typeface="Corbel"/>
              </a:rPr>
              <a:t>take advantage </a:t>
            </a:r>
            <a:r>
              <a:rPr b="0" lang="en-US" sz="2800" strike="noStrike" u="none">
                <a:solidFill>
                  <a:schemeClr val="dk1"/>
                </a:solidFill>
                <a:effectLst/>
                <a:uFillTx/>
                <a:latin typeface="Corbel"/>
              </a:rPr>
              <a:t>of these </a:t>
            </a:r>
            <a:r>
              <a:rPr b="0" lang="en-US" sz="2800" strike="noStrike" u="none">
                <a:solidFill>
                  <a:schemeClr val="dk1"/>
                </a:solidFill>
                <a:effectLst/>
                <a:uFillTx/>
                <a:latin typeface="Corbel"/>
              </a:rPr>
              <a:t>resources.</a:t>
            </a:r>
            <a:endParaRPr b="0" lang="en-US" sz="2800" strike="noStrike" u="none">
              <a:solidFill>
                <a:schemeClr val="dk1"/>
              </a:solidFill>
              <a:effectLst/>
              <a:uFillTx/>
              <a:latin typeface="Corbel"/>
            </a:endParaRPr>
          </a:p>
          <a:p>
            <a:pPr indent="0">
              <a:lnSpc>
                <a:spcPct val="90000"/>
              </a:lnSpc>
              <a:spcBef>
                <a:spcPts val="1417"/>
              </a:spcBef>
              <a:buNone/>
            </a:pPr>
            <a:endParaRPr b="0" lang="en-US" sz="2800" strike="noStrike" u="none">
              <a:solidFill>
                <a:schemeClr val="dk1"/>
              </a:solidFill>
              <a:effectLst/>
              <a:uFillTx/>
              <a:latin typeface="Corbel"/>
            </a:endParaRPr>
          </a:p>
          <a:p>
            <a:pPr indent="0">
              <a:lnSpc>
                <a:spcPct val="90000"/>
              </a:lnSpc>
              <a:spcBef>
                <a:spcPts val="1417"/>
              </a:spcBef>
              <a:buNone/>
            </a:pPr>
            <a:r>
              <a:rPr b="0" lang="en-US" sz="2800" strike="noStrike" u="none">
                <a:solidFill>
                  <a:schemeClr val="dk1"/>
                </a:solidFill>
                <a:effectLst/>
                <a:uFillTx/>
                <a:latin typeface="Corbel"/>
              </a:rPr>
              <a:t>Cornell Health: </a:t>
            </a:r>
            <a:r>
              <a:rPr b="0" lang="en-US" sz="2800" strike="noStrike" u="none">
                <a:solidFill>
                  <a:schemeClr val="dk1"/>
                </a:solidFill>
                <a:effectLst/>
                <a:uFillTx/>
                <a:latin typeface="Corbel"/>
              </a:rPr>
              <a:t>110 Ho Plaza, </a:t>
            </a:r>
            <a:r>
              <a:rPr b="0" lang="en-US" sz="2800" strike="noStrike" u="none">
                <a:solidFill>
                  <a:schemeClr val="dk1"/>
                </a:solidFill>
                <a:effectLst/>
                <a:uFillTx/>
                <a:latin typeface="Corbel"/>
              </a:rPr>
              <a:t>Ithaca NY. </a:t>
            </a:r>
            <a:r>
              <a:rPr b="0" lang="en-US" sz="2800" strike="noStrike" u="none">
                <a:solidFill>
                  <a:schemeClr val="dk1"/>
                </a:solidFill>
                <a:effectLst/>
                <a:uFillTx/>
                <a:latin typeface="Corbel"/>
              </a:rPr>
              <a:t>Phone: 607-</a:t>
            </a:r>
            <a:r>
              <a:rPr b="0" lang="en-US" sz="2800" strike="noStrike" u="none">
                <a:solidFill>
                  <a:schemeClr val="dk1"/>
                </a:solidFill>
                <a:effectLst/>
                <a:uFillTx/>
                <a:latin typeface="Corbel"/>
              </a:rPr>
              <a:t>255-5155.</a:t>
            </a:r>
            <a:endParaRPr b="0" lang="en-US" sz="2800" strike="noStrike" u="none">
              <a:solidFill>
                <a:schemeClr val="dk1"/>
              </a:solidFill>
              <a:effectLst/>
              <a:uFillTx/>
              <a:latin typeface="Corbel"/>
            </a:endParaRPr>
          </a:p>
        </p:txBody>
      </p:sp>
      <p:sp>
        <p:nvSpPr>
          <p:cNvPr id="304" name="PlaceHolder 3"/>
          <p:cNvSpPr>
            <a:spLocks noGrp="1"/>
          </p:cNvSpPr>
          <p:nvPr>
            <p:ph/>
          </p:nvPr>
        </p:nvSpPr>
        <p:spPr>
          <a:xfrm>
            <a:off x="7818480" y="261720"/>
            <a:ext cx="3474000" cy="812520"/>
          </a:xfrm>
          <a:prstGeom prst="rect">
            <a:avLst/>
          </a:prstGeom>
          <a:noFill/>
          <a:ln w="0">
            <a:noFill/>
          </a:ln>
        </p:spPr>
        <p:txBody>
          <a:bodyPr lIns="91440" rIns="91440" tIns="45720" bIns="45720" anchor="t">
            <a:normAutofit/>
          </a:bodyPr>
          <a:p>
            <a:pPr indent="0">
              <a:lnSpc>
                <a:spcPct val="90000"/>
              </a:lnSpc>
              <a:spcBef>
                <a:spcPts val="1417"/>
              </a:spcBef>
              <a:buNone/>
            </a:pPr>
            <a:endParaRPr b="0" lang="en-US" sz="1800" strike="noStrike" u="none">
              <a:solidFill>
                <a:schemeClr val="dk1"/>
              </a:solidFill>
              <a:effectLst/>
              <a:uFillTx/>
              <a:latin typeface="Corbel"/>
            </a:endParaRPr>
          </a:p>
        </p:txBody>
      </p:sp>
      <p:sp>
        <p:nvSpPr>
          <p:cNvPr id="305" name="PlaceHolder 4"/>
          <p:cNvSpPr>
            <a:spLocks noGrp="1"/>
          </p:cNvSpPr>
          <p:nvPr>
            <p:ph/>
          </p:nvPr>
        </p:nvSpPr>
        <p:spPr>
          <a:xfrm>
            <a:off x="3858840" y="5748480"/>
            <a:ext cx="3474000" cy="364320"/>
          </a:xfrm>
          <a:prstGeom prst="rect">
            <a:avLst/>
          </a:prstGeom>
          <a:noFill/>
          <a:ln w="0">
            <a:noFill/>
          </a:ln>
        </p:spPr>
        <p:txBody>
          <a:bodyPr lIns="91440" rIns="91440" tIns="45720" bIns="45720" anchor="b">
            <a:noAutofit/>
          </a:bodyPr>
          <a:p>
            <a:pPr indent="0">
              <a:lnSpc>
                <a:spcPct val="90000"/>
              </a:lnSpc>
              <a:spcBef>
                <a:spcPts val="1417"/>
              </a:spcBef>
              <a:buNone/>
            </a:pPr>
            <a:endParaRPr b="0" lang="en-US" sz="1800" strike="noStrike" u="none">
              <a:solidFill>
                <a:schemeClr val="dk1"/>
              </a:solidFill>
              <a:effectLst/>
              <a:uFillTx/>
              <a:latin typeface="Corbel"/>
            </a:endParaRPr>
          </a:p>
        </p:txBody>
      </p:sp>
      <p:sp>
        <p:nvSpPr>
          <p:cNvPr id="306" name="PlaceHolder 5"/>
          <p:cNvSpPr>
            <a:spLocks noGrp="1"/>
          </p:cNvSpPr>
          <p:nvPr>
            <p:ph/>
          </p:nvPr>
        </p:nvSpPr>
        <p:spPr>
          <a:xfrm>
            <a:off x="3867840" y="254520"/>
            <a:ext cx="3474000" cy="807120"/>
          </a:xfrm>
          <a:prstGeom prst="rect">
            <a:avLst/>
          </a:prstGeom>
          <a:noFill/>
          <a:ln w="0">
            <a:noFill/>
          </a:ln>
        </p:spPr>
        <p:txBody>
          <a:bodyPr lIns="91440" rIns="91440" tIns="45720" bIns="45720" anchor="t">
            <a:normAutofit/>
          </a:bodyPr>
          <a:p>
            <a:pPr indent="0">
              <a:lnSpc>
                <a:spcPct val="90000"/>
              </a:lnSpc>
              <a:spcBef>
                <a:spcPts val="1417"/>
              </a:spcBef>
              <a:buNone/>
            </a:pPr>
            <a:endParaRPr b="0" lang="en-US" sz="1800" strike="noStrike" u="none">
              <a:solidFill>
                <a:schemeClr val="dk1"/>
              </a:solidFill>
              <a:effectLst/>
              <a:uFillTx/>
              <a:latin typeface="Corbel"/>
            </a:endParaRPr>
          </a:p>
        </p:txBody>
      </p:sp>
      <p:sp>
        <p:nvSpPr>
          <p:cNvPr id="307" name="PlaceHolder 6"/>
          <p:cNvSpPr>
            <a:spLocks noGrp="1"/>
          </p:cNvSpPr>
          <p:nvPr>
            <p:ph/>
          </p:nvPr>
        </p:nvSpPr>
        <p:spPr>
          <a:xfrm>
            <a:off x="255960" y="2544480"/>
            <a:ext cx="2833920" cy="3270960"/>
          </a:xfrm>
          <a:prstGeom prst="rect">
            <a:avLst/>
          </a:prstGeom>
          <a:noFill/>
          <a:ln w="0">
            <a:noFill/>
          </a:ln>
        </p:spPr>
        <p:txBody>
          <a:bodyPr lIns="91440" rIns="91440" tIns="45720" bIns="45720" anchor="t">
            <a:noAutofit/>
          </a:bodyPr>
          <a:p>
            <a:pPr indent="0">
              <a:lnSpc>
                <a:spcPct val="90000"/>
              </a:lnSpc>
              <a:spcBef>
                <a:spcPts val="1417"/>
              </a:spcBef>
              <a:buNone/>
            </a:pPr>
            <a:endParaRPr b="0" lang="en-US" sz="1800" strike="noStrike" u="none">
              <a:solidFill>
                <a:schemeClr val="dk1"/>
              </a:solidFill>
              <a:effectLst/>
              <a:uFillTx/>
              <a:latin typeface="Corbel"/>
            </a:endParaRPr>
          </a:p>
        </p:txBody>
      </p:sp>
      <p:sp>
        <p:nvSpPr>
          <p:cNvPr id="308" name="PlaceHolder 7"/>
          <p:cNvSpPr>
            <a:spLocks noGrp="1"/>
          </p:cNvSpPr>
          <p:nvPr>
            <p:ph type="title"/>
          </p:nvPr>
        </p:nvSpPr>
        <p:spPr>
          <a:xfrm>
            <a:off x="255960" y="254520"/>
            <a:ext cx="2833920" cy="2122200"/>
          </a:xfrm>
          <a:prstGeom prst="rect">
            <a:avLst/>
          </a:prstGeom>
          <a:noFill/>
          <a:ln w="0">
            <a:noFill/>
          </a:ln>
        </p:spPr>
        <p:txBody>
          <a:bodyPr lIns="91440" rIns="91440" tIns="45720" bIns="45720" anchor="b">
            <a:noAutofit/>
          </a:bodyPr>
          <a:p>
            <a:pPr indent="0" defTabSz="914400">
              <a:lnSpc>
                <a:spcPct val="90000"/>
              </a:lnSpc>
              <a:buNone/>
              <a:tabLst>
                <a:tab algn="l" pos="0"/>
              </a:tabLst>
            </a:pPr>
            <a:r>
              <a:rPr b="0" lang="en-US" sz="3600" spc="-60" strike="noStrike" u="none">
                <a:solidFill>
                  <a:srgbClr val="ffffff"/>
                </a:solidFill>
                <a:effectLst/>
                <a:uFillTx/>
                <a:latin typeface="Arial"/>
              </a:rPr>
              <a:t>Mental Health Resources</a:t>
            </a:r>
            <a:endParaRPr b="0" lang="en-US" sz="3600" strike="noStrike" u="none">
              <a:solidFill>
                <a:schemeClr val="dk1"/>
              </a:solidFill>
              <a:effectLst/>
              <a:uFillTx/>
              <a:latin typeface="Corbel"/>
            </a:endParaRPr>
          </a:p>
        </p:txBody>
      </p:sp>
      <p:sp>
        <p:nvSpPr>
          <p:cNvPr id="309" name="PlaceHolder 126"/>
          <p:cNvSpPr txBox="1"/>
          <p:nvPr/>
        </p:nvSpPr>
        <p:spPr>
          <a:xfrm>
            <a:off x="3886200" y="1251000"/>
            <a:ext cx="3474000" cy="4373640"/>
          </a:xfrm>
          <a:prstGeom prst="rect">
            <a:avLst/>
          </a:prstGeom>
          <a:noFill/>
          <a:ln w="0">
            <a:noFill/>
          </a:ln>
        </p:spPr>
        <p:txBody>
          <a:bodyPr anchor="t">
            <a:normAutofit fontScale="77500" lnSpcReduction="19999"/>
          </a:bodyPr>
          <a:p>
            <a:pPr>
              <a:lnSpc>
                <a:spcPct val="90000"/>
              </a:lnSpc>
              <a:spcBef>
                <a:spcPts val="1417"/>
              </a:spcBef>
            </a:pPr>
            <a:r>
              <a:rPr b="0" lang="en-US" sz="2800" strike="noStrike" u="none">
                <a:solidFill>
                  <a:schemeClr val="dk1"/>
                </a:solidFill>
                <a:effectLst/>
                <a:uFillTx/>
                <a:latin typeface="Corbel"/>
              </a:rPr>
              <a:t>This class is covering some very difficult topics that relate to severe harms. </a:t>
            </a:r>
            <a:endParaRPr b="0" lang="en-US" sz="2800" strike="noStrike" u="none">
              <a:solidFill>
                <a:schemeClr val="dk1"/>
              </a:solidFill>
              <a:effectLst/>
              <a:uFillTx/>
              <a:latin typeface="Corbel"/>
            </a:endParaRPr>
          </a:p>
          <a:p>
            <a:pPr>
              <a:lnSpc>
                <a:spcPct val="90000"/>
              </a:lnSpc>
              <a:spcBef>
                <a:spcPts val="1417"/>
              </a:spcBef>
            </a:pPr>
            <a:r>
              <a:rPr b="0" lang="en-US" sz="2800" strike="noStrike" u="none">
                <a:solidFill>
                  <a:schemeClr val="dk1"/>
                </a:solidFill>
                <a:effectLst/>
                <a:uFillTx/>
                <a:latin typeface="Corbel"/>
              </a:rPr>
              <a:t>If you are someone who wrestles with mental health issues, I encourage you to </a:t>
            </a:r>
            <a:r>
              <a:rPr b="0" lang="en-US" sz="2800" strike="noStrike" u="none">
                <a:solidFill>
                  <a:schemeClr val="dk1"/>
                </a:solidFill>
                <a:effectLst/>
                <a:uFillTx/>
                <a:latin typeface="Corbel"/>
              </a:rPr>
              <a:t>take a moment to ensure that you have the support you need to take this class </a:t>
            </a:r>
            <a:r>
              <a:rPr b="0" lang="en-US" sz="2800" strike="noStrike" u="none">
                <a:solidFill>
                  <a:schemeClr val="dk1"/>
                </a:solidFill>
                <a:effectLst/>
                <a:uFillTx/>
                <a:latin typeface="Corbel"/>
              </a:rPr>
              <a:t>effectively. If you're unsure what kind of support would be helpful, we can discuss </a:t>
            </a:r>
            <a:r>
              <a:rPr b="0" lang="en-US" sz="2800" strike="noStrike" u="none">
                <a:solidFill>
                  <a:schemeClr val="dk1"/>
                </a:solidFill>
                <a:effectLst/>
                <a:uFillTx/>
                <a:latin typeface="Corbel"/>
              </a:rPr>
              <a:t>ideas in office hours.</a:t>
            </a:r>
            <a:endParaRPr b="0" lang="en-US" sz="2800" strike="noStrike" u="none">
              <a:solidFill>
                <a:schemeClr val="dk1"/>
              </a:solidFill>
              <a:effectLst/>
              <a:uFillTx/>
              <a:latin typeface="Corbe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0" name="PlaceHolder 1"/>
          <p:cNvSpPr>
            <a:spLocks noGrp="1"/>
          </p:cNvSpPr>
          <p:nvPr>
            <p:ph/>
          </p:nvPr>
        </p:nvSpPr>
        <p:spPr>
          <a:xfrm>
            <a:off x="7818480" y="5748480"/>
            <a:ext cx="3474000" cy="364320"/>
          </a:xfrm>
          <a:prstGeom prst="rect">
            <a:avLst/>
          </a:prstGeom>
          <a:noFill/>
          <a:ln w="0">
            <a:noFill/>
          </a:ln>
        </p:spPr>
        <p:txBody>
          <a:bodyPr lIns="91440" rIns="91440" tIns="45720" bIns="45720" anchor="b">
            <a:noAutofit/>
          </a:bodyPr>
          <a:p>
            <a:pPr indent="0">
              <a:lnSpc>
                <a:spcPct val="90000"/>
              </a:lnSpc>
              <a:spcBef>
                <a:spcPts val="1417"/>
              </a:spcBef>
              <a:buNone/>
            </a:pPr>
            <a:endParaRPr b="0" lang="en-US" sz="1800" strike="noStrike" u="none">
              <a:solidFill>
                <a:schemeClr val="dk1"/>
              </a:solidFill>
              <a:effectLst/>
              <a:uFillTx/>
              <a:latin typeface="Corbel"/>
            </a:endParaRPr>
          </a:p>
        </p:txBody>
      </p:sp>
      <p:sp>
        <p:nvSpPr>
          <p:cNvPr id="311" name="PlaceHolder 2"/>
          <p:cNvSpPr>
            <a:spLocks noGrp="1"/>
          </p:cNvSpPr>
          <p:nvPr>
            <p:ph/>
          </p:nvPr>
        </p:nvSpPr>
        <p:spPr>
          <a:xfrm>
            <a:off x="7818480" y="1224360"/>
            <a:ext cx="3474000" cy="4373640"/>
          </a:xfrm>
          <a:prstGeom prst="rect">
            <a:avLst/>
          </a:prstGeom>
          <a:noFill/>
          <a:ln w="0">
            <a:noFill/>
          </a:ln>
        </p:spPr>
        <p:txBody>
          <a:bodyPr lIns="91440" rIns="91440" tIns="45720" bIns="45720" anchor="t">
            <a:normAutofit fontScale="85000" lnSpcReduction="9999"/>
          </a:bodyPr>
          <a:p>
            <a:pPr indent="0">
              <a:lnSpc>
                <a:spcPct val="90000"/>
              </a:lnSpc>
              <a:spcBef>
                <a:spcPts val="1191"/>
              </a:spcBef>
              <a:spcAft>
                <a:spcPts val="992"/>
              </a:spcAft>
              <a:buNone/>
            </a:pPr>
            <a:r>
              <a:rPr b="0" lang="en-US" sz="1800" strike="noStrike" u="none">
                <a:solidFill>
                  <a:schemeClr val="dk1"/>
                </a:solidFill>
                <a:effectLst/>
                <a:uFillTx/>
                <a:latin typeface="Corbel"/>
              </a:rPr>
              <a:t>Paresh Dave (2023) </a:t>
            </a:r>
            <a:r>
              <a:rPr b="1" lang="en-US" sz="1800" strike="noStrike" u="none">
                <a:solidFill>
                  <a:schemeClr val="dk1"/>
                </a:solidFill>
                <a:effectLst/>
                <a:uFillTx/>
                <a:latin typeface="Corbel"/>
              </a:rPr>
              <a:t>The 5 </a:t>
            </a:r>
            <a:r>
              <a:rPr b="1" lang="en-US" sz="1800" strike="noStrike" u="none">
                <a:solidFill>
                  <a:schemeClr val="dk1"/>
                </a:solidFill>
                <a:effectLst/>
                <a:uFillTx/>
                <a:latin typeface="Corbel"/>
              </a:rPr>
              <a:t>Instagram Features That US </a:t>
            </a:r>
            <a:r>
              <a:rPr b="1" lang="en-US" sz="1800" strike="noStrike" u="none">
                <a:solidFill>
                  <a:schemeClr val="dk1"/>
                </a:solidFill>
                <a:effectLst/>
                <a:uFillTx/>
                <a:latin typeface="Corbel"/>
              </a:rPr>
              <a:t>States Say Ruin Teens’ </a:t>
            </a:r>
            <a:r>
              <a:rPr b="1" lang="en-US" sz="1800" strike="noStrike" u="none">
                <a:solidFill>
                  <a:schemeClr val="dk1"/>
                </a:solidFill>
                <a:effectLst/>
                <a:uFillTx/>
                <a:latin typeface="Corbel"/>
              </a:rPr>
              <a:t>Mental Health.</a:t>
            </a:r>
            <a:r>
              <a:rPr b="0" lang="en-US" sz="1800" strike="noStrike" u="none">
                <a:solidFill>
                  <a:schemeClr val="dk1"/>
                </a:solidFill>
                <a:effectLst/>
                <a:uFillTx/>
                <a:latin typeface="Corbel"/>
              </a:rPr>
              <a:t> WIRED</a:t>
            </a:r>
            <a:endParaRPr b="0" lang="en-US" sz="1800" strike="noStrike" u="none">
              <a:solidFill>
                <a:schemeClr val="dk1"/>
              </a:solidFill>
              <a:effectLst/>
              <a:uFillTx/>
              <a:latin typeface="Corbel"/>
            </a:endParaRPr>
          </a:p>
          <a:p>
            <a:pPr indent="0">
              <a:lnSpc>
                <a:spcPct val="90000"/>
              </a:lnSpc>
              <a:spcBef>
                <a:spcPts val="1191"/>
              </a:spcBef>
              <a:spcAft>
                <a:spcPts val="992"/>
              </a:spcAft>
              <a:buNone/>
            </a:pPr>
            <a:r>
              <a:rPr b="0" lang="en-US" sz="1800" strike="noStrike" u="none">
                <a:solidFill>
                  <a:schemeClr val="dk1"/>
                </a:solidFill>
                <a:effectLst/>
                <a:uFillTx/>
                <a:latin typeface="Corbel"/>
              </a:rPr>
              <a:t>Narayanan, A. (2023). </a:t>
            </a:r>
            <a:r>
              <a:rPr b="1" lang="en-US" sz="1800" strike="noStrike" u="none">
                <a:solidFill>
                  <a:schemeClr val="dk1"/>
                </a:solidFill>
                <a:effectLst/>
                <a:uFillTx/>
                <a:latin typeface="Corbel"/>
              </a:rPr>
              <a:t>Understanding social media </a:t>
            </a:r>
            <a:r>
              <a:rPr b="1" lang="en-US" sz="1800" strike="noStrike" u="none">
                <a:solidFill>
                  <a:schemeClr val="dk1"/>
                </a:solidFill>
                <a:effectLst/>
                <a:uFillTx/>
                <a:latin typeface="Corbel"/>
              </a:rPr>
              <a:t>recommendation algorithms </a:t>
            </a:r>
            <a:r>
              <a:rPr b="1" lang="en-US" sz="1800" strike="noStrike" u="none">
                <a:solidFill>
                  <a:schemeClr val="dk1"/>
                </a:solidFill>
                <a:effectLst/>
                <a:uFillTx/>
                <a:latin typeface="Corbel"/>
              </a:rPr>
              <a:t>.</a:t>
            </a:r>
            <a:r>
              <a:rPr b="0" lang="en-US" sz="1800" strike="noStrike" u="none">
                <a:solidFill>
                  <a:schemeClr val="dk1"/>
                </a:solidFill>
                <a:effectLst/>
                <a:uFillTx/>
                <a:latin typeface="Corbel"/>
              </a:rPr>
              <a:t> Knight First Amendement </a:t>
            </a:r>
            <a:r>
              <a:rPr b="0" lang="en-US" sz="1800" strike="noStrike" u="none">
                <a:solidFill>
                  <a:schemeClr val="dk1"/>
                </a:solidFill>
                <a:effectLst/>
                <a:uFillTx/>
                <a:latin typeface="Corbel"/>
              </a:rPr>
              <a:t>Institute.</a:t>
            </a:r>
            <a:endParaRPr b="0" lang="en-US" sz="1800" strike="noStrike" u="none">
              <a:solidFill>
                <a:schemeClr val="dk1"/>
              </a:solidFill>
              <a:effectLst/>
              <a:uFillTx/>
              <a:latin typeface="Corbel"/>
            </a:endParaRPr>
          </a:p>
          <a:p>
            <a:pPr indent="0">
              <a:lnSpc>
                <a:spcPct val="90000"/>
              </a:lnSpc>
              <a:spcBef>
                <a:spcPts val="1191"/>
              </a:spcBef>
              <a:spcAft>
                <a:spcPts val="992"/>
              </a:spcAft>
              <a:buNone/>
            </a:pPr>
            <a:r>
              <a:rPr b="0" lang="en-US" sz="1800" strike="noStrike" u="none">
                <a:solidFill>
                  <a:schemeClr val="dk1"/>
                </a:solidFill>
                <a:effectLst/>
                <a:uFillTx/>
                <a:latin typeface="Corbel"/>
              </a:rPr>
              <a:t>Graduate student reading:</a:t>
            </a:r>
            <a:endParaRPr b="0" lang="en-US" sz="1800" strike="noStrike" u="none">
              <a:solidFill>
                <a:schemeClr val="dk1"/>
              </a:solidFill>
              <a:effectLst/>
              <a:uFillTx/>
              <a:latin typeface="Corbel"/>
            </a:endParaRPr>
          </a:p>
          <a:p>
            <a:pPr indent="0">
              <a:lnSpc>
                <a:spcPct val="90000"/>
              </a:lnSpc>
              <a:spcBef>
                <a:spcPts val="1191"/>
              </a:spcBef>
              <a:spcAft>
                <a:spcPts val="992"/>
              </a:spcAft>
              <a:buNone/>
            </a:pPr>
            <a:r>
              <a:rPr b="0" lang="en-US" sz="1800" strike="noStrike" u="none">
                <a:solidFill>
                  <a:schemeClr val="dk1"/>
                </a:solidFill>
                <a:effectLst/>
                <a:uFillTx/>
                <a:latin typeface="Corbel"/>
              </a:rPr>
              <a:t>Angel, M. P., &amp; boyd, d. (2024, </a:t>
            </a:r>
            <a:r>
              <a:rPr b="0" lang="en-US" sz="1800" strike="noStrike" u="none">
                <a:solidFill>
                  <a:schemeClr val="dk1"/>
                </a:solidFill>
                <a:effectLst/>
                <a:uFillTx/>
                <a:latin typeface="Corbel"/>
              </a:rPr>
              <a:t>March). </a:t>
            </a:r>
            <a:r>
              <a:rPr b="1" lang="en-US" sz="1800" strike="noStrike" u="none">
                <a:solidFill>
                  <a:schemeClr val="dk1"/>
                </a:solidFill>
                <a:effectLst/>
                <a:uFillTx/>
                <a:latin typeface="Corbel"/>
              </a:rPr>
              <a:t>Techno-legal </a:t>
            </a:r>
            <a:r>
              <a:rPr b="1" lang="en-US" sz="1800" strike="noStrike" u="none">
                <a:solidFill>
                  <a:schemeClr val="dk1"/>
                </a:solidFill>
                <a:effectLst/>
                <a:uFillTx/>
                <a:latin typeface="Corbel"/>
              </a:rPr>
              <a:t>solutionism: Regulating </a:t>
            </a:r>
            <a:r>
              <a:rPr b="1" lang="en-US" sz="1800" strike="noStrike" u="none">
                <a:solidFill>
                  <a:schemeClr val="dk1"/>
                </a:solidFill>
                <a:effectLst/>
                <a:uFillTx/>
                <a:latin typeface="Corbel"/>
              </a:rPr>
              <a:t>children's online safety in </a:t>
            </a:r>
            <a:r>
              <a:rPr b="1" lang="en-US" sz="1800" strike="noStrike" u="none">
                <a:solidFill>
                  <a:schemeClr val="dk1"/>
                </a:solidFill>
                <a:effectLst/>
                <a:uFillTx/>
                <a:latin typeface="Corbel"/>
              </a:rPr>
              <a:t>the United States.</a:t>
            </a:r>
            <a:r>
              <a:rPr b="0" lang="en-US" sz="1800" strike="noStrike" u="none">
                <a:solidFill>
                  <a:schemeClr val="dk1"/>
                </a:solidFill>
                <a:effectLst/>
                <a:uFillTx/>
                <a:latin typeface="Corbel"/>
              </a:rPr>
              <a:t> In </a:t>
            </a:r>
            <a:r>
              <a:rPr b="0" lang="en-US" sz="1800" strike="noStrike" u="none">
                <a:solidFill>
                  <a:schemeClr val="dk1"/>
                </a:solidFill>
                <a:effectLst/>
                <a:uFillTx/>
                <a:latin typeface="Corbel"/>
              </a:rPr>
              <a:t>Proceedings of the 2024 </a:t>
            </a:r>
            <a:r>
              <a:rPr b="0" lang="en-US" sz="1800" strike="noStrike" u="none">
                <a:solidFill>
                  <a:schemeClr val="dk1"/>
                </a:solidFill>
                <a:effectLst/>
                <a:uFillTx/>
                <a:latin typeface="Corbel"/>
              </a:rPr>
              <a:t>Symposium on Computer </a:t>
            </a:r>
            <a:r>
              <a:rPr b="0" lang="en-US" sz="1800" strike="noStrike" u="none">
                <a:solidFill>
                  <a:schemeClr val="dk1"/>
                </a:solidFill>
                <a:effectLst/>
                <a:uFillTx/>
                <a:latin typeface="Corbel"/>
              </a:rPr>
              <a:t>Science and Law (pp. 86-97).</a:t>
            </a:r>
            <a:endParaRPr b="0" lang="en-US" sz="1800" strike="noStrike" u="none">
              <a:solidFill>
                <a:schemeClr val="dk1"/>
              </a:solidFill>
              <a:effectLst/>
              <a:uFillTx/>
              <a:latin typeface="Corbel"/>
            </a:endParaRPr>
          </a:p>
        </p:txBody>
      </p:sp>
      <p:sp>
        <p:nvSpPr>
          <p:cNvPr id="312" name="PlaceHolder 3"/>
          <p:cNvSpPr>
            <a:spLocks noGrp="1"/>
          </p:cNvSpPr>
          <p:nvPr>
            <p:ph/>
          </p:nvPr>
        </p:nvSpPr>
        <p:spPr>
          <a:xfrm>
            <a:off x="7818480" y="261720"/>
            <a:ext cx="3474000" cy="812520"/>
          </a:xfrm>
          <a:prstGeom prst="rect">
            <a:avLst/>
          </a:prstGeom>
          <a:noFill/>
          <a:ln w="0">
            <a:noFill/>
          </a:ln>
        </p:spPr>
        <p:txBody>
          <a:bodyPr lIns="91440" rIns="91440" tIns="45720" bIns="45720" anchor="t">
            <a:normAutofit/>
          </a:bodyPr>
          <a:p>
            <a:pPr indent="0">
              <a:lnSpc>
                <a:spcPct val="90000"/>
              </a:lnSpc>
              <a:spcBef>
                <a:spcPts val="1417"/>
              </a:spcBef>
              <a:buNone/>
            </a:pPr>
            <a:endParaRPr b="0" lang="en-US" sz="1800" strike="noStrike" u="none">
              <a:solidFill>
                <a:schemeClr val="dk1"/>
              </a:solidFill>
              <a:effectLst/>
              <a:uFillTx/>
              <a:latin typeface="Corbel"/>
            </a:endParaRPr>
          </a:p>
        </p:txBody>
      </p:sp>
      <p:sp>
        <p:nvSpPr>
          <p:cNvPr id="313" name="PlaceHolder 4"/>
          <p:cNvSpPr>
            <a:spLocks noGrp="1"/>
          </p:cNvSpPr>
          <p:nvPr>
            <p:ph/>
          </p:nvPr>
        </p:nvSpPr>
        <p:spPr>
          <a:xfrm>
            <a:off x="3858840" y="5748480"/>
            <a:ext cx="3474000" cy="364320"/>
          </a:xfrm>
          <a:prstGeom prst="rect">
            <a:avLst/>
          </a:prstGeom>
          <a:noFill/>
          <a:ln w="0">
            <a:noFill/>
          </a:ln>
        </p:spPr>
        <p:txBody>
          <a:bodyPr lIns="91440" rIns="91440" tIns="45720" bIns="45720" anchor="b">
            <a:noAutofit/>
          </a:bodyPr>
          <a:p>
            <a:pPr indent="0">
              <a:lnSpc>
                <a:spcPct val="90000"/>
              </a:lnSpc>
              <a:spcBef>
                <a:spcPts val="1417"/>
              </a:spcBef>
              <a:buNone/>
            </a:pPr>
            <a:endParaRPr b="0" lang="en-US" sz="1800" strike="noStrike" u="none">
              <a:solidFill>
                <a:schemeClr val="dk1"/>
              </a:solidFill>
              <a:effectLst/>
              <a:uFillTx/>
              <a:latin typeface="Corbel"/>
            </a:endParaRPr>
          </a:p>
        </p:txBody>
      </p:sp>
      <p:sp>
        <p:nvSpPr>
          <p:cNvPr id="314" name="PlaceHolder 5"/>
          <p:cNvSpPr>
            <a:spLocks noGrp="1"/>
          </p:cNvSpPr>
          <p:nvPr>
            <p:ph/>
          </p:nvPr>
        </p:nvSpPr>
        <p:spPr>
          <a:xfrm>
            <a:off x="3867840" y="254520"/>
            <a:ext cx="3474000" cy="807120"/>
          </a:xfrm>
          <a:prstGeom prst="rect">
            <a:avLst/>
          </a:prstGeom>
          <a:noFill/>
          <a:ln w="0">
            <a:noFill/>
          </a:ln>
        </p:spPr>
        <p:txBody>
          <a:bodyPr lIns="91440" rIns="91440" tIns="45720" bIns="45720" anchor="t">
            <a:normAutofit/>
          </a:bodyPr>
          <a:p>
            <a:pPr indent="0">
              <a:lnSpc>
                <a:spcPct val="90000"/>
              </a:lnSpc>
              <a:spcBef>
                <a:spcPts val="1417"/>
              </a:spcBef>
              <a:buNone/>
            </a:pPr>
            <a:endParaRPr b="0" lang="en-US" sz="1800" strike="noStrike" u="none">
              <a:solidFill>
                <a:schemeClr val="dk1"/>
              </a:solidFill>
              <a:effectLst/>
              <a:uFillTx/>
              <a:latin typeface="Corbel"/>
            </a:endParaRPr>
          </a:p>
        </p:txBody>
      </p:sp>
      <p:sp>
        <p:nvSpPr>
          <p:cNvPr id="315" name="PlaceHolder 6"/>
          <p:cNvSpPr>
            <a:spLocks noGrp="1"/>
          </p:cNvSpPr>
          <p:nvPr>
            <p:ph/>
          </p:nvPr>
        </p:nvSpPr>
        <p:spPr>
          <a:xfrm>
            <a:off x="255960" y="2544480"/>
            <a:ext cx="2833920" cy="3270960"/>
          </a:xfrm>
          <a:prstGeom prst="rect">
            <a:avLst/>
          </a:prstGeom>
          <a:noFill/>
          <a:ln w="0">
            <a:noFill/>
          </a:ln>
        </p:spPr>
        <p:txBody>
          <a:bodyPr lIns="91440" rIns="91440" tIns="45720" bIns="45720" anchor="t">
            <a:noAutofit/>
          </a:bodyPr>
          <a:p>
            <a:pPr indent="0">
              <a:lnSpc>
                <a:spcPct val="90000"/>
              </a:lnSpc>
              <a:spcBef>
                <a:spcPts val="1417"/>
              </a:spcBef>
              <a:buNone/>
            </a:pPr>
            <a:endParaRPr b="0" lang="en-US" sz="1800" strike="noStrike" u="none">
              <a:solidFill>
                <a:schemeClr val="dk1"/>
              </a:solidFill>
              <a:effectLst/>
              <a:uFillTx/>
              <a:latin typeface="Corbel"/>
            </a:endParaRPr>
          </a:p>
        </p:txBody>
      </p:sp>
      <p:sp>
        <p:nvSpPr>
          <p:cNvPr id="316" name="PlaceHolder 7"/>
          <p:cNvSpPr>
            <a:spLocks noGrp="1"/>
          </p:cNvSpPr>
          <p:nvPr>
            <p:ph type="title"/>
          </p:nvPr>
        </p:nvSpPr>
        <p:spPr>
          <a:xfrm>
            <a:off x="255960" y="254520"/>
            <a:ext cx="2833920" cy="2122200"/>
          </a:xfrm>
          <a:prstGeom prst="rect">
            <a:avLst/>
          </a:prstGeom>
          <a:noFill/>
          <a:ln w="0">
            <a:noFill/>
          </a:ln>
        </p:spPr>
        <p:txBody>
          <a:bodyPr lIns="91440" rIns="91440" tIns="45720" bIns="45720" anchor="b">
            <a:noAutofit/>
          </a:bodyPr>
          <a:p>
            <a:pPr indent="0" defTabSz="914400">
              <a:lnSpc>
                <a:spcPct val="90000"/>
              </a:lnSpc>
              <a:buNone/>
              <a:tabLst>
                <a:tab algn="l" pos="0"/>
              </a:tabLst>
            </a:pPr>
            <a:r>
              <a:rPr b="0" lang="en-US" sz="3600" spc="-60" strike="noStrike" u="none">
                <a:solidFill>
                  <a:srgbClr val="ffffff"/>
                </a:solidFill>
                <a:effectLst/>
                <a:uFillTx/>
                <a:latin typeface="Arial"/>
              </a:rPr>
              <a:t>Reading for Thursday</a:t>
            </a:r>
            <a:endParaRPr b="0" lang="en-US" sz="3600" strike="noStrike" u="none">
              <a:solidFill>
                <a:schemeClr val="dk1"/>
              </a:solidFill>
              <a:effectLst/>
              <a:uFillTx/>
              <a:latin typeface="Corbel"/>
            </a:endParaRPr>
          </a:p>
        </p:txBody>
      </p:sp>
      <p:sp>
        <p:nvSpPr>
          <p:cNvPr id="317" name="PlaceHolder 137"/>
          <p:cNvSpPr txBox="1"/>
          <p:nvPr/>
        </p:nvSpPr>
        <p:spPr>
          <a:xfrm>
            <a:off x="3886200" y="1251000"/>
            <a:ext cx="3474000" cy="4373640"/>
          </a:xfrm>
          <a:prstGeom prst="rect">
            <a:avLst/>
          </a:prstGeom>
          <a:noFill/>
          <a:ln w="0">
            <a:noFill/>
          </a:ln>
        </p:spPr>
        <p:txBody>
          <a:bodyPr anchor="t">
            <a:normAutofit/>
          </a:bodyPr>
          <a:p>
            <a:pPr>
              <a:lnSpc>
                <a:spcPct val="90000"/>
              </a:lnSpc>
              <a:spcBef>
                <a:spcPts val="1417"/>
              </a:spcBef>
            </a:pPr>
            <a:r>
              <a:rPr b="1" lang="en-US" sz="1800" strike="noStrike" u="none">
                <a:solidFill>
                  <a:schemeClr val="dk1"/>
                </a:solidFill>
                <a:effectLst/>
                <a:uFillTx/>
                <a:latin typeface="Corbel"/>
              </a:rPr>
              <a:t>1.2 Tech and Methods: </a:t>
            </a:r>
            <a:r>
              <a:rPr b="1" lang="en-US" sz="1800" strike="noStrike" u="none">
                <a:solidFill>
                  <a:schemeClr val="dk1"/>
                </a:solidFill>
                <a:effectLst/>
                <a:uFillTx/>
                <a:latin typeface="Corbel"/>
              </a:rPr>
              <a:t>How Do AI Systems </a:t>
            </a:r>
            <a:r>
              <a:rPr b="1" lang="en-US" sz="1800" strike="noStrike" u="none">
                <a:solidFill>
                  <a:schemeClr val="dk1"/>
                </a:solidFill>
                <a:effectLst/>
                <a:uFillTx/>
                <a:latin typeface="Corbel"/>
              </a:rPr>
              <a:t>Work? What Does It </a:t>
            </a:r>
            <a:r>
              <a:rPr b="1" lang="en-US" sz="1800" strike="noStrike" u="none">
                <a:solidFill>
                  <a:schemeClr val="dk1"/>
                </a:solidFill>
                <a:effectLst/>
                <a:uFillTx/>
                <a:latin typeface="Corbel"/>
              </a:rPr>
              <a:t>Mean to Fail?</a:t>
            </a:r>
            <a:endParaRPr b="0" lang="en-US" sz="1800" strike="noStrike" u="none">
              <a:solidFill>
                <a:schemeClr val="dk1"/>
              </a:solidFill>
              <a:effectLst/>
              <a:uFillTx/>
              <a:latin typeface="Corbel"/>
            </a:endParaRPr>
          </a:p>
          <a:p>
            <a:pPr>
              <a:lnSpc>
                <a:spcPct val="90000"/>
              </a:lnSpc>
              <a:spcBef>
                <a:spcPts val="1417"/>
              </a:spcBef>
            </a:pPr>
            <a:endParaRPr b="0" lang="en-US" sz="1800" strike="noStrike" u="none">
              <a:solidFill>
                <a:schemeClr val="dk1"/>
              </a:solidFill>
              <a:effectLst/>
              <a:uFillTx/>
              <a:latin typeface="Corbel"/>
            </a:endParaRPr>
          </a:p>
          <a:p>
            <a:pPr>
              <a:lnSpc>
                <a:spcPct val="90000"/>
              </a:lnSpc>
              <a:spcBef>
                <a:spcPts val="1417"/>
              </a:spcBef>
            </a:pPr>
            <a:r>
              <a:rPr b="0" lang="en-US" sz="1800" strike="noStrike" u="none">
                <a:solidFill>
                  <a:schemeClr val="dk1"/>
                </a:solidFill>
                <a:effectLst/>
                <a:uFillTx/>
                <a:latin typeface="Corbel"/>
              </a:rPr>
              <a:t>In this class, we will </a:t>
            </a:r>
            <a:r>
              <a:rPr b="0" lang="en-US" sz="1800" strike="noStrike" u="none">
                <a:solidFill>
                  <a:schemeClr val="dk1"/>
                </a:solidFill>
                <a:effectLst/>
                <a:uFillTx/>
                <a:latin typeface="Corbel"/>
              </a:rPr>
              <a:t>discuss the code and </a:t>
            </a:r>
            <a:r>
              <a:rPr b="0" lang="en-US" sz="1800" strike="noStrike" u="none">
                <a:solidFill>
                  <a:schemeClr val="dk1"/>
                </a:solidFill>
                <a:effectLst/>
                <a:uFillTx/>
                <a:latin typeface="Corbel"/>
              </a:rPr>
              <a:t>mathematics behind </a:t>
            </a:r>
            <a:r>
              <a:rPr b="0" lang="en-US" sz="1800" strike="noStrike" u="none">
                <a:solidFill>
                  <a:schemeClr val="dk1"/>
                </a:solidFill>
                <a:effectLst/>
                <a:uFillTx/>
                <a:latin typeface="Corbel"/>
              </a:rPr>
              <a:t>adaptive algorithms, as </a:t>
            </a:r>
            <a:r>
              <a:rPr b="0" lang="en-US" sz="1800" strike="noStrike" u="none">
                <a:solidFill>
                  <a:schemeClr val="dk1"/>
                </a:solidFill>
                <a:effectLst/>
                <a:uFillTx/>
                <a:latin typeface="Corbel"/>
              </a:rPr>
              <a:t>well as what it means </a:t>
            </a:r>
            <a:r>
              <a:rPr b="0" lang="en-US" sz="1800" strike="noStrike" u="none">
                <a:solidFill>
                  <a:schemeClr val="dk1"/>
                </a:solidFill>
                <a:effectLst/>
                <a:uFillTx/>
                <a:latin typeface="Corbel"/>
              </a:rPr>
              <a:t>for an AI system to fail.</a:t>
            </a:r>
            <a:endParaRPr b="0" lang="en-US" sz="1800" strike="noStrike" u="none">
              <a:solidFill>
                <a:schemeClr val="dk1"/>
              </a:solidFill>
              <a:effectLst/>
              <a:uFillTx/>
              <a:latin typeface="Corbe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8" name="PlaceHolder 1"/>
          <p:cNvSpPr>
            <a:spLocks noGrp="1"/>
          </p:cNvSpPr>
          <p:nvPr>
            <p:ph/>
          </p:nvPr>
        </p:nvSpPr>
        <p:spPr>
          <a:xfrm>
            <a:off x="7818480" y="5748480"/>
            <a:ext cx="3474000" cy="364320"/>
          </a:xfrm>
          <a:prstGeom prst="rect">
            <a:avLst/>
          </a:prstGeom>
          <a:noFill/>
          <a:ln w="0">
            <a:noFill/>
          </a:ln>
        </p:spPr>
        <p:txBody>
          <a:bodyPr lIns="91440" rIns="91440" tIns="45720" bIns="45720" anchor="b">
            <a:noAutofit/>
          </a:bodyPr>
          <a:p>
            <a:pPr indent="0">
              <a:lnSpc>
                <a:spcPct val="90000"/>
              </a:lnSpc>
              <a:spcBef>
                <a:spcPts val="1417"/>
              </a:spcBef>
              <a:buNone/>
            </a:pPr>
            <a:endParaRPr b="0" lang="en-US" sz="1800" strike="noStrike" u="none">
              <a:solidFill>
                <a:schemeClr val="dk1"/>
              </a:solidFill>
              <a:effectLst/>
              <a:uFillTx/>
              <a:latin typeface="Corbel"/>
            </a:endParaRPr>
          </a:p>
        </p:txBody>
      </p:sp>
      <p:sp>
        <p:nvSpPr>
          <p:cNvPr id="319" name="PlaceHolder 2"/>
          <p:cNvSpPr>
            <a:spLocks noGrp="1"/>
          </p:cNvSpPr>
          <p:nvPr>
            <p:ph/>
          </p:nvPr>
        </p:nvSpPr>
        <p:spPr>
          <a:xfrm>
            <a:off x="7818480" y="1224360"/>
            <a:ext cx="3474000" cy="4373640"/>
          </a:xfrm>
          <a:prstGeom prst="rect">
            <a:avLst/>
          </a:prstGeom>
          <a:noFill/>
          <a:ln w="0">
            <a:noFill/>
          </a:ln>
        </p:spPr>
        <p:txBody>
          <a:bodyPr lIns="91440" rIns="91440" tIns="45720" bIns="45720" anchor="t">
            <a:normAutofit/>
          </a:bodyPr>
          <a:p>
            <a:pPr indent="0">
              <a:lnSpc>
                <a:spcPct val="90000"/>
              </a:lnSpc>
              <a:spcBef>
                <a:spcPts val="1417"/>
              </a:spcBef>
              <a:buNone/>
            </a:pPr>
            <a:endParaRPr b="0" lang="en-US" sz="1800" strike="noStrike" u="none">
              <a:solidFill>
                <a:schemeClr val="dk1"/>
              </a:solidFill>
              <a:effectLst/>
              <a:uFillTx/>
              <a:latin typeface="Corbel"/>
            </a:endParaRPr>
          </a:p>
        </p:txBody>
      </p:sp>
      <p:sp>
        <p:nvSpPr>
          <p:cNvPr id="320" name="PlaceHolder 3"/>
          <p:cNvSpPr>
            <a:spLocks noGrp="1"/>
          </p:cNvSpPr>
          <p:nvPr>
            <p:ph/>
          </p:nvPr>
        </p:nvSpPr>
        <p:spPr>
          <a:xfrm>
            <a:off x="7818480" y="261720"/>
            <a:ext cx="3474000" cy="812520"/>
          </a:xfrm>
          <a:prstGeom prst="rect">
            <a:avLst/>
          </a:prstGeom>
          <a:noFill/>
          <a:ln w="0">
            <a:noFill/>
          </a:ln>
        </p:spPr>
        <p:txBody>
          <a:bodyPr lIns="91440" rIns="91440" tIns="45720" bIns="45720" anchor="t">
            <a:normAutofit/>
          </a:bodyPr>
          <a:p>
            <a:pPr indent="0">
              <a:lnSpc>
                <a:spcPct val="90000"/>
              </a:lnSpc>
              <a:spcBef>
                <a:spcPts val="1417"/>
              </a:spcBef>
              <a:buNone/>
            </a:pPr>
            <a:endParaRPr b="0" lang="en-US" sz="1800" strike="noStrike" u="none">
              <a:solidFill>
                <a:schemeClr val="dk1"/>
              </a:solidFill>
              <a:effectLst/>
              <a:uFillTx/>
              <a:latin typeface="Corbel"/>
            </a:endParaRPr>
          </a:p>
        </p:txBody>
      </p:sp>
      <p:sp>
        <p:nvSpPr>
          <p:cNvPr id="321" name="PlaceHolder 4"/>
          <p:cNvSpPr>
            <a:spLocks noGrp="1"/>
          </p:cNvSpPr>
          <p:nvPr>
            <p:ph/>
          </p:nvPr>
        </p:nvSpPr>
        <p:spPr>
          <a:xfrm>
            <a:off x="3858840" y="5748480"/>
            <a:ext cx="3474000" cy="364320"/>
          </a:xfrm>
          <a:prstGeom prst="rect">
            <a:avLst/>
          </a:prstGeom>
          <a:noFill/>
          <a:ln w="0">
            <a:noFill/>
          </a:ln>
        </p:spPr>
        <p:txBody>
          <a:bodyPr lIns="91440" rIns="91440" tIns="45720" bIns="45720" anchor="b">
            <a:noAutofit/>
          </a:bodyPr>
          <a:p>
            <a:pPr indent="0">
              <a:lnSpc>
                <a:spcPct val="90000"/>
              </a:lnSpc>
              <a:spcBef>
                <a:spcPts val="1417"/>
              </a:spcBef>
              <a:buNone/>
            </a:pPr>
            <a:endParaRPr b="0" lang="en-US" sz="1800" strike="noStrike" u="none">
              <a:solidFill>
                <a:schemeClr val="dk1"/>
              </a:solidFill>
              <a:effectLst/>
              <a:uFillTx/>
              <a:latin typeface="Corbel"/>
            </a:endParaRPr>
          </a:p>
        </p:txBody>
      </p:sp>
      <p:sp>
        <p:nvSpPr>
          <p:cNvPr id="322" name="PlaceHolder 5"/>
          <p:cNvSpPr>
            <a:spLocks noGrp="1"/>
          </p:cNvSpPr>
          <p:nvPr>
            <p:ph/>
          </p:nvPr>
        </p:nvSpPr>
        <p:spPr>
          <a:xfrm>
            <a:off x="3867840" y="254520"/>
            <a:ext cx="3474000" cy="807120"/>
          </a:xfrm>
          <a:prstGeom prst="rect">
            <a:avLst/>
          </a:prstGeom>
          <a:noFill/>
          <a:ln w="0">
            <a:noFill/>
          </a:ln>
        </p:spPr>
        <p:txBody>
          <a:bodyPr lIns="91440" rIns="91440" tIns="45720" bIns="45720" anchor="t">
            <a:normAutofit/>
          </a:bodyPr>
          <a:p>
            <a:pPr indent="0">
              <a:lnSpc>
                <a:spcPct val="90000"/>
              </a:lnSpc>
              <a:spcBef>
                <a:spcPts val="1417"/>
              </a:spcBef>
              <a:buNone/>
            </a:pPr>
            <a:endParaRPr b="0" lang="en-US" sz="1800" strike="noStrike" u="none">
              <a:solidFill>
                <a:schemeClr val="dk1"/>
              </a:solidFill>
              <a:effectLst/>
              <a:uFillTx/>
              <a:latin typeface="Corbel"/>
            </a:endParaRPr>
          </a:p>
        </p:txBody>
      </p:sp>
      <p:sp>
        <p:nvSpPr>
          <p:cNvPr id="323" name="PlaceHolder 6"/>
          <p:cNvSpPr>
            <a:spLocks noGrp="1"/>
          </p:cNvSpPr>
          <p:nvPr>
            <p:ph/>
          </p:nvPr>
        </p:nvSpPr>
        <p:spPr>
          <a:xfrm>
            <a:off x="255960" y="2544480"/>
            <a:ext cx="2833920" cy="3270960"/>
          </a:xfrm>
          <a:prstGeom prst="rect">
            <a:avLst/>
          </a:prstGeom>
          <a:noFill/>
          <a:ln w="0">
            <a:noFill/>
          </a:ln>
        </p:spPr>
        <p:txBody>
          <a:bodyPr lIns="91440" rIns="91440" tIns="45720" bIns="45720" anchor="t">
            <a:noAutofit/>
          </a:bodyPr>
          <a:p>
            <a:pPr indent="0" defTabSz="914400">
              <a:lnSpc>
                <a:spcPct val="100000"/>
              </a:lnSpc>
              <a:buNone/>
            </a:pPr>
            <a:r>
              <a:rPr b="1" lang="en-US" sz="1800" strike="noStrike" u="none">
                <a:solidFill>
                  <a:srgbClr val="ffffff"/>
                </a:solidFill>
                <a:effectLst/>
                <a:uFillTx/>
                <a:latin typeface="Corbel"/>
              </a:rPr>
              <a:t>Assigned on Thurs 1/22</a:t>
            </a:r>
            <a:endParaRPr b="1" lang="en-US" sz="1800" strike="noStrike" u="none">
              <a:solidFill>
                <a:srgbClr val="ffffff"/>
              </a:solidFill>
              <a:effectLst/>
              <a:uFillTx/>
              <a:latin typeface="Corbel"/>
            </a:endParaRPr>
          </a:p>
          <a:p>
            <a:pPr indent="0" defTabSz="914400">
              <a:lnSpc>
                <a:spcPct val="100000"/>
              </a:lnSpc>
              <a:buNone/>
            </a:pPr>
            <a:endParaRPr b="1" lang="en-US" sz="1800" strike="noStrike" u="none">
              <a:solidFill>
                <a:srgbClr val="ffffff"/>
              </a:solidFill>
              <a:effectLst/>
              <a:uFillTx/>
              <a:latin typeface="Corbel"/>
            </a:endParaRPr>
          </a:p>
          <a:p>
            <a:pPr indent="0" defTabSz="914400">
              <a:lnSpc>
                <a:spcPct val="100000"/>
              </a:lnSpc>
              <a:buNone/>
            </a:pPr>
            <a:r>
              <a:rPr b="1" lang="en-US" sz="1800" strike="noStrike" u="none">
                <a:solidFill>
                  <a:srgbClr val="ffffff"/>
                </a:solidFill>
                <a:effectLst/>
                <a:uFillTx/>
                <a:latin typeface="Corbel"/>
              </a:rPr>
              <a:t>Due on Thurs 1/29</a:t>
            </a:r>
            <a:endParaRPr b="1" lang="en-US" sz="1800" strike="noStrike" u="none">
              <a:solidFill>
                <a:srgbClr val="ffffff"/>
              </a:solidFill>
              <a:effectLst/>
              <a:uFillTx/>
              <a:latin typeface="Corbel"/>
            </a:endParaRPr>
          </a:p>
        </p:txBody>
      </p:sp>
      <p:sp>
        <p:nvSpPr>
          <p:cNvPr id="324" name="PlaceHolder 7"/>
          <p:cNvSpPr>
            <a:spLocks noGrp="1"/>
          </p:cNvSpPr>
          <p:nvPr>
            <p:ph type="title"/>
          </p:nvPr>
        </p:nvSpPr>
        <p:spPr>
          <a:xfrm>
            <a:off x="255960" y="254520"/>
            <a:ext cx="2833920" cy="2122200"/>
          </a:xfrm>
          <a:prstGeom prst="rect">
            <a:avLst/>
          </a:prstGeom>
          <a:noFill/>
          <a:ln w="0">
            <a:noFill/>
          </a:ln>
        </p:spPr>
        <p:txBody>
          <a:bodyPr lIns="91440" rIns="91440" tIns="45720" bIns="45720" anchor="b">
            <a:noAutofit/>
          </a:bodyPr>
          <a:p>
            <a:pPr indent="0" defTabSz="914400">
              <a:lnSpc>
                <a:spcPct val="90000"/>
              </a:lnSpc>
              <a:buNone/>
              <a:tabLst>
                <a:tab algn="l" pos="0"/>
              </a:tabLst>
            </a:pPr>
            <a:r>
              <a:rPr b="0" lang="en-US" sz="3600" spc="-60" strike="noStrike" u="none">
                <a:solidFill>
                  <a:srgbClr val="ffffff"/>
                </a:solidFill>
                <a:effectLst/>
                <a:uFillTx/>
                <a:latin typeface="Arial"/>
              </a:rPr>
              <a:t>Upcoming Statistics Assignment</a:t>
            </a:r>
            <a:endParaRPr b="0" lang="en-US" sz="3600" strike="noStrike" u="none">
              <a:solidFill>
                <a:schemeClr val="dk1"/>
              </a:solidFill>
              <a:effectLst/>
              <a:uFillTx/>
              <a:latin typeface="Corbel"/>
            </a:endParaRPr>
          </a:p>
        </p:txBody>
      </p:sp>
      <p:sp>
        <p:nvSpPr>
          <p:cNvPr id="325" name="PlaceHolder 148"/>
          <p:cNvSpPr txBox="1"/>
          <p:nvPr/>
        </p:nvSpPr>
        <p:spPr>
          <a:xfrm>
            <a:off x="3886200" y="1251000"/>
            <a:ext cx="3474000" cy="4373640"/>
          </a:xfrm>
          <a:prstGeom prst="rect">
            <a:avLst/>
          </a:prstGeom>
          <a:noFill/>
          <a:ln w="0">
            <a:noFill/>
          </a:ln>
        </p:spPr>
        <p:txBody>
          <a:bodyPr anchor="t">
            <a:normAutofit/>
          </a:bodyPr>
          <a:p>
            <a:pPr>
              <a:lnSpc>
                <a:spcPct val="90000"/>
              </a:lnSpc>
              <a:spcBef>
                <a:spcPts val="1417"/>
              </a:spcBef>
            </a:pPr>
            <a:endParaRPr b="0" lang="en-US" sz="1800" strike="noStrike" u="none">
              <a:solidFill>
                <a:schemeClr val="dk1"/>
              </a:solidFill>
              <a:effectLst/>
              <a:uFillTx/>
              <a:latin typeface="Corbe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Title and Text">
  <a:themeElements>
    <a:clrScheme name="Colorblind Palette">
      <a:dk1>
        <a:srgbClr val="000000"/>
      </a:dk1>
      <a:lt1>
        <a:srgbClr val="ffffff"/>
      </a:lt1>
      <a:dk2>
        <a:srgbClr val="545454"/>
      </a:dk2>
      <a:lt2>
        <a:srgbClr val="bfbfbf"/>
      </a:lt2>
      <a:accent1>
        <a:srgbClr val="55b4e8"/>
      </a:accent1>
      <a:accent2>
        <a:srgbClr val="e59f03"/>
      </a:accent2>
      <a:accent3>
        <a:srgbClr val="009d73"/>
      </a:accent3>
      <a:accent4>
        <a:srgbClr val="f0e442"/>
      </a:accent4>
      <a:accent5>
        <a:srgbClr val="0072b2"/>
      </a:accent5>
      <a:accent6>
        <a:srgbClr val="d45e00"/>
      </a:accent6>
      <a:hlink>
        <a:srgbClr val="d45e00"/>
      </a:hlink>
      <a:folHlink>
        <a:srgbClr val="989998"/>
      </a:folHlink>
    </a:clrScheme>
    <a:fontScheme name="Frame">
      <a:majorFont>
        <a:latin typeface="Corbel" panose="020B0503020204020204" pitchFamily="0" charset="1"/>
        <a:ea typeface=""/>
        <a:cs typeface=""/>
      </a:majorFont>
      <a:minorFont>
        <a:latin typeface="Corbel" panose="020B0503020204020204" pitchFamily="0" charset="1"/>
        <a:ea typeface=""/>
        <a:cs typeface=""/>
      </a:minorFont>
    </a:fontScheme>
    <a:fmtScheme>
      <a:fillStyleLst>
        <a:solidFill>
          <a:schemeClr val="phClr"/>
        </a:solidFill>
        <a:solidFill>
          <a:schemeClr val="phClr">
            <a:tint val="65000"/>
          </a:schemeClr>
        </a:solidFill>
        <a:solidFill>
          <a:schemeClr val="phClr">
            <a:shade val="80000"/>
          </a:schemeClr>
        </a:solidFill>
      </a:fillStyleLst>
      <a:lnStyleLst>
        <a:ln w="9525" cap="flat" cmpd="sng" algn="ctr">
          <a:prstDash val="solid"/>
        </a:ln>
        <a:ln w="10795" cap="flat" cmpd="sng" algn="ctr">
          <a:prstDash val="solid"/>
        </a:ln>
        <a:ln w="17145" cap="flat" cmpd="sng" algn="ctr">
          <a:prstDash val="solid"/>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48000">
              <a:schemeClr val="phClr">
                <a:tint val="98000"/>
                <a:shade val="90000"/>
                <a:lumMod val="103000"/>
              </a:schemeClr>
            </a:gs>
            <a:gs pos="100000">
              <a:schemeClr val="phClr">
                <a:tint val="98000"/>
                <a:shade val="80000"/>
              </a:schemeClr>
            </a:gs>
          </a:gsLst>
          <a:lin ang="5400000" scaled="0"/>
          <a:tileRect l="0" t="0" r="0" b="0"/>
        </a:gradFill>
      </a:bgFillStyleLst>
    </a:fmtScheme>
  </a:themeElements>
</a:theme>
</file>

<file path=ppt/theme/theme17.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comm-2450-deck-template-master</Template>
  <TotalTime>4306</TotalTime>
  <Application>LibreOffice/25.8.3.2$Linux_X86_64 LibreOffice_project/580$Build-2</Application>
  <AppVersion>15.0000</AppVersion>
  <Words>350</Words>
  <Paragraphs>37</Paragraphs>
  <Company>Cornell University</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2020-11-01T15:20:40Z</dcterms:created>
  <dc:creator>Drew Margolin</dc:creator>
  <dc:description/>
  <dc:language>en-US</dc:language>
  <cp:lastModifiedBy>J. Nathan Matias</cp:lastModifiedBy>
  <cp:lastPrinted>2021-11-02T13:41:04Z</cp:lastPrinted>
  <dcterms:modified xsi:type="dcterms:W3CDTF">2026-01-20T07:18:13Z</dcterms:modified>
  <cp:revision>331</cp:revision>
  <dc:subject/>
  <dc:title>Slide Formats for COMM 2450</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9</vt:i4>
  </property>
  <property fmtid="{D5CDD505-2E9C-101B-9397-08002B2CF9AE}" pid="3" name="PresentationFormat">
    <vt:lpwstr>Widescreen</vt:lpwstr>
  </property>
  <property fmtid="{D5CDD505-2E9C-101B-9397-08002B2CF9AE}" pid="4" name="Slides">
    <vt:i4>9</vt:i4>
  </property>
</Properties>
</file>