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18.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10.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1.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7.xml.rels" ContentType="application/vnd.openxmlformats-package.relationships+xml"/>
  <Override PartName="/ppt/slideLayouts/_rels/slideLayout12.xml.rels" ContentType="application/vnd.openxmlformats-package.relationships+xml"/>
  <Override PartName="/ppt/slideLayouts/_rels/slideLayout17.xml.rels" ContentType="application/vnd.openxmlformats-package.relationships+xml"/>
  <Override PartName="/ppt/slideLayouts/_rels/slideLayout16.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6.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presProps.xml" ContentType="application/vnd.openxmlformats-officedocument.presentationml.presPro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slides/_rels/slide9.xml.rels" ContentType="application/vnd.openxmlformats-package.relationships+xml"/>
  <Override PartName="/ppt/slides/_rels/slide11.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xml.rels" ContentType="application/vnd.openxmlformats-package.relationships+xml"/>
  <Override PartName="/ppt/slides/_rels/slide12.xml.rels" ContentType="application/vnd.openxmlformats-package.relationships+xml"/>
  <Override PartName="/ppt/slides/_rels/slide2.xml.rels" ContentType="application/vnd.openxmlformats-package.relationships+xml"/>
  <Override PartName="/ppt/slides/_rels/slide10.xml.rels" ContentType="application/vnd.openxmlformats-package.relationships+xml"/>
  <Override PartName="/ppt/slides/_rels/slide3.xml.rels" ContentType="application/vnd.openxmlformats-package.relationships+xml"/>
  <Override PartName="/ppt/slides/_rels/slide15.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slide12.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notesSlides/_rels/notesSlide13.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12.xml.rels" ContentType="application/vnd.openxmlformats-package.relationships+xml"/>
  <Override PartName="/ppt/notesSlides/_rels/notesSlide7.xml.rels" ContentType="application/vnd.openxmlformats-package.relationships+xml"/>
  <Override PartName="/ppt/notesSlides/_rels/notesSlide2.xml.rels" ContentType="application/vnd.openxmlformats-package.relationships+xml"/>
  <Override PartName="/ppt/notesSlides/_rels/notesSlide9.xml.rels" ContentType="application/vnd.openxmlformats-package.relationships+xml"/>
  <Override PartName="/ppt/notesSlides/_rels/notesSlide1.xml.rels" ContentType="application/vnd.openxmlformats-package.relationships+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notesSlides/notesSlide5.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1" name="PlaceHolder 1"/>
          <p:cNvSpPr>
            <a:spLocks noGrp="1"/>
          </p:cNvSpPr>
          <p:nvPr>
            <p:ph type="sldImg"/>
          </p:nvPr>
        </p:nvSpPr>
        <p:spPr>
          <a:xfrm>
            <a:off x="0" y="764280"/>
            <a:ext cx="0" cy="0"/>
          </a:xfrm>
          <a:prstGeom prst="rect">
            <a:avLst/>
          </a:prstGeom>
          <a:noFill/>
          <a:ln w="0">
            <a:noFill/>
          </a:ln>
        </p:spPr>
        <p:txBody>
          <a:bodyPr lIns="0" rIns="0" tIns="0" bIns="0" anchor="ctr">
            <a:noAutofit/>
          </a:bodyPr>
          <a:p>
            <a:pPr algn="ctr"/>
            <a:r>
              <a:rPr b="0" lang="en-US" sz="4400" strike="noStrike" u="none">
                <a:solidFill>
                  <a:srgbClr val="000000"/>
                </a:solidFill>
                <a:effectLst/>
                <a:uFillTx/>
                <a:latin typeface="Arial"/>
              </a:rPr>
              <a:t>Click to move the slide</a:t>
            </a:r>
            <a:endParaRPr b="0" lang="en-US" sz="4400" strike="noStrike" u="none">
              <a:solidFill>
                <a:srgbClr val="000000"/>
              </a:solidFill>
              <a:effectLst/>
              <a:uFillTx/>
              <a:latin typeface="Arial"/>
            </a:endParaRPr>
          </a:p>
        </p:txBody>
      </p:sp>
      <p:sp>
        <p:nvSpPr>
          <p:cNvPr id="202"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203"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204" name="PlaceHolder 4"/>
          <p:cNvSpPr>
            <a:spLocks noGrp="1"/>
          </p:cNvSpPr>
          <p:nvPr>
            <p:ph type="dt" idx="52"/>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205" name="PlaceHolder 5"/>
          <p:cNvSpPr>
            <a:spLocks noGrp="1"/>
          </p:cNvSpPr>
          <p:nvPr>
            <p:ph type="ftr" idx="53"/>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06" name="PlaceHolder 6"/>
          <p:cNvSpPr>
            <a:spLocks noGrp="1"/>
          </p:cNvSpPr>
          <p:nvPr>
            <p:ph type="sldNum" idx="54"/>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A15A9E26-12F5-4930-90F2-D32AF31EDE37}"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PlaceHolder 1"/>
          <p:cNvSpPr>
            <a:spLocks noGrp="1"/>
          </p:cNvSpPr>
          <p:nvPr>
            <p:ph type="sldImg"/>
          </p:nvPr>
        </p:nvSpPr>
        <p:spPr>
          <a:xfrm>
            <a:off x="685800" y="1143000"/>
            <a:ext cx="5485320" cy="3085200"/>
          </a:xfrm>
          <a:prstGeom prst="rect">
            <a:avLst/>
          </a:prstGeom>
          <a:ln w="0">
            <a:noFill/>
          </a:ln>
        </p:spPr>
      </p:sp>
      <p:sp>
        <p:nvSpPr>
          <p:cNvPr id="294"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295" name="PlaceHolder 3"/>
          <p:cNvSpPr>
            <a:spLocks noGrp="1"/>
          </p:cNvSpPr>
          <p:nvPr>
            <p:ph type="sldNum" idx="55"/>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rgbClr val="000000"/>
                </a:solidFill>
                <a:effectLst/>
                <a:uFillTx/>
                <a:latin typeface="Times New Roman"/>
                <a:ea typeface="+mn-ea"/>
              </a:defRPr>
            </a:lvl1pPr>
          </a:lstStyle>
          <a:p>
            <a:pPr indent="0" algn="r" defTabSz="914400">
              <a:lnSpc>
                <a:spcPct val="100000"/>
              </a:lnSpc>
              <a:buNone/>
              <a:tabLst>
                <a:tab algn="l" pos="0"/>
              </a:tabLst>
            </a:pPr>
            <a:fld id="{780D2D11-2D0C-424C-A149-39E5842720E9}" type="slidenum">
              <a:rPr b="0" lang="en-US" sz="1200" strike="noStrike" u="none">
                <a:solidFill>
                  <a:srgbClr val="000000"/>
                </a:solidFill>
                <a:effectLst/>
                <a:uFillTx/>
                <a:latin typeface="Times New Roman"/>
                <a:ea typeface="+mn-ea"/>
              </a:rPr>
              <a:t>&lt;number&gt;</a:t>
            </a:fld>
            <a:endParaRPr b="0" lang="en-US" sz="12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PlaceHolder 1"/>
          <p:cNvSpPr>
            <a:spLocks noGrp="1"/>
          </p:cNvSpPr>
          <p:nvPr>
            <p:ph type="sldImg"/>
          </p:nvPr>
        </p:nvSpPr>
        <p:spPr>
          <a:xfrm>
            <a:off x="685800" y="1143000"/>
            <a:ext cx="5485680" cy="3085560"/>
          </a:xfrm>
          <a:prstGeom prst="rect">
            <a:avLst/>
          </a:prstGeom>
          <a:ln w="0">
            <a:noFill/>
          </a:ln>
        </p:spPr>
      </p:sp>
      <p:sp>
        <p:nvSpPr>
          <p:cNvPr id="297"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298" name="PlaceHolder 3"/>
          <p:cNvSpPr>
            <a:spLocks noGrp="1"/>
          </p:cNvSpPr>
          <p:nvPr>
            <p:ph type="sldNum" idx="56"/>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rgbClr val="000000"/>
                </a:solidFill>
                <a:effectLst/>
                <a:uFillTx/>
                <a:latin typeface="Times New Roman"/>
                <a:ea typeface="+mn-ea"/>
              </a:defRPr>
            </a:lvl1pPr>
          </a:lstStyle>
          <a:p>
            <a:pPr indent="0" algn="r" defTabSz="914400">
              <a:lnSpc>
                <a:spcPct val="100000"/>
              </a:lnSpc>
              <a:buNone/>
              <a:tabLst>
                <a:tab algn="l" pos="0"/>
              </a:tabLst>
            </a:pPr>
            <a:fld id="{A9A2D115-DACB-4FEB-8A92-9866597B1616}" type="slidenum">
              <a:rPr b="0" lang="en-US" sz="1200" strike="noStrike" u="none">
                <a:solidFill>
                  <a:srgbClr val="000000"/>
                </a:solidFill>
                <a:effectLst/>
                <a:uFillTx/>
                <a:latin typeface="Times New Roman"/>
                <a:ea typeface="+mn-ea"/>
              </a:rPr>
              <a:t>&lt;number&gt;</a:t>
            </a:fld>
            <a:endParaRPr b="0" lang="en-US"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PlaceHolder 1"/>
          <p:cNvSpPr>
            <a:spLocks noGrp="1"/>
          </p:cNvSpPr>
          <p:nvPr>
            <p:ph type="sldImg"/>
          </p:nvPr>
        </p:nvSpPr>
        <p:spPr>
          <a:xfrm>
            <a:off x="685800" y="1143000"/>
            <a:ext cx="5485680" cy="3085560"/>
          </a:xfrm>
          <a:prstGeom prst="rect">
            <a:avLst/>
          </a:prstGeom>
          <a:ln w="0">
            <a:noFill/>
          </a:ln>
        </p:spPr>
      </p:sp>
      <p:sp>
        <p:nvSpPr>
          <p:cNvPr id="300"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01" name="PlaceHolder 3"/>
          <p:cNvSpPr>
            <a:spLocks noGrp="1"/>
          </p:cNvSpPr>
          <p:nvPr>
            <p:ph type="sldNum" idx="57"/>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rgbClr val="000000"/>
                </a:solidFill>
                <a:effectLst/>
                <a:uFillTx/>
                <a:latin typeface="Times New Roman"/>
                <a:ea typeface="+mn-ea"/>
              </a:defRPr>
            </a:lvl1pPr>
          </a:lstStyle>
          <a:p>
            <a:pPr indent="0" algn="r" defTabSz="914400">
              <a:lnSpc>
                <a:spcPct val="100000"/>
              </a:lnSpc>
              <a:buNone/>
              <a:tabLst>
                <a:tab algn="l" pos="0"/>
              </a:tabLst>
            </a:pPr>
            <a:fld id="{D4D5C1FC-B773-4CA7-9CBF-4629E5F5FFC8}" type="slidenum">
              <a:rPr b="0" lang="en-US" sz="1200" strike="noStrike" u="none">
                <a:solidFill>
                  <a:srgbClr val="000000"/>
                </a:solidFill>
                <a:effectLst/>
                <a:uFillTx/>
                <a:latin typeface="Times New Roman"/>
                <a:ea typeface="+mn-ea"/>
              </a:rPr>
              <a:t>&lt;number&gt;</a:t>
            </a:fld>
            <a:endParaRPr b="0" lang="en-US"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PlaceHolder 1"/>
          <p:cNvSpPr>
            <a:spLocks noGrp="1"/>
          </p:cNvSpPr>
          <p:nvPr>
            <p:ph type="sldImg"/>
          </p:nvPr>
        </p:nvSpPr>
        <p:spPr>
          <a:xfrm>
            <a:off x="685800" y="1143000"/>
            <a:ext cx="5485680" cy="3085560"/>
          </a:xfrm>
          <a:prstGeom prst="rect">
            <a:avLst/>
          </a:prstGeom>
          <a:ln w="0">
            <a:noFill/>
          </a:ln>
        </p:spPr>
      </p:sp>
      <p:sp>
        <p:nvSpPr>
          <p:cNvPr id="303"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04" name="PlaceHolder 3"/>
          <p:cNvSpPr>
            <a:spLocks noGrp="1"/>
          </p:cNvSpPr>
          <p:nvPr>
            <p:ph type="sldNum" idx="58"/>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rgbClr val="000000"/>
                </a:solidFill>
                <a:effectLst/>
                <a:uFillTx/>
                <a:latin typeface="Times New Roman"/>
                <a:ea typeface="+mn-ea"/>
              </a:defRPr>
            </a:lvl1pPr>
          </a:lstStyle>
          <a:p>
            <a:pPr indent="0" algn="r" defTabSz="914400">
              <a:lnSpc>
                <a:spcPct val="100000"/>
              </a:lnSpc>
              <a:buNone/>
              <a:tabLst>
                <a:tab algn="l" pos="0"/>
              </a:tabLst>
            </a:pPr>
            <a:fld id="{F1F604A6-D990-4D31-9371-84F266D63461}" type="slidenum">
              <a:rPr b="0" lang="en-US" sz="1200" strike="noStrike" u="none">
                <a:solidFill>
                  <a:srgbClr val="000000"/>
                </a:solidFill>
                <a:effectLst/>
                <a:uFillTx/>
                <a:latin typeface="Times New Roman"/>
                <a:ea typeface="+mn-ea"/>
              </a:rPr>
              <a:t>&lt;number&gt;</a:t>
            </a:fld>
            <a:endParaRPr b="0" lang="en-US" sz="12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PlaceHolder 1"/>
          <p:cNvSpPr>
            <a:spLocks noGrp="1"/>
          </p:cNvSpPr>
          <p:nvPr>
            <p:ph type="sldImg"/>
          </p:nvPr>
        </p:nvSpPr>
        <p:spPr>
          <a:xfrm>
            <a:off x="685800" y="1143000"/>
            <a:ext cx="5485680" cy="3085560"/>
          </a:xfrm>
          <a:prstGeom prst="rect">
            <a:avLst/>
          </a:prstGeom>
          <a:ln w="0">
            <a:noFill/>
          </a:ln>
        </p:spPr>
      </p:sp>
      <p:sp>
        <p:nvSpPr>
          <p:cNvPr id="306"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07" name="PlaceHolder 3"/>
          <p:cNvSpPr>
            <a:spLocks noGrp="1"/>
          </p:cNvSpPr>
          <p:nvPr>
            <p:ph type="sldNum" idx="59"/>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rgbClr val="000000"/>
                </a:solidFill>
                <a:effectLst/>
                <a:uFillTx/>
                <a:latin typeface="Times New Roman"/>
                <a:ea typeface="+mn-ea"/>
              </a:defRPr>
            </a:lvl1pPr>
          </a:lstStyle>
          <a:p>
            <a:pPr indent="0" algn="r" defTabSz="914400">
              <a:lnSpc>
                <a:spcPct val="100000"/>
              </a:lnSpc>
              <a:buNone/>
              <a:tabLst>
                <a:tab algn="l" pos="0"/>
              </a:tabLst>
            </a:pPr>
            <a:fld id="{8708B42C-69EF-4BEA-8E52-15FD3B0FF992}" type="slidenum">
              <a:rPr b="0" lang="en-US" sz="1200" strike="noStrike" u="none">
                <a:solidFill>
                  <a:srgbClr val="000000"/>
                </a:solidFill>
                <a:effectLst/>
                <a:uFillTx/>
                <a:latin typeface="Times New Roman"/>
                <a:ea typeface="+mn-ea"/>
              </a:rPr>
              <a:t>&lt;number&gt;</a:t>
            </a:fld>
            <a:endParaRPr b="0" lang="en-US" sz="12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PlaceHolder 1"/>
          <p:cNvSpPr>
            <a:spLocks noGrp="1"/>
          </p:cNvSpPr>
          <p:nvPr>
            <p:ph type="sldImg"/>
          </p:nvPr>
        </p:nvSpPr>
        <p:spPr>
          <a:xfrm>
            <a:off x="685800" y="1143000"/>
            <a:ext cx="5485680" cy="3085560"/>
          </a:xfrm>
          <a:prstGeom prst="rect">
            <a:avLst/>
          </a:prstGeom>
          <a:ln w="0">
            <a:noFill/>
          </a:ln>
        </p:spPr>
      </p:sp>
      <p:sp>
        <p:nvSpPr>
          <p:cNvPr id="309"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10" name="PlaceHolder 3"/>
          <p:cNvSpPr>
            <a:spLocks noGrp="1"/>
          </p:cNvSpPr>
          <p:nvPr>
            <p:ph type="sldNum" idx="60"/>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rgbClr val="000000"/>
                </a:solidFill>
                <a:effectLst/>
                <a:uFillTx/>
                <a:latin typeface="Times New Roman"/>
                <a:ea typeface="+mn-ea"/>
              </a:defRPr>
            </a:lvl1pPr>
          </a:lstStyle>
          <a:p>
            <a:pPr indent="0" algn="r" defTabSz="914400">
              <a:lnSpc>
                <a:spcPct val="100000"/>
              </a:lnSpc>
              <a:buNone/>
              <a:tabLst>
                <a:tab algn="l" pos="0"/>
              </a:tabLst>
            </a:pPr>
            <a:fld id="{A62B0F87-B2D4-4329-A05B-90464CE9B79F}" type="slidenum">
              <a:rPr b="0" lang="en-US" sz="1200" strike="noStrike" u="none">
                <a:solidFill>
                  <a:srgbClr val="000000"/>
                </a:solidFill>
                <a:effectLst/>
                <a:uFillTx/>
                <a:latin typeface="Times New Roman"/>
                <a:ea typeface="+mn-ea"/>
              </a:rPr>
              <a:t>&lt;number&gt;</a:t>
            </a:fld>
            <a:endParaRPr b="0" lang="en-US"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 name="PlaceHolder 1"/>
          <p:cNvSpPr>
            <a:spLocks noGrp="1"/>
          </p:cNvSpPr>
          <p:nvPr>
            <p:ph type="sldImg"/>
          </p:nvPr>
        </p:nvSpPr>
        <p:spPr>
          <a:xfrm>
            <a:off x="685800" y="1143000"/>
            <a:ext cx="5485680" cy="3085560"/>
          </a:xfrm>
          <a:prstGeom prst="rect">
            <a:avLst/>
          </a:prstGeom>
          <a:ln w="0">
            <a:noFill/>
          </a:ln>
        </p:spPr>
      </p:sp>
      <p:sp>
        <p:nvSpPr>
          <p:cNvPr id="312"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13" name="PlaceHolder 3"/>
          <p:cNvSpPr>
            <a:spLocks noGrp="1"/>
          </p:cNvSpPr>
          <p:nvPr>
            <p:ph type="sldNum" idx="61"/>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rgbClr val="000000"/>
                </a:solidFill>
                <a:effectLst/>
                <a:uFillTx/>
                <a:latin typeface="Times New Roman"/>
                <a:ea typeface="+mn-ea"/>
              </a:defRPr>
            </a:lvl1pPr>
          </a:lstStyle>
          <a:p>
            <a:pPr indent="0" algn="r" defTabSz="914400">
              <a:lnSpc>
                <a:spcPct val="100000"/>
              </a:lnSpc>
              <a:buNone/>
              <a:tabLst>
                <a:tab algn="l" pos="0"/>
              </a:tabLst>
            </a:pPr>
            <a:fld id="{6C1EDE3C-BE00-4F2E-AD63-2093B0E2D39A}" type="slidenum">
              <a:rPr b="0" lang="en-US" sz="1200" strike="noStrike" u="none">
                <a:solidFill>
                  <a:srgbClr val="000000"/>
                </a:solidFill>
                <a:effectLst/>
                <a:uFillTx/>
                <a:latin typeface="Times New Roman"/>
                <a:ea typeface="+mn-ea"/>
              </a:rPr>
              <a:t>&lt;number&gt;</a:t>
            </a:fld>
            <a:endParaRPr b="0" lang="en-US"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PlaceHolder 1"/>
          <p:cNvSpPr>
            <a:spLocks noGrp="1"/>
          </p:cNvSpPr>
          <p:nvPr>
            <p:ph type="sldImg"/>
          </p:nvPr>
        </p:nvSpPr>
        <p:spPr>
          <a:xfrm>
            <a:off x="685800" y="1143000"/>
            <a:ext cx="5485680" cy="3085560"/>
          </a:xfrm>
          <a:prstGeom prst="rect">
            <a:avLst/>
          </a:prstGeom>
          <a:ln w="0">
            <a:noFill/>
          </a:ln>
        </p:spPr>
      </p:sp>
      <p:sp>
        <p:nvSpPr>
          <p:cNvPr id="315"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16" name="PlaceHolder 3"/>
          <p:cNvSpPr>
            <a:spLocks noGrp="1"/>
          </p:cNvSpPr>
          <p:nvPr>
            <p:ph type="sldNum" idx="62"/>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rgbClr val="000000"/>
                </a:solidFill>
                <a:effectLst/>
                <a:uFillTx/>
                <a:latin typeface="Times New Roman"/>
                <a:ea typeface="+mn-ea"/>
              </a:defRPr>
            </a:lvl1pPr>
          </a:lstStyle>
          <a:p>
            <a:pPr indent="0" algn="r" defTabSz="914400">
              <a:lnSpc>
                <a:spcPct val="100000"/>
              </a:lnSpc>
              <a:buNone/>
              <a:tabLst>
                <a:tab algn="l" pos="0"/>
              </a:tabLst>
            </a:pPr>
            <a:fld id="{9065E0C2-1E60-4160-AC2B-E010A369149E}" type="slidenum">
              <a:rPr b="0" lang="en-US" sz="1200" strike="noStrike" u="none">
                <a:solidFill>
                  <a:srgbClr val="000000"/>
                </a:solidFill>
                <a:effectLst/>
                <a:uFillTx/>
                <a:latin typeface="Times New Roman"/>
                <a:ea typeface="+mn-ea"/>
              </a:rPr>
              <a:t>&lt;number&gt;</a:t>
            </a:fld>
            <a:endParaRPr b="0" lang="en-US" sz="12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PlaceHolder 1"/>
          <p:cNvSpPr>
            <a:spLocks noGrp="1"/>
          </p:cNvSpPr>
          <p:nvPr>
            <p:ph type="sldImg"/>
          </p:nvPr>
        </p:nvSpPr>
        <p:spPr>
          <a:xfrm>
            <a:off x="685800" y="1143000"/>
            <a:ext cx="5485680" cy="3085560"/>
          </a:xfrm>
          <a:prstGeom prst="rect">
            <a:avLst/>
          </a:prstGeom>
          <a:ln w="0">
            <a:noFill/>
          </a:ln>
        </p:spPr>
      </p:sp>
      <p:sp>
        <p:nvSpPr>
          <p:cNvPr id="318"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19" name="PlaceHolder 3"/>
          <p:cNvSpPr>
            <a:spLocks noGrp="1"/>
          </p:cNvSpPr>
          <p:nvPr>
            <p:ph type="sldNum" idx="63"/>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rgbClr val="000000"/>
                </a:solidFill>
                <a:effectLst/>
                <a:uFillTx/>
                <a:latin typeface="Times New Roman"/>
                <a:ea typeface="+mn-ea"/>
              </a:defRPr>
            </a:lvl1pPr>
          </a:lstStyle>
          <a:p>
            <a:pPr indent="0" algn="r" defTabSz="914400">
              <a:lnSpc>
                <a:spcPct val="100000"/>
              </a:lnSpc>
              <a:buNone/>
              <a:tabLst>
                <a:tab algn="l" pos="0"/>
              </a:tabLst>
            </a:pPr>
            <a:fld id="{370FAD0F-67DE-4995-B158-3DDC7E2AC779}" type="slidenum">
              <a:rPr b="0" lang="en-US" sz="1200" strike="noStrike" u="none">
                <a:solidFill>
                  <a:srgbClr val="000000"/>
                </a:solidFill>
                <a:effectLst/>
                <a:uFillTx/>
                <a:latin typeface="Times New Roman"/>
                <a:ea typeface="+mn-ea"/>
              </a:rPr>
              <a:t>&lt;number&gt;</a:t>
            </a:fld>
            <a:endParaRPr b="0" lang="en-US" sz="12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PlaceHolder 1"/>
          <p:cNvSpPr>
            <a:spLocks noGrp="1"/>
          </p:cNvSpPr>
          <p:nvPr>
            <p:ph type="sldImg"/>
          </p:nvPr>
        </p:nvSpPr>
        <p:spPr>
          <a:xfrm>
            <a:off x="685800" y="1143000"/>
            <a:ext cx="5485680" cy="3085560"/>
          </a:xfrm>
          <a:prstGeom prst="rect">
            <a:avLst/>
          </a:prstGeom>
          <a:ln w="0">
            <a:noFill/>
          </a:ln>
        </p:spPr>
      </p:sp>
      <p:sp>
        <p:nvSpPr>
          <p:cNvPr id="321"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22" name="PlaceHolder 3"/>
          <p:cNvSpPr>
            <a:spLocks noGrp="1"/>
          </p:cNvSpPr>
          <p:nvPr>
            <p:ph type="sldNum" idx="64"/>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rgbClr val="000000"/>
                </a:solidFill>
                <a:effectLst/>
                <a:uFillTx/>
                <a:latin typeface="Times New Roman"/>
                <a:ea typeface="+mn-ea"/>
              </a:defRPr>
            </a:lvl1pPr>
          </a:lstStyle>
          <a:p>
            <a:pPr indent="0" algn="r" defTabSz="914400">
              <a:lnSpc>
                <a:spcPct val="100000"/>
              </a:lnSpc>
              <a:buNone/>
              <a:tabLst>
                <a:tab algn="l" pos="0"/>
              </a:tabLst>
            </a:pPr>
            <a:fld id="{D02BAB58-1870-4F0A-AFDA-3DB74D2B2556}" type="slidenum">
              <a:rPr b="0" lang="en-US" sz="1200" strike="noStrike" u="none">
                <a:solidFill>
                  <a:srgbClr val="000000"/>
                </a:solidFill>
                <a:effectLst/>
                <a:uFillTx/>
                <a:latin typeface="Times New Roman"/>
                <a:ea typeface="+mn-ea"/>
              </a:rPr>
              <a:t>&lt;number&gt;</a:t>
            </a:fld>
            <a:endParaRPr b="0" lang="en-US" sz="12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PlaceHolder 1"/>
          <p:cNvSpPr>
            <a:spLocks noGrp="1"/>
          </p:cNvSpPr>
          <p:nvPr>
            <p:ph type="sldImg"/>
          </p:nvPr>
        </p:nvSpPr>
        <p:spPr>
          <a:xfrm>
            <a:off x="685800" y="1143000"/>
            <a:ext cx="5485680" cy="3085560"/>
          </a:xfrm>
          <a:prstGeom prst="rect">
            <a:avLst/>
          </a:prstGeom>
          <a:ln w="0">
            <a:noFill/>
          </a:ln>
        </p:spPr>
      </p:sp>
      <p:sp>
        <p:nvSpPr>
          <p:cNvPr id="324"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25" name="PlaceHolder 3"/>
          <p:cNvSpPr>
            <a:spLocks noGrp="1"/>
          </p:cNvSpPr>
          <p:nvPr>
            <p:ph type="sldNum" idx="65"/>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rgbClr val="000000"/>
                </a:solidFill>
                <a:effectLst/>
                <a:uFillTx/>
                <a:latin typeface="Times New Roman"/>
                <a:ea typeface="+mn-ea"/>
              </a:defRPr>
            </a:lvl1pPr>
          </a:lstStyle>
          <a:p>
            <a:pPr indent="0" algn="r" defTabSz="914400">
              <a:lnSpc>
                <a:spcPct val="100000"/>
              </a:lnSpc>
              <a:buNone/>
              <a:tabLst>
                <a:tab algn="l" pos="0"/>
              </a:tabLst>
            </a:pPr>
            <a:fld id="{D4B135A5-9D5F-47C8-9E8A-FBD9FA6CCB8C}" type="slidenum">
              <a:rPr b="0" lang="en-US" sz="1200" strike="noStrike" u="none">
                <a:solidFill>
                  <a:srgbClr val="000000"/>
                </a:solidFill>
                <a:effectLst/>
                <a:uFillTx/>
                <a:latin typeface="Times New Roman"/>
                <a:ea typeface="+mn-ea"/>
              </a:rPr>
              <a:t>&lt;number&gt;</a:t>
            </a:fld>
            <a:endParaRPr b="0" lang="en-US" sz="12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PlaceHolder 1"/>
          <p:cNvSpPr>
            <a:spLocks noGrp="1"/>
          </p:cNvSpPr>
          <p:nvPr>
            <p:ph type="sldImg"/>
          </p:nvPr>
        </p:nvSpPr>
        <p:spPr>
          <a:xfrm>
            <a:off x="685800" y="1143000"/>
            <a:ext cx="5485680" cy="3085560"/>
          </a:xfrm>
          <a:prstGeom prst="rect">
            <a:avLst/>
          </a:prstGeom>
          <a:ln w="0">
            <a:noFill/>
          </a:ln>
        </p:spPr>
      </p:sp>
      <p:sp>
        <p:nvSpPr>
          <p:cNvPr id="327"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28" name="PlaceHolder 3"/>
          <p:cNvSpPr>
            <a:spLocks noGrp="1"/>
          </p:cNvSpPr>
          <p:nvPr>
            <p:ph type="sldNum" idx="66"/>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rgbClr val="000000"/>
                </a:solidFill>
                <a:effectLst/>
                <a:uFillTx/>
                <a:latin typeface="Times New Roman"/>
                <a:ea typeface="+mn-ea"/>
              </a:defRPr>
            </a:lvl1pPr>
          </a:lstStyle>
          <a:p>
            <a:pPr indent="0" algn="r" defTabSz="914400">
              <a:lnSpc>
                <a:spcPct val="100000"/>
              </a:lnSpc>
              <a:buNone/>
              <a:tabLst>
                <a:tab algn="l" pos="0"/>
              </a:tabLst>
            </a:pPr>
            <a:fld id="{69B7F23A-9AE9-4B45-8B36-33FC6B0877DE}" type="slidenum">
              <a:rPr b="0" lang="en-US" sz="1200" strike="noStrike" u="none">
                <a:solidFill>
                  <a:srgbClr val="000000"/>
                </a:solidFill>
                <a:effectLst/>
                <a:uFillTx/>
                <a:latin typeface="Times New Roman"/>
                <a:ea typeface="+mn-ea"/>
              </a:rPr>
              <a:t>&lt;number&gt;</a:t>
            </a:fld>
            <a:endParaRPr b="0" lang="en-US" sz="12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 name="PlaceHolder 1"/>
          <p:cNvSpPr>
            <a:spLocks noGrp="1"/>
          </p:cNvSpPr>
          <p:nvPr>
            <p:ph type="sldImg"/>
          </p:nvPr>
        </p:nvSpPr>
        <p:spPr>
          <a:xfrm>
            <a:off x="685800" y="1143000"/>
            <a:ext cx="5485680" cy="3085560"/>
          </a:xfrm>
          <a:prstGeom prst="rect">
            <a:avLst/>
          </a:prstGeom>
          <a:ln w="0">
            <a:noFill/>
          </a:ln>
        </p:spPr>
      </p:sp>
      <p:sp>
        <p:nvSpPr>
          <p:cNvPr id="330"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31" name="PlaceHolder 3"/>
          <p:cNvSpPr>
            <a:spLocks noGrp="1"/>
          </p:cNvSpPr>
          <p:nvPr>
            <p:ph type="sldNum" idx="67"/>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rgbClr val="000000"/>
                </a:solidFill>
                <a:effectLst/>
                <a:uFillTx/>
                <a:latin typeface="Times New Roman"/>
                <a:ea typeface="+mn-ea"/>
              </a:defRPr>
            </a:lvl1pPr>
          </a:lstStyle>
          <a:p>
            <a:pPr indent="0" algn="r" defTabSz="914400">
              <a:lnSpc>
                <a:spcPct val="100000"/>
              </a:lnSpc>
              <a:buNone/>
              <a:tabLst>
                <a:tab algn="l" pos="0"/>
              </a:tabLst>
            </a:pPr>
            <a:fld id="{D1470032-4FA0-4A20-AD1C-F64EC59A0A73}" type="slidenum">
              <a:rPr b="0" lang="en-US" sz="1200" strike="noStrike" u="none">
                <a:solidFill>
                  <a:srgbClr val="000000"/>
                </a:solidFill>
                <a:effectLst/>
                <a:uFillTx/>
                <a:latin typeface="Times New Roman"/>
                <a:ea typeface="+mn-ea"/>
              </a:rPr>
              <a:t>&lt;number&gt;</a:t>
            </a:fld>
            <a:endParaRPr b="0" lang="en-US"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quence Diagram">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5D4C56DF-9B08-40CF-B7EC-D54A785AEB72}"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22" name="Rectangle 6" hidden="1"/>
          <p:cNvSpPr/>
          <p:nvPr/>
        </p:nvSpPr>
        <p:spPr>
          <a:xfrm>
            <a:off x="0" y="0"/>
            <a:ext cx="3442680" cy="60886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Arial"/>
            </a:endParaRPr>
          </a:p>
        </p:txBody>
      </p:sp>
      <p:sp>
        <p:nvSpPr>
          <p:cNvPr id="23" name="Rectangle 37" hidden="1"/>
          <p:cNvSpPr/>
          <p:nvPr/>
        </p:nvSpPr>
        <p:spPr>
          <a:xfrm>
            <a:off x="11815920" y="0"/>
            <a:ext cx="383040" cy="608868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Corbel"/>
            </a:endParaRPr>
          </a:p>
        </p:txBody>
      </p:sp>
      <p:sp>
        <p:nvSpPr>
          <p:cNvPr id="24" name="PlaceHolder 1"/>
          <p:cNvSpPr>
            <a:spLocks noGrp="1"/>
          </p:cNvSpPr>
          <p:nvPr>
            <p:ph type="dt" idx="4"/>
          </p:nvPr>
        </p:nvSpPr>
        <p:spPr>
          <a:xfrm>
            <a:off x="262440" y="6356520"/>
            <a:ext cx="274212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dk1">
                    <a:lumMod val="50000"/>
                    <a:lumOff val="50000"/>
                  </a:schemeClr>
                </a:solidFill>
                <a:effectLst/>
                <a:uFillTx/>
                <a:latin typeface="Arial"/>
              </a:defRPr>
            </a:lvl1pPr>
          </a:lstStyle>
          <a:p>
            <a:pPr indent="0" defTabSz="457200">
              <a:lnSpc>
                <a:spcPct val="100000"/>
              </a:lnSpc>
              <a:buNone/>
              <a:tabLst>
                <a:tab algn="l" pos="0"/>
              </a:tabLst>
            </a:pPr>
            <a:r>
              <a:rPr b="0" lang="en-US" sz="1100" strike="noStrike" u="none">
                <a:solidFill>
                  <a:schemeClr val="dk1">
                    <a:lumMod val="50000"/>
                    <a:lumOff val="50000"/>
                  </a:schemeClr>
                </a:solidFill>
                <a:effectLst/>
                <a:uFillTx/>
                <a:latin typeface="Arial"/>
              </a:rPr>
              <a:t> </a:t>
            </a:r>
            <a:endParaRPr b="0" lang="en-US" sz="1100" strike="noStrike" u="none">
              <a:solidFill>
                <a:srgbClr val="000000"/>
              </a:solidFill>
              <a:effectLst/>
              <a:uFillTx/>
              <a:latin typeface="Times New Roman"/>
            </a:endParaRPr>
          </a:p>
        </p:txBody>
      </p:sp>
      <p:sp>
        <p:nvSpPr>
          <p:cNvPr id="25" name="PlaceHolder 2"/>
          <p:cNvSpPr>
            <a:spLocks noGrp="1"/>
          </p:cNvSpPr>
          <p:nvPr>
            <p:ph type="ftr" idx="5"/>
          </p:nvPr>
        </p:nvSpPr>
        <p:spPr>
          <a:xfrm>
            <a:off x="3869280" y="6356520"/>
            <a:ext cx="591048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accent1"/>
                </a:solidFill>
                <a:effectLst/>
                <a:uFillTx/>
                <a:latin typeface="Arial"/>
              </a:defRPr>
            </a:lvl1pPr>
          </a:lstStyle>
          <a:p>
            <a:pPr indent="0" defTabSz="457200">
              <a:lnSpc>
                <a:spcPct val="100000"/>
              </a:lnSpc>
              <a:buNone/>
              <a:tabLst>
                <a:tab algn="l" pos="0"/>
              </a:tabLst>
            </a:pPr>
            <a:r>
              <a:rPr b="0" lang="en-US" sz="1100" strike="noStrike" u="none">
                <a:solidFill>
                  <a:schemeClr val="accent1"/>
                </a:solidFill>
                <a:effectLst/>
                <a:uFillTx/>
                <a:latin typeface="Arial"/>
              </a:rPr>
              <a:t> </a:t>
            </a:r>
            <a:endParaRPr b="0" lang="en-US" sz="1100" strike="noStrike" u="none">
              <a:solidFill>
                <a:srgbClr val="000000"/>
              </a:solidFill>
              <a:effectLst/>
              <a:uFillTx/>
              <a:latin typeface="Times New Roman"/>
            </a:endParaRPr>
          </a:p>
        </p:txBody>
      </p:sp>
      <p:sp>
        <p:nvSpPr>
          <p:cNvPr id="26" name="PlaceHolder 3"/>
          <p:cNvSpPr>
            <a:spLocks noGrp="1"/>
          </p:cNvSpPr>
          <p:nvPr>
            <p:ph type="sldNum" idx="6"/>
          </p:nvPr>
        </p:nvSpPr>
        <p:spPr>
          <a:xfrm>
            <a:off x="10634040" y="6356520"/>
            <a:ext cx="15300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1" lang="en-US" sz="1200" strike="noStrike" u="none">
                <a:solidFill>
                  <a:schemeClr val="accent1"/>
                </a:solidFill>
                <a:effectLst/>
                <a:uFillTx/>
                <a:latin typeface="Arial"/>
              </a:defRPr>
            </a:lvl1pPr>
          </a:lstStyle>
          <a:p>
            <a:pPr indent="0" algn="r" defTabSz="457200">
              <a:lnSpc>
                <a:spcPct val="100000"/>
              </a:lnSpc>
              <a:buNone/>
              <a:tabLst>
                <a:tab algn="l" pos="0"/>
              </a:tabLst>
            </a:pPr>
            <a:fld id="{08CB85EC-FCB1-42C5-8E68-F97DF9280A9A}" type="slidenum">
              <a:rPr b="1" lang="en-US" sz="1200" strike="noStrike" u="none">
                <a:solidFill>
                  <a:schemeClr val="accent1"/>
                </a:solidFill>
                <a:effectLst/>
                <a:uFillTx/>
                <a:latin typeface="Arial"/>
              </a:rPr>
              <a:t>1</a:t>
            </a:fld>
            <a:endParaRPr b="0" lang="en-US" sz="1200" strike="noStrike" u="none">
              <a:solidFill>
                <a:srgbClr val="000000"/>
              </a:solidFill>
              <a:effectLst/>
              <a:uFillTx/>
              <a:latin typeface="Times New Roman"/>
            </a:endParaRPr>
          </a:p>
        </p:txBody>
      </p:sp>
      <p:sp>
        <p:nvSpPr>
          <p:cNvPr id="27" name="PlaceHolder 4"/>
          <p:cNvSpPr>
            <a:spLocks noGrp="1"/>
          </p:cNvSpPr>
          <p:nvPr>
            <p:ph type="title"/>
          </p:nvPr>
        </p:nvSpPr>
        <p:spPr>
          <a:xfrm>
            <a:off x="609480" y="273600"/>
            <a:ext cx="10971720" cy="1144080"/>
          </a:xfrm>
          <a:prstGeom prst="rect">
            <a:avLst/>
          </a:prstGeom>
          <a:noFill/>
          <a:ln w="0">
            <a:noFill/>
          </a:ln>
        </p:spPr>
        <p:txBody>
          <a:bodyPr lIns="0" rIns="0" tIns="0" bIns="0" anchor="ctr">
            <a:noAutofit/>
          </a:bodyPr>
          <a:p>
            <a:pPr indent="0" defTabSz="914400">
              <a:lnSpc>
                <a:spcPct val="90000"/>
              </a:lnSpc>
              <a:buNone/>
              <a:tabLst>
                <a:tab algn="l" pos="0"/>
              </a:tabLst>
            </a:pPr>
            <a:r>
              <a:rPr b="0" lang="en-US" sz="1800" strike="noStrike" u="none">
                <a:solidFill>
                  <a:schemeClr val="dk1"/>
                </a:solidFill>
                <a:effectLst/>
                <a:uFillTx/>
                <a:latin typeface="Corbel"/>
              </a:rPr>
              <a:t>Click to edit the title text format</a:t>
            </a:r>
            <a:endParaRPr b="0" lang="en-US" sz="1800" strike="noStrike" u="none">
              <a:solidFill>
                <a:srgbClr val="000000"/>
              </a:solidFill>
              <a:effectLst/>
              <a:uFillTx/>
              <a:latin typeface="Arial"/>
            </a:endParaRPr>
          </a:p>
        </p:txBody>
      </p:sp>
      <p:sp>
        <p:nvSpPr>
          <p:cNvPr id="28" name="PlaceHolder 5"/>
          <p:cNvSpPr>
            <a:spLocks noGrp="1"/>
          </p:cNvSpPr>
          <p:nvPr>
            <p:ph type="body"/>
          </p:nvPr>
        </p:nvSpPr>
        <p:spPr>
          <a:xfrm>
            <a:off x="609480" y="1604520"/>
            <a:ext cx="10971720" cy="3976560"/>
          </a:xfrm>
          <a:prstGeom prst="rect">
            <a:avLst/>
          </a:prstGeom>
          <a:noFill/>
          <a:ln w="0">
            <a:noFill/>
          </a:ln>
        </p:spPr>
        <p:txBody>
          <a:bodyPr lIns="0" rIns="0" tIns="0" bIns="0" anchor="t">
            <a:normAutofit/>
          </a:bodyPr>
          <a:p>
            <a:pPr marL="432000" indent="-324000" defTabSz="914400">
              <a:lnSpc>
                <a:spcPct val="90000"/>
              </a:lnSpc>
              <a:spcBef>
                <a:spcPts val="1417"/>
              </a:spcBef>
              <a:buClr>
                <a:srgbClr val="000000"/>
              </a:buClr>
              <a:buSzPct val="45000"/>
              <a:buFont typeface="Wingdings" charset="2"/>
              <a:buChar char=""/>
            </a:pPr>
            <a:r>
              <a:rPr b="0" lang="en-US" sz="2000" strike="noStrike" u="none">
                <a:solidFill>
                  <a:schemeClr val="dk1">
                    <a:lumMod val="65000"/>
                    <a:lumOff val="35000"/>
                  </a:schemeClr>
                </a:solidFill>
                <a:effectLst/>
                <a:uFillTx/>
                <a:latin typeface="Arial"/>
              </a:rPr>
              <a:t>Click to edit the outline text format</a:t>
            </a:r>
            <a:endParaRPr b="0" lang="en-US" sz="2000" strike="noStrike" u="none">
              <a:solidFill>
                <a:srgbClr val="000000"/>
              </a:solidFill>
              <a:effectLst/>
              <a:uFillTx/>
              <a:latin typeface="Arial"/>
            </a:endParaRPr>
          </a:p>
          <a:p>
            <a:pPr lvl="1" marL="864000" indent="-324000" defTabSz="914400">
              <a:lnSpc>
                <a:spcPct val="90000"/>
              </a:lnSpc>
              <a:spcBef>
                <a:spcPts val="1134"/>
              </a:spcBef>
              <a:buClr>
                <a:srgbClr val="000000"/>
              </a:buClr>
              <a:buSzPct val="75000"/>
              <a:buFont typeface="Symbol" charset="2"/>
              <a:buChar char=""/>
            </a:pPr>
            <a:r>
              <a:rPr b="0" lang="en-US" sz="1600" strike="noStrike" u="none">
                <a:solidFill>
                  <a:schemeClr val="dk1">
                    <a:lumMod val="65000"/>
                    <a:lumOff val="35000"/>
                  </a:schemeClr>
                </a:solidFill>
                <a:effectLst/>
                <a:uFillTx/>
                <a:latin typeface="Arial"/>
              </a:rPr>
              <a:t>Second Outline Level</a:t>
            </a:r>
            <a:endParaRPr b="0" lang="en-US" sz="1600" strike="noStrike" u="none">
              <a:solidFill>
                <a:srgbClr val="000000"/>
              </a:solidFill>
              <a:effectLst/>
              <a:uFillTx/>
              <a:latin typeface="Arial"/>
            </a:endParaRPr>
          </a:p>
          <a:p>
            <a:pPr lvl="2" marL="1296000" indent="-288000" defTabSz="914400">
              <a:lnSpc>
                <a:spcPct val="90000"/>
              </a:lnSpc>
              <a:spcBef>
                <a:spcPts val="850"/>
              </a:spcBef>
              <a:buClr>
                <a:srgbClr val="000000"/>
              </a:buClr>
              <a:buSzPct val="45000"/>
              <a:buFont typeface="Wingdings" charset="2"/>
              <a:buChar char=""/>
            </a:pPr>
            <a:r>
              <a:rPr b="0" lang="en-US" sz="1400" strike="noStrike" u="none">
                <a:solidFill>
                  <a:schemeClr val="dk1">
                    <a:lumMod val="65000"/>
                    <a:lumOff val="35000"/>
                  </a:schemeClr>
                </a:solidFill>
                <a:effectLst/>
                <a:uFillTx/>
                <a:latin typeface="Arial"/>
              </a:rPr>
              <a:t>Third Outline Level</a:t>
            </a:r>
            <a:endParaRPr b="0" lang="en-US" sz="1400" strike="noStrike" u="none">
              <a:solidFill>
                <a:srgbClr val="000000"/>
              </a:solidFill>
              <a:effectLst/>
              <a:uFillTx/>
              <a:latin typeface="Arial"/>
            </a:endParaRPr>
          </a:p>
          <a:p>
            <a:pPr lvl="3" marL="1728000" indent="-216000" defTabSz="914400">
              <a:lnSpc>
                <a:spcPct val="90000"/>
              </a:lnSpc>
              <a:spcBef>
                <a:spcPts val="567"/>
              </a:spcBef>
              <a:buClr>
                <a:srgbClr val="000000"/>
              </a:buClr>
              <a:buSzPct val="75000"/>
              <a:buFont typeface="Symbol" charset="2"/>
              <a:buChar char=""/>
            </a:pPr>
            <a:r>
              <a:rPr b="0" lang="en-US" sz="1400" strike="noStrike" u="none">
                <a:solidFill>
                  <a:schemeClr val="dk1">
                    <a:lumMod val="65000"/>
                    <a:lumOff val="35000"/>
                  </a:schemeClr>
                </a:solidFill>
                <a:effectLst/>
                <a:uFillTx/>
                <a:latin typeface="Arial"/>
              </a:rPr>
              <a:t>Fourth Outline Level</a:t>
            </a:r>
            <a:endParaRPr b="0" lang="en-US" sz="1400" strike="noStrike" u="none">
              <a:solidFill>
                <a:srgbClr val="000000"/>
              </a:solidFill>
              <a:effectLst/>
              <a:uFillTx/>
              <a:latin typeface="Arial"/>
            </a:endParaRPr>
          </a:p>
          <a:p>
            <a:pPr lvl="4" marL="2160000" indent="-216000" defTabSz="914400">
              <a:lnSpc>
                <a:spcPct val="90000"/>
              </a:lnSpc>
              <a:spcBef>
                <a:spcPts val="283"/>
              </a:spcBef>
              <a:buClr>
                <a:srgbClr val="000000"/>
              </a:buClr>
              <a:buSzPct val="45000"/>
              <a:buFont typeface="Wingdings" charset="2"/>
              <a:buChar char=""/>
            </a:pPr>
            <a:r>
              <a:rPr b="0" lang="en-US" sz="2000" strike="noStrike" u="none">
                <a:solidFill>
                  <a:schemeClr val="dk1">
                    <a:lumMod val="65000"/>
                    <a:lumOff val="35000"/>
                  </a:schemeClr>
                </a:solidFill>
                <a:effectLst/>
                <a:uFillTx/>
                <a:latin typeface="Arial"/>
              </a:rPr>
              <a:t>Fifth Outline Level</a:t>
            </a:r>
            <a:endParaRPr b="0" lang="en-US" sz="2000" strike="noStrike" u="none">
              <a:solidFill>
                <a:srgbClr val="000000"/>
              </a:solidFill>
              <a:effectLst/>
              <a:uFillTx/>
              <a:latin typeface="Arial"/>
            </a:endParaRPr>
          </a:p>
          <a:p>
            <a:pPr lvl="5" marL="2592000" indent="-216000" defTabSz="914400">
              <a:lnSpc>
                <a:spcPct val="90000"/>
              </a:lnSpc>
              <a:spcBef>
                <a:spcPts val="283"/>
              </a:spcBef>
              <a:buClr>
                <a:srgbClr val="000000"/>
              </a:buClr>
              <a:buSzPct val="45000"/>
              <a:buFont typeface="Wingdings" charset="2"/>
              <a:buChar char=""/>
            </a:pPr>
            <a:r>
              <a:rPr b="0" lang="en-US" sz="2000" strike="noStrike" u="none">
                <a:solidFill>
                  <a:schemeClr val="dk1">
                    <a:lumMod val="65000"/>
                    <a:lumOff val="35000"/>
                  </a:schemeClr>
                </a:solidFill>
                <a:effectLst/>
                <a:uFillTx/>
                <a:latin typeface="Arial"/>
              </a:rPr>
              <a:t>Sixth Outline Level</a:t>
            </a:r>
            <a:endParaRPr b="0" lang="en-US" sz="2000" strike="noStrike" u="none">
              <a:solidFill>
                <a:srgbClr val="000000"/>
              </a:solidFill>
              <a:effectLst/>
              <a:uFillTx/>
              <a:latin typeface="Arial"/>
            </a:endParaRPr>
          </a:p>
          <a:p>
            <a:pPr lvl="6" marL="3024000" indent="-216000" defTabSz="914400">
              <a:lnSpc>
                <a:spcPct val="90000"/>
              </a:lnSpc>
              <a:spcBef>
                <a:spcPts val="283"/>
              </a:spcBef>
              <a:buClr>
                <a:srgbClr val="000000"/>
              </a:buClr>
              <a:buSzPct val="45000"/>
              <a:buFont typeface="Wingdings" charset="2"/>
              <a:buChar char=""/>
            </a:pPr>
            <a:r>
              <a:rPr b="0" lang="en-US" sz="2000" strike="noStrike" u="none">
                <a:solidFill>
                  <a:schemeClr val="dk1">
                    <a:lumMod val="65000"/>
                    <a:lumOff val="35000"/>
                  </a:schemeClr>
                </a:solidFill>
                <a:effectLst/>
                <a:uFillTx/>
                <a:latin typeface="Arial"/>
              </a:rPr>
              <a:t>Seventh </a:t>
            </a:r>
            <a:r>
              <a:rPr b="0" lang="en-US" sz="2000" strike="noStrike" u="none">
                <a:solidFill>
                  <a:schemeClr val="dk1">
                    <a:lumMod val="65000"/>
                    <a:lumOff val="35000"/>
                  </a:schemeClr>
                </a:solidFill>
                <a:effectLst/>
                <a:uFillTx/>
                <a:latin typeface="Arial"/>
              </a:rPr>
              <a:t>Outline </a:t>
            </a:r>
            <a:r>
              <a:rPr b="0" lang="en-US" sz="2000" strike="noStrike" u="none">
                <a:solidFill>
                  <a:schemeClr val="dk1">
                    <a:lumMod val="65000"/>
                    <a:lumOff val="35000"/>
                  </a:schemeClr>
                </a:solidFill>
                <a:effectLst/>
                <a:uFillTx/>
                <a:latin typeface="Arial"/>
              </a:rPr>
              <a:t>Level</a:t>
            </a:r>
            <a:endParaRPr b="0" lang="en-US" sz="2000" strike="noStrike" u="non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ontent">
    <p:bg>
      <p:bgPr>
        <a:solidFill>
          <a:srgbClr val="ffffff"/>
        </a:solidFill>
      </p:bgPr>
    </p:bg>
    <p:spTree>
      <p:nvGrpSpPr>
        <p:cNvPr id="1" name=""/>
        <p:cNvGrpSpPr/>
        <p:nvPr/>
      </p:nvGrpSpPr>
      <p:grpSpPr>
        <a:xfrm>
          <a:off x="0" y="0"/>
          <a:ext cx="0" cy="0"/>
          <a:chOff x="0" y="0"/>
          <a:chExt cx="0" cy="0"/>
        </a:xfrm>
      </p:grpSpPr>
      <p:sp>
        <p:nvSpPr>
          <p:cNvPr id="29" name="Rectangle 6"/>
          <p:cNvSpPr/>
          <p:nvPr/>
        </p:nvSpPr>
        <p:spPr>
          <a:xfrm>
            <a:off x="0" y="0"/>
            <a:ext cx="3442680" cy="60886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Arial"/>
            </a:endParaRPr>
          </a:p>
        </p:txBody>
      </p:sp>
      <p:sp>
        <p:nvSpPr>
          <p:cNvPr id="30" name="Rectangle 37"/>
          <p:cNvSpPr/>
          <p:nvPr/>
        </p:nvSpPr>
        <p:spPr>
          <a:xfrm>
            <a:off x="11815920" y="0"/>
            <a:ext cx="383040" cy="608868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Corbel"/>
            </a:endParaRPr>
          </a:p>
        </p:txBody>
      </p:sp>
      <p:sp>
        <p:nvSpPr>
          <p:cNvPr id="31" name="PlaceHolder 1"/>
          <p:cNvSpPr>
            <a:spLocks noGrp="1"/>
          </p:cNvSpPr>
          <p:nvPr>
            <p:ph type="title"/>
          </p:nvPr>
        </p:nvSpPr>
        <p:spPr>
          <a:xfrm>
            <a:off x="253080" y="254520"/>
            <a:ext cx="2946240" cy="546948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3600" spc="-60" strike="noStrike" u="none">
                <a:solidFill>
                  <a:srgbClr val="ffffff"/>
                </a:solidFill>
                <a:effectLst/>
                <a:uFillTx/>
                <a:latin typeface="Arial"/>
              </a:rPr>
              <a:t>Click to edit Master title style</a:t>
            </a:r>
            <a:endParaRPr b="0" lang="en-US" sz="3600" strike="noStrike" u="none">
              <a:solidFill>
                <a:srgbClr val="000000"/>
              </a:solidFill>
              <a:effectLst/>
              <a:uFillTx/>
              <a:latin typeface="Arial"/>
            </a:endParaRPr>
          </a:p>
        </p:txBody>
      </p:sp>
      <p:sp>
        <p:nvSpPr>
          <p:cNvPr id="32" name="PlaceHolder 2"/>
          <p:cNvSpPr>
            <a:spLocks noGrp="1"/>
          </p:cNvSpPr>
          <p:nvPr>
            <p:ph type="body"/>
          </p:nvPr>
        </p:nvSpPr>
        <p:spPr>
          <a:xfrm>
            <a:off x="3869280" y="254520"/>
            <a:ext cx="7314120" cy="5353920"/>
          </a:xfrm>
          <a:prstGeom prst="rect">
            <a:avLst/>
          </a:prstGeom>
          <a:noFill/>
          <a:ln w="0">
            <a:noFill/>
          </a:ln>
        </p:spPr>
        <p:txBody>
          <a:bodyPr lIns="91440" rIns="91440" tIns="45720" bIns="45720" anchor="ctr">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Edit Master text styles</a:t>
            </a:r>
            <a:endParaRPr b="0" lang="en-US" sz="2000" strike="noStrike" u="none">
              <a:solidFill>
                <a:srgbClr val="000000"/>
              </a:solidFill>
              <a:effectLst/>
              <a:uFillTx/>
              <a:latin typeface="Aria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rgbClr val="000000"/>
              </a:solidFill>
              <a:effectLst/>
              <a:uFillTx/>
              <a:latin typeface="Aria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rgbClr val="000000"/>
              </a:solidFill>
              <a:effectLst/>
              <a:uFillTx/>
              <a:latin typeface="Aria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rgbClr val="000000"/>
              </a:solidFill>
              <a:effectLst/>
              <a:uFillTx/>
              <a:latin typeface="Aria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rgbClr val="000000"/>
              </a:solidFill>
              <a:effectLst/>
              <a:uFillTx/>
              <a:latin typeface="Arial"/>
            </a:endParaRPr>
          </a:p>
        </p:txBody>
      </p:sp>
      <p:sp>
        <p:nvSpPr>
          <p:cNvPr id="33" name="PlaceHolder 3"/>
          <p:cNvSpPr>
            <a:spLocks noGrp="1"/>
          </p:cNvSpPr>
          <p:nvPr>
            <p:ph type="dt" idx="7"/>
          </p:nvPr>
        </p:nvSpPr>
        <p:spPr>
          <a:xfrm>
            <a:off x="262440" y="6356520"/>
            <a:ext cx="274212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dk1">
                    <a:lumMod val="50000"/>
                    <a:lumOff val="50000"/>
                  </a:schemeClr>
                </a:solidFill>
                <a:effectLst/>
                <a:uFillTx/>
                <a:latin typeface="Arial"/>
              </a:defRPr>
            </a:lvl1pPr>
          </a:lstStyle>
          <a:p>
            <a:pPr indent="0" defTabSz="457200">
              <a:lnSpc>
                <a:spcPct val="100000"/>
              </a:lnSpc>
              <a:buNone/>
              <a:tabLst>
                <a:tab algn="l" pos="0"/>
              </a:tabLst>
            </a:pPr>
            <a:r>
              <a:rPr b="0" lang="en-US" sz="1100" strike="noStrike" u="none">
                <a:solidFill>
                  <a:schemeClr val="dk1">
                    <a:lumMod val="50000"/>
                    <a:lumOff val="50000"/>
                  </a:schemeClr>
                </a:solidFill>
                <a:effectLst/>
                <a:uFillTx/>
                <a:latin typeface="Arial"/>
              </a:rPr>
              <a:t>&lt;date/time&gt;</a:t>
            </a:r>
            <a:endParaRPr b="0" lang="en-US" sz="1100" strike="noStrike" u="none">
              <a:solidFill>
                <a:srgbClr val="000000"/>
              </a:solidFill>
              <a:effectLst/>
              <a:uFillTx/>
              <a:latin typeface="Times New Roman"/>
            </a:endParaRPr>
          </a:p>
        </p:txBody>
      </p:sp>
      <p:sp>
        <p:nvSpPr>
          <p:cNvPr id="34" name="PlaceHolder 4"/>
          <p:cNvSpPr>
            <a:spLocks noGrp="1"/>
          </p:cNvSpPr>
          <p:nvPr>
            <p:ph type="ftr" idx="8"/>
          </p:nvPr>
        </p:nvSpPr>
        <p:spPr>
          <a:xfrm>
            <a:off x="3869280" y="6356520"/>
            <a:ext cx="591048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accent1"/>
                </a:solidFill>
                <a:effectLst/>
                <a:uFillTx/>
                <a:latin typeface="Arial"/>
              </a:defRPr>
            </a:lvl1pPr>
          </a:lstStyle>
          <a:p>
            <a:pPr indent="0" defTabSz="457200">
              <a:lnSpc>
                <a:spcPct val="100000"/>
              </a:lnSpc>
              <a:buNone/>
              <a:tabLst>
                <a:tab algn="l" pos="0"/>
              </a:tabLst>
            </a:pPr>
            <a:r>
              <a:rPr b="0" lang="en-US" sz="1100" strike="noStrike" u="none">
                <a:solidFill>
                  <a:schemeClr val="accent1"/>
                </a:solidFill>
                <a:effectLst/>
                <a:uFillTx/>
                <a:latin typeface="Arial"/>
              </a:rPr>
              <a:t>&lt;footer&gt;</a:t>
            </a:r>
            <a:endParaRPr b="0" lang="en-US" sz="1100" strike="noStrike" u="none">
              <a:solidFill>
                <a:srgbClr val="000000"/>
              </a:solidFill>
              <a:effectLst/>
              <a:uFillTx/>
              <a:latin typeface="Times New Roman"/>
            </a:endParaRPr>
          </a:p>
        </p:txBody>
      </p:sp>
      <p:sp>
        <p:nvSpPr>
          <p:cNvPr id="35" name="PlaceHolder 5"/>
          <p:cNvSpPr>
            <a:spLocks noGrp="1"/>
          </p:cNvSpPr>
          <p:nvPr>
            <p:ph type="sldNum" idx="9"/>
          </p:nvPr>
        </p:nvSpPr>
        <p:spPr>
          <a:xfrm>
            <a:off x="10634040" y="6356520"/>
            <a:ext cx="15300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1" lang="en-US" sz="1200" strike="noStrike" u="none">
                <a:solidFill>
                  <a:schemeClr val="accent1"/>
                </a:solidFill>
                <a:effectLst/>
                <a:uFillTx/>
                <a:latin typeface="Arial"/>
              </a:defRPr>
            </a:lvl1pPr>
          </a:lstStyle>
          <a:p>
            <a:pPr indent="0" algn="r" defTabSz="457200">
              <a:lnSpc>
                <a:spcPct val="100000"/>
              </a:lnSpc>
              <a:buNone/>
              <a:tabLst>
                <a:tab algn="l" pos="0"/>
              </a:tabLst>
            </a:pPr>
            <a:fld id="{5D3BB0A5-D104-4B71-8C00-0149D68989F5}" type="slidenum">
              <a:rPr b="1" lang="en-US" sz="1200" strike="noStrike" u="none">
                <a:solidFill>
                  <a:schemeClr val="accent1"/>
                </a:solidFill>
                <a:effectLst/>
                <a:uFillTx/>
                <a:latin typeface="Arial"/>
              </a:rPr>
              <a:t>&lt;number&gt;</a:t>
            </a:fld>
            <a:endParaRPr b="0" lang="en-US" sz="1200" strike="noStrike" u="none">
              <a:solidFill>
                <a:srgbClr val="000000"/>
              </a:solidFill>
              <a:effectLst/>
              <a:uFillTx/>
              <a:latin typeface="Times New Roman"/>
            </a:endParaRPr>
          </a:p>
        </p:txBody>
      </p:sp>
      <p:sp>
        <p:nvSpPr>
          <p:cNvPr id="36" name="PlaceHolder 6"/>
          <p:cNvSpPr>
            <a:spLocks noGrp="1"/>
          </p:cNvSpPr>
          <p:nvPr>
            <p:ph type="body"/>
          </p:nvPr>
        </p:nvSpPr>
        <p:spPr>
          <a:xfrm>
            <a:off x="3858840" y="5748480"/>
            <a:ext cx="7324200" cy="36396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(letf)</a:t>
            </a:r>
            <a:endParaRPr b="0" lang="en-US" sz="700" strike="noStrike" u="non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Boxes">
    <p:bg>
      <p:bgPr>
        <a:solidFill>
          <a:srgbClr val="ffffff"/>
        </a:solidFill>
      </p:bgPr>
    </p:bg>
    <p:spTree>
      <p:nvGrpSpPr>
        <p:cNvPr id="1" name=""/>
        <p:cNvGrpSpPr/>
        <p:nvPr/>
      </p:nvGrpSpPr>
      <p:grpSpPr>
        <a:xfrm>
          <a:off x="0" y="0"/>
          <a:ext cx="0" cy="0"/>
          <a:chOff x="0" y="0"/>
          <a:chExt cx="0" cy="0"/>
        </a:xfrm>
      </p:grpSpPr>
      <p:sp>
        <p:nvSpPr>
          <p:cNvPr id="37" name="Rectangle 6"/>
          <p:cNvSpPr/>
          <p:nvPr/>
        </p:nvSpPr>
        <p:spPr>
          <a:xfrm>
            <a:off x="0" y="0"/>
            <a:ext cx="3442680" cy="60886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Arial"/>
            </a:endParaRPr>
          </a:p>
        </p:txBody>
      </p:sp>
      <p:sp>
        <p:nvSpPr>
          <p:cNvPr id="38" name="Rectangle 37"/>
          <p:cNvSpPr/>
          <p:nvPr/>
        </p:nvSpPr>
        <p:spPr>
          <a:xfrm>
            <a:off x="11815920" y="0"/>
            <a:ext cx="383040" cy="608868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Corbel"/>
            </a:endParaRPr>
          </a:p>
        </p:txBody>
      </p:sp>
      <p:sp>
        <p:nvSpPr>
          <p:cNvPr id="39" name="PlaceHolder 1"/>
          <p:cNvSpPr>
            <a:spLocks noGrp="1"/>
          </p:cNvSpPr>
          <p:nvPr>
            <p:ph type="title"/>
          </p:nvPr>
        </p:nvSpPr>
        <p:spPr>
          <a:xfrm>
            <a:off x="253080" y="222480"/>
            <a:ext cx="2946240" cy="550116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3600" spc="-60" strike="noStrike" u="none">
                <a:solidFill>
                  <a:srgbClr val="ffffff"/>
                </a:solidFill>
                <a:effectLst/>
                <a:uFillTx/>
                <a:latin typeface="Arial"/>
              </a:rPr>
              <a:t>Click to edit Master title style</a:t>
            </a:r>
            <a:endParaRPr b="0" lang="en-US" sz="3600" strike="noStrike" u="none">
              <a:solidFill>
                <a:srgbClr val="000000"/>
              </a:solidFill>
              <a:effectLst/>
              <a:uFillTx/>
              <a:latin typeface="Arial"/>
            </a:endParaRPr>
          </a:p>
        </p:txBody>
      </p:sp>
      <p:sp>
        <p:nvSpPr>
          <p:cNvPr id="40" name="PlaceHolder 2"/>
          <p:cNvSpPr>
            <a:spLocks noGrp="1"/>
          </p:cNvSpPr>
          <p:nvPr>
            <p:ph type="body"/>
          </p:nvPr>
        </p:nvSpPr>
        <p:spPr>
          <a:xfrm>
            <a:off x="3867840" y="222480"/>
            <a:ext cx="3473640" cy="5765760"/>
          </a:xfrm>
          <a:prstGeom prst="rect">
            <a:avLst/>
          </a:prstGeom>
          <a:noFill/>
          <a:ln w="0">
            <a:noFill/>
          </a:ln>
        </p:spPr>
        <p:txBody>
          <a:bodyPr lIns="91440" rIns="91440" tIns="45720" bIns="45720" anchor="ctr">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Edit Master text styles</a:t>
            </a:r>
            <a:endParaRPr b="0" lang="en-US" sz="2000" strike="noStrike" u="none">
              <a:solidFill>
                <a:srgbClr val="000000"/>
              </a:solidFill>
              <a:effectLst/>
              <a:uFillTx/>
              <a:latin typeface="Aria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rgbClr val="000000"/>
              </a:solidFill>
              <a:effectLst/>
              <a:uFillTx/>
              <a:latin typeface="Aria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rgbClr val="000000"/>
              </a:solidFill>
              <a:effectLst/>
              <a:uFillTx/>
              <a:latin typeface="Aria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rgbClr val="000000"/>
              </a:solidFill>
              <a:effectLst/>
              <a:uFillTx/>
              <a:latin typeface="Aria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rgbClr val="000000"/>
              </a:solidFill>
              <a:effectLst/>
              <a:uFillTx/>
              <a:latin typeface="Arial"/>
            </a:endParaRPr>
          </a:p>
        </p:txBody>
      </p:sp>
      <p:sp>
        <p:nvSpPr>
          <p:cNvPr id="41" name="PlaceHolder 3"/>
          <p:cNvSpPr>
            <a:spLocks noGrp="1"/>
          </p:cNvSpPr>
          <p:nvPr>
            <p:ph type="body"/>
          </p:nvPr>
        </p:nvSpPr>
        <p:spPr>
          <a:xfrm>
            <a:off x="7818120" y="222480"/>
            <a:ext cx="3473640" cy="5765760"/>
          </a:xfrm>
          <a:prstGeom prst="rect">
            <a:avLst/>
          </a:prstGeom>
          <a:noFill/>
          <a:ln w="0">
            <a:noFill/>
          </a:ln>
        </p:spPr>
        <p:txBody>
          <a:bodyPr lIns="91440" rIns="91440" tIns="45720" bIns="45720" anchor="ctr">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Edit Master text styles</a:t>
            </a:r>
            <a:endParaRPr b="0" lang="en-US" sz="2000" strike="noStrike" u="none">
              <a:solidFill>
                <a:srgbClr val="000000"/>
              </a:solidFill>
              <a:effectLst/>
              <a:uFillTx/>
              <a:latin typeface="Aria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rgbClr val="000000"/>
              </a:solidFill>
              <a:effectLst/>
              <a:uFillTx/>
              <a:latin typeface="Aria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rgbClr val="000000"/>
              </a:solidFill>
              <a:effectLst/>
              <a:uFillTx/>
              <a:latin typeface="Aria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rgbClr val="000000"/>
              </a:solidFill>
              <a:effectLst/>
              <a:uFillTx/>
              <a:latin typeface="Aria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rgbClr val="000000"/>
              </a:solidFill>
              <a:effectLst/>
              <a:uFillTx/>
              <a:latin typeface="Arial"/>
            </a:endParaRPr>
          </a:p>
        </p:txBody>
      </p:sp>
      <p:sp>
        <p:nvSpPr>
          <p:cNvPr id="42" name="PlaceHolder 4"/>
          <p:cNvSpPr>
            <a:spLocks noGrp="1"/>
          </p:cNvSpPr>
          <p:nvPr>
            <p:ph type="dt" idx="10"/>
          </p:nvPr>
        </p:nvSpPr>
        <p:spPr>
          <a:xfrm>
            <a:off x="262440" y="6356520"/>
            <a:ext cx="274212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dk1">
                    <a:lumMod val="50000"/>
                    <a:lumOff val="50000"/>
                  </a:schemeClr>
                </a:solidFill>
                <a:effectLst/>
                <a:uFillTx/>
                <a:latin typeface="Arial"/>
              </a:defRPr>
            </a:lvl1pPr>
          </a:lstStyle>
          <a:p>
            <a:pPr indent="0" defTabSz="457200">
              <a:lnSpc>
                <a:spcPct val="100000"/>
              </a:lnSpc>
              <a:buNone/>
              <a:tabLst>
                <a:tab algn="l" pos="0"/>
              </a:tabLst>
            </a:pPr>
            <a:r>
              <a:rPr b="0" lang="en-US" sz="1100" strike="noStrike" u="none">
                <a:solidFill>
                  <a:schemeClr val="dk1">
                    <a:lumMod val="50000"/>
                    <a:lumOff val="50000"/>
                  </a:schemeClr>
                </a:solidFill>
                <a:effectLst/>
                <a:uFillTx/>
                <a:latin typeface="Arial"/>
              </a:rPr>
              <a:t>&lt;date/time&gt;</a:t>
            </a:r>
            <a:endParaRPr b="0" lang="en-US" sz="1100" strike="noStrike" u="none">
              <a:solidFill>
                <a:srgbClr val="000000"/>
              </a:solidFill>
              <a:effectLst/>
              <a:uFillTx/>
              <a:latin typeface="Times New Roman"/>
            </a:endParaRPr>
          </a:p>
        </p:txBody>
      </p:sp>
      <p:sp>
        <p:nvSpPr>
          <p:cNvPr id="43" name="PlaceHolder 5"/>
          <p:cNvSpPr>
            <a:spLocks noGrp="1"/>
          </p:cNvSpPr>
          <p:nvPr>
            <p:ph type="ftr" idx="11"/>
          </p:nvPr>
        </p:nvSpPr>
        <p:spPr>
          <a:xfrm>
            <a:off x="3869280" y="6356520"/>
            <a:ext cx="591048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accent1"/>
                </a:solidFill>
                <a:effectLst/>
                <a:uFillTx/>
                <a:latin typeface="Arial"/>
              </a:defRPr>
            </a:lvl1pPr>
          </a:lstStyle>
          <a:p>
            <a:pPr indent="0" defTabSz="457200">
              <a:lnSpc>
                <a:spcPct val="100000"/>
              </a:lnSpc>
              <a:buNone/>
              <a:tabLst>
                <a:tab algn="l" pos="0"/>
              </a:tabLst>
            </a:pPr>
            <a:r>
              <a:rPr b="0" lang="en-US" sz="1100" strike="noStrike" u="none">
                <a:solidFill>
                  <a:schemeClr val="accent1"/>
                </a:solidFill>
                <a:effectLst/>
                <a:uFillTx/>
                <a:latin typeface="Arial"/>
              </a:rPr>
              <a:t>&lt;footer&gt;</a:t>
            </a:r>
            <a:endParaRPr b="0" lang="en-US" sz="1100" strike="noStrike" u="none">
              <a:solidFill>
                <a:srgbClr val="000000"/>
              </a:solidFill>
              <a:effectLst/>
              <a:uFillTx/>
              <a:latin typeface="Times New Roman"/>
            </a:endParaRPr>
          </a:p>
        </p:txBody>
      </p:sp>
      <p:sp>
        <p:nvSpPr>
          <p:cNvPr id="44" name="PlaceHolder 6"/>
          <p:cNvSpPr>
            <a:spLocks noGrp="1"/>
          </p:cNvSpPr>
          <p:nvPr>
            <p:ph type="sldNum" idx="12"/>
          </p:nvPr>
        </p:nvSpPr>
        <p:spPr>
          <a:xfrm>
            <a:off x="10634040" y="6356520"/>
            <a:ext cx="15300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1" lang="en-US" sz="1200" strike="noStrike" u="none">
                <a:solidFill>
                  <a:schemeClr val="accent1"/>
                </a:solidFill>
                <a:effectLst/>
                <a:uFillTx/>
                <a:latin typeface="Arial"/>
              </a:defRPr>
            </a:lvl1pPr>
          </a:lstStyle>
          <a:p>
            <a:pPr indent="0" algn="r" defTabSz="457200">
              <a:lnSpc>
                <a:spcPct val="100000"/>
              </a:lnSpc>
              <a:buNone/>
              <a:tabLst>
                <a:tab algn="l" pos="0"/>
              </a:tabLst>
            </a:pPr>
            <a:fld id="{FBE4BC9A-4BFA-42A7-9D8A-925A53E5403E}" type="slidenum">
              <a:rPr b="1" lang="en-US" sz="1200" strike="noStrike" u="none">
                <a:solidFill>
                  <a:schemeClr val="accent1"/>
                </a:solidFill>
                <a:effectLst/>
                <a:uFillTx/>
                <a:latin typeface="Arial"/>
              </a:rPr>
              <a:t>&lt;number&gt;</a:t>
            </a:fld>
            <a:endParaRPr b="0" lang="en-US" sz="1200" strike="noStrike" u="non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
        <p:nvSpPr>
          <p:cNvPr id="45" name="Rectangle 6"/>
          <p:cNvSpPr/>
          <p:nvPr/>
        </p:nvSpPr>
        <p:spPr>
          <a:xfrm>
            <a:off x="0" y="0"/>
            <a:ext cx="3442680" cy="60886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Arial"/>
            </a:endParaRPr>
          </a:p>
        </p:txBody>
      </p:sp>
      <p:sp>
        <p:nvSpPr>
          <p:cNvPr id="46" name="Rectangle 37"/>
          <p:cNvSpPr/>
          <p:nvPr/>
        </p:nvSpPr>
        <p:spPr>
          <a:xfrm>
            <a:off x="11815920" y="0"/>
            <a:ext cx="383040" cy="608868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Corbel"/>
            </a:endParaRPr>
          </a:p>
        </p:txBody>
      </p:sp>
      <p:sp>
        <p:nvSpPr>
          <p:cNvPr id="47" name="PlaceHolder 1"/>
          <p:cNvSpPr>
            <a:spLocks noGrp="1"/>
          </p:cNvSpPr>
          <p:nvPr>
            <p:ph type="title"/>
          </p:nvPr>
        </p:nvSpPr>
        <p:spPr>
          <a:xfrm>
            <a:off x="253080" y="222480"/>
            <a:ext cx="2946240" cy="550116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3600" spc="-60" strike="noStrike" u="none">
                <a:solidFill>
                  <a:srgbClr val="ffffff"/>
                </a:solidFill>
                <a:effectLst/>
                <a:uFillTx/>
                <a:latin typeface="Arial"/>
              </a:rPr>
              <a:t>Click to edit Master title style</a:t>
            </a:r>
            <a:endParaRPr b="0" lang="en-US" sz="3600" strike="noStrike" u="none">
              <a:solidFill>
                <a:srgbClr val="000000"/>
              </a:solidFill>
              <a:effectLst/>
              <a:uFillTx/>
              <a:latin typeface="Arial"/>
            </a:endParaRPr>
          </a:p>
        </p:txBody>
      </p:sp>
      <p:sp>
        <p:nvSpPr>
          <p:cNvPr id="48" name="PlaceHolder 2"/>
          <p:cNvSpPr>
            <a:spLocks noGrp="1"/>
          </p:cNvSpPr>
          <p:nvPr>
            <p:ph type="body"/>
          </p:nvPr>
        </p:nvSpPr>
        <p:spPr>
          <a:xfrm>
            <a:off x="3867840" y="222480"/>
            <a:ext cx="3473640" cy="5765760"/>
          </a:xfrm>
          <a:prstGeom prst="rect">
            <a:avLst/>
          </a:prstGeom>
          <a:noFill/>
          <a:ln w="0">
            <a:noFill/>
          </a:ln>
        </p:spPr>
        <p:txBody>
          <a:bodyPr lIns="91440" rIns="91440" tIns="45720" bIns="45720" anchor="ctr">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Edit Master text styles</a:t>
            </a:r>
            <a:endParaRPr b="0" lang="en-US" sz="2000" strike="noStrike" u="none">
              <a:solidFill>
                <a:srgbClr val="000000"/>
              </a:solidFill>
              <a:effectLst/>
              <a:uFillTx/>
              <a:latin typeface="Aria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rgbClr val="000000"/>
              </a:solidFill>
              <a:effectLst/>
              <a:uFillTx/>
              <a:latin typeface="Aria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rgbClr val="000000"/>
              </a:solidFill>
              <a:effectLst/>
              <a:uFillTx/>
              <a:latin typeface="Aria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rgbClr val="000000"/>
              </a:solidFill>
              <a:effectLst/>
              <a:uFillTx/>
              <a:latin typeface="Aria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rgbClr val="000000"/>
              </a:solidFill>
              <a:effectLst/>
              <a:uFillTx/>
              <a:latin typeface="Arial"/>
            </a:endParaRPr>
          </a:p>
        </p:txBody>
      </p:sp>
      <p:sp>
        <p:nvSpPr>
          <p:cNvPr id="49" name="PlaceHolder 3"/>
          <p:cNvSpPr>
            <a:spLocks noGrp="1"/>
          </p:cNvSpPr>
          <p:nvPr>
            <p:ph type="body"/>
          </p:nvPr>
        </p:nvSpPr>
        <p:spPr>
          <a:xfrm>
            <a:off x="7818120" y="222480"/>
            <a:ext cx="3473640" cy="5765760"/>
          </a:xfrm>
          <a:prstGeom prst="rect">
            <a:avLst/>
          </a:prstGeom>
          <a:noFill/>
          <a:ln w="0">
            <a:noFill/>
          </a:ln>
        </p:spPr>
        <p:txBody>
          <a:bodyPr lIns="91440" rIns="91440" tIns="45720" bIns="45720" anchor="ctr">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Edit Master text styles</a:t>
            </a:r>
            <a:endParaRPr b="0" lang="en-US" sz="2000" strike="noStrike" u="none">
              <a:solidFill>
                <a:srgbClr val="000000"/>
              </a:solidFill>
              <a:effectLst/>
              <a:uFillTx/>
              <a:latin typeface="Aria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rgbClr val="000000"/>
              </a:solidFill>
              <a:effectLst/>
              <a:uFillTx/>
              <a:latin typeface="Aria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rgbClr val="000000"/>
              </a:solidFill>
              <a:effectLst/>
              <a:uFillTx/>
              <a:latin typeface="Aria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rgbClr val="000000"/>
              </a:solidFill>
              <a:effectLst/>
              <a:uFillTx/>
              <a:latin typeface="Aria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rgbClr val="000000"/>
              </a:solidFill>
              <a:effectLst/>
              <a:uFillTx/>
              <a:latin typeface="Arial"/>
            </a:endParaRPr>
          </a:p>
        </p:txBody>
      </p:sp>
      <p:sp>
        <p:nvSpPr>
          <p:cNvPr id="50" name="PlaceHolder 4"/>
          <p:cNvSpPr>
            <a:spLocks noGrp="1"/>
          </p:cNvSpPr>
          <p:nvPr>
            <p:ph type="dt" idx="13"/>
          </p:nvPr>
        </p:nvSpPr>
        <p:spPr>
          <a:xfrm>
            <a:off x="262440" y="6356520"/>
            <a:ext cx="274212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dk1">
                    <a:lumMod val="50000"/>
                    <a:lumOff val="50000"/>
                  </a:schemeClr>
                </a:solidFill>
                <a:effectLst/>
                <a:uFillTx/>
                <a:latin typeface="Arial"/>
              </a:defRPr>
            </a:lvl1pPr>
          </a:lstStyle>
          <a:p>
            <a:pPr indent="0" defTabSz="457200">
              <a:lnSpc>
                <a:spcPct val="100000"/>
              </a:lnSpc>
              <a:buNone/>
              <a:tabLst>
                <a:tab algn="l" pos="0"/>
              </a:tabLst>
            </a:pPr>
            <a:r>
              <a:rPr b="0" lang="en-US" sz="1100" strike="noStrike" u="none">
                <a:solidFill>
                  <a:schemeClr val="dk1">
                    <a:lumMod val="50000"/>
                    <a:lumOff val="50000"/>
                  </a:schemeClr>
                </a:solidFill>
                <a:effectLst/>
                <a:uFillTx/>
                <a:latin typeface="Arial"/>
              </a:rPr>
              <a:t>&lt;date/time&gt;</a:t>
            </a:r>
            <a:endParaRPr b="0" lang="en-US" sz="1100" strike="noStrike" u="none">
              <a:solidFill>
                <a:srgbClr val="000000"/>
              </a:solidFill>
              <a:effectLst/>
              <a:uFillTx/>
              <a:latin typeface="Times New Roman"/>
            </a:endParaRPr>
          </a:p>
        </p:txBody>
      </p:sp>
      <p:sp>
        <p:nvSpPr>
          <p:cNvPr id="51" name="PlaceHolder 5"/>
          <p:cNvSpPr>
            <a:spLocks noGrp="1"/>
          </p:cNvSpPr>
          <p:nvPr>
            <p:ph type="ftr" idx="14"/>
          </p:nvPr>
        </p:nvSpPr>
        <p:spPr>
          <a:xfrm>
            <a:off x="3869280" y="6356520"/>
            <a:ext cx="591048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accent1"/>
                </a:solidFill>
                <a:effectLst/>
                <a:uFillTx/>
                <a:latin typeface="Arial"/>
              </a:defRPr>
            </a:lvl1pPr>
          </a:lstStyle>
          <a:p>
            <a:pPr indent="0" defTabSz="457200">
              <a:lnSpc>
                <a:spcPct val="100000"/>
              </a:lnSpc>
              <a:buNone/>
              <a:tabLst>
                <a:tab algn="l" pos="0"/>
              </a:tabLst>
            </a:pPr>
            <a:r>
              <a:rPr b="0" lang="en-US" sz="1100" strike="noStrike" u="none">
                <a:solidFill>
                  <a:schemeClr val="accent1"/>
                </a:solidFill>
                <a:effectLst/>
                <a:uFillTx/>
                <a:latin typeface="Arial"/>
              </a:rPr>
              <a:t>&lt;footer&gt;</a:t>
            </a:r>
            <a:endParaRPr b="0" lang="en-US" sz="1100" strike="noStrike" u="none">
              <a:solidFill>
                <a:srgbClr val="000000"/>
              </a:solidFill>
              <a:effectLst/>
              <a:uFillTx/>
              <a:latin typeface="Times New Roman"/>
            </a:endParaRPr>
          </a:p>
        </p:txBody>
      </p:sp>
      <p:sp>
        <p:nvSpPr>
          <p:cNvPr id="52" name="PlaceHolder 6"/>
          <p:cNvSpPr>
            <a:spLocks noGrp="1"/>
          </p:cNvSpPr>
          <p:nvPr>
            <p:ph type="sldNum" idx="15"/>
          </p:nvPr>
        </p:nvSpPr>
        <p:spPr>
          <a:xfrm>
            <a:off x="10634040" y="6356520"/>
            <a:ext cx="15300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1" lang="en-US" sz="1200" strike="noStrike" u="none">
                <a:solidFill>
                  <a:schemeClr val="accent1"/>
                </a:solidFill>
                <a:effectLst/>
                <a:uFillTx/>
                <a:latin typeface="Arial"/>
              </a:defRPr>
            </a:lvl1pPr>
          </a:lstStyle>
          <a:p>
            <a:pPr indent="0" algn="r" defTabSz="457200">
              <a:lnSpc>
                <a:spcPct val="100000"/>
              </a:lnSpc>
              <a:buNone/>
              <a:tabLst>
                <a:tab algn="l" pos="0"/>
              </a:tabLst>
            </a:pPr>
            <a:fld id="{71717C34-5B78-46FD-AD45-BA997AEA3EE2}" type="slidenum">
              <a:rPr b="1" lang="en-US" sz="1200" strike="noStrike" u="none">
                <a:solidFill>
                  <a:schemeClr val="accent1"/>
                </a:solidFill>
                <a:effectLst/>
                <a:uFillTx/>
                <a:latin typeface="Arial"/>
              </a:rPr>
              <a:t>&lt;number&gt;</a:t>
            </a:fld>
            <a:endParaRPr b="0" lang="en-US" sz="1200" strike="noStrike" u="non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53" name="Rectangle 6"/>
          <p:cNvSpPr/>
          <p:nvPr/>
        </p:nvSpPr>
        <p:spPr>
          <a:xfrm>
            <a:off x="0" y="0"/>
            <a:ext cx="3442680" cy="60886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Arial"/>
            </a:endParaRPr>
          </a:p>
        </p:txBody>
      </p:sp>
      <p:sp>
        <p:nvSpPr>
          <p:cNvPr id="54" name="Rectangle 37"/>
          <p:cNvSpPr/>
          <p:nvPr/>
        </p:nvSpPr>
        <p:spPr>
          <a:xfrm>
            <a:off x="11815920" y="0"/>
            <a:ext cx="383040" cy="608868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Corbel"/>
            </a:endParaRPr>
          </a:p>
        </p:txBody>
      </p:sp>
      <p:sp>
        <p:nvSpPr>
          <p:cNvPr id="55" name="PlaceHolder 1"/>
          <p:cNvSpPr>
            <a:spLocks noGrp="1"/>
          </p:cNvSpPr>
          <p:nvPr>
            <p:ph type="body"/>
          </p:nvPr>
        </p:nvSpPr>
        <p:spPr>
          <a:xfrm>
            <a:off x="7818480" y="5748480"/>
            <a:ext cx="3473640" cy="36396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(right)</a:t>
            </a:r>
            <a:endParaRPr b="0" lang="en-US" sz="700" strike="noStrike" u="none">
              <a:solidFill>
                <a:srgbClr val="000000"/>
              </a:solidFill>
              <a:effectLst/>
              <a:uFillTx/>
              <a:latin typeface="Arial"/>
            </a:endParaRPr>
          </a:p>
        </p:txBody>
      </p:sp>
      <p:sp>
        <p:nvSpPr>
          <p:cNvPr id="56" name="PlaceHolder 2"/>
          <p:cNvSpPr>
            <a:spLocks noGrp="1"/>
          </p:cNvSpPr>
          <p:nvPr>
            <p:ph type="body"/>
          </p:nvPr>
        </p:nvSpPr>
        <p:spPr>
          <a:xfrm>
            <a:off x="7818480" y="1224360"/>
            <a:ext cx="3473640" cy="4373280"/>
          </a:xfrm>
          <a:prstGeom prst="rect">
            <a:avLst/>
          </a:prstGeom>
          <a:noFill/>
          <a:ln w="0">
            <a:noFill/>
          </a:ln>
        </p:spPr>
        <p:txBody>
          <a:bodyPr lIns="91440" rIns="91440" tIns="45720" bIns="45720" anchor="t">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styles (right)</a:t>
            </a:r>
            <a:endParaRPr b="0" lang="en-US" sz="2000" strike="noStrike" u="none">
              <a:solidFill>
                <a:srgbClr val="000000"/>
              </a:solidFill>
              <a:effectLst/>
              <a:uFillTx/>
              <a:latin typeface="Aria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rgbClr val="000000"/>
              </a:solidFill>
              <a:effectLst/>
              <a:uFillTx/>
              <a:latin typeface="Aria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rgbClr val="000000"/>
              </a:solidFill>
              <a:effectLst/>
              <a:uFillTx/>
              <a:latin typeface="Aria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rgbClr val="000000"/>
              </a:solidFill>
              <a:effectLst/>
              <a:uFillTx/>
              <a:latin typeface="Aria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rgbClr val="000000"/>
              </a:solidFill>
              <a:effectLst/>
              <a:uFillTx/>
              <a:latin typeface="Arial"/>
            </a:endParaRPr>
          </a:p>
        </p:txBody>
      </p:sp>
      <p:sp>
        <p:nvSpPr>
          <p:cNvPr id="57" name="PlaceHolder 3"/>
          <p:cNvSpPr>
            <a:spLocks noGrp="1"/>
          </p:cNvSpPr>
          <p:nvPr>
            <p:ph type="body"/>
          </p:nvPr>
        </p:nvSpPr>
        <p:spPr>
          <a:xfrm>
            <a:off x="7818480" y="261720"/>
            <a:ext cx="3473640" cy="812160"/>
          </a:xfrm>
          <a:prstGeom prst="rect">
            <a:avLst/>
          </a:prstGeom>
          <a:noFill/>
          <a:ln w="0">
            <a:noFill/>
          </a:ln>
        </p:spPr>
        <p:txBody>
          <a:bodyPr lIns="91440" rIns="91440" tIns="45720" bIns="45720" anchor="t">
            <a:normAutofit/>
          </a:bodyPr>
          <a:p>
            <a:pPr marL="228600" indent="0" defTabSz="914400">
              <a:lnSpc>
                <a:spcPct val="90000"/>
              </a:lnSpc>
              <a:spcBef>
                <a:spcPts val="1001"/>
              </a:spcBef>
              <a:buNone/>
              <a:tabLst>
                <a:tab algn="l" pos="0"/>
              </a:tabLst>
            </a:pPr>
            <a:r>
              <a:rPr b="1" lang="en-US" sz="2400" strike="noStrike" u="none">
                <a:solidFill>
                  <a:schemeClr val="dk1">
                    <a:lumMod val="65000"/>
                    <a:lumOff val="35000"/>
                  </a:schemeClr>
                </a:solidFill>
                <a:effectLst/>
                <a:uFillTx/>
                <a:latin typeface="Arial"/>
              </a:rPr>
              <a:t>Click to edit </a:t>
            </a:r>
            <a:r>
              <a:rPr b="1" lang="en-US" sz="2400" strike="noStrike" u="none">
                <a:solidFill>
                  <a:schemeClr val="dk1">
                    <a:lumMod val="65000"/>
                    <a:lumOff val="35000"/>
                  </a:schemeClr>
                </a:solidFill>
                <a:effectLst/>
                <a:uFillTx/>
                <a:latin typeface="Arial"/>
              </a:rPr>
              <a:t>Master text </a:t>
            </a:r>
            <a:r>
              <a:rPr b="1" lang="en-US" sz="2400" strike="noStrike" u="none">
                <a:solidFill>
                  <a:schemeClr val="dk1">
                    <a:lumMod val="65000"/>
                    <a:lumOff val="35000"/>
                  </a:schemeClr>
                </a:solidFill>
                <a:effectLst/>
                <a:uFillTx/>
                <a:latin typeface="Arial"/>
              </a:rPr>
              <a:t>styles (right)</a:t>
            </a:r>
            <a:endParaRPr b="0" lang="en-US" sz="2400" strike="noStrike" u="none">
              <a:solidFill>
                <a:srgbClr val="000000"/>
              </a:solidFill>
              <a:effectLst/>
              <a:uFillTx/>
              <a:latin typeface="Arial"/>
            </a:endParaRPr>
          </a:p>
        </p:txBody>
      </p:sp>
      <p:sp>
        <p:nvSpPr>
          <p:cNvPr id="58" name="PlaceHolder 4"/>
          <p:cNvSpPr>
            <a:spLocks noGrp="1"/>
          </p:cNvSpPr>
          <p:nvPr>
            <p:ph type="body"/>
          </p:nvPr>
        </p:nvSpPr>
        <p:spPr>
          <a:xfrm>
            <a:off x="3858840" y="5748480"/>
            <a:ext cx="3473640" cy="36396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(left)</a:t>
            </a:r>
            <a:endParaRPr b="0" lang="en-US" sz="700" strike="noStrike" u="none">
              <a:solidFill>
                <a:srgbClr val="000000"/>
              </a:solidFill>
              <a:effectLst/>
              <a:uFillTx/>
              <a:latin typeface="Arial"/>
            </a:endParaRPr>
          </a:p>
        </p:txBody>
      </p:sp>
      <p:sp>
        <p:nvSpPr>
          <p:cNvPr id="59" name="PlaceHolder 5"/>
          <p:cNvSpPr>
            <a:spLocks noGrp="1"/>
          </p:cNvSpPr>
          <p:nvPr>
            <p:ph type="body"/>
          </p:nvPr>
        </p:nvSpPr>
        <p:spPr>
          <a:xfrm>
            <a:off x="3867840" y="1224360"/>
            <a:ext cx="3473640" cy="4373280"/>
          </a:xfrm>
          <a:prstGeom prst="rect">
            <a:avLst/>
          </a:prstGeom>
          <a:noFill/>
          <a:ln w="0">
            <a:noFill/>
          </a:ln>
        </p:spPr>
        <p:txBody>
          <a:bodyPr lIns="91440" rIns="91440" tIns="45720" bIns="45720" anchor="t">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styles (left)</a:t>
            </a:r>
            <a:endParaRPr b="0" lang="en-US" sz="2000" strike="noStrike" u="none">
              <a:solidFill>
                <a:srgbClr val="000000"/>
              </a:solidFill>
              <a:effectLst/>
              <a:uFillTx/>
              <a:latin typeface="Aria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rgbClr val="000000"/>
              </a:solidFill>
              <a:effectLst/>
              <a:uFillTx/>
              <a:latin typeface="Aria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rgbClr val="000000"/>
              </a:solidFill>
              <a:effectLst/>
              <a:uFillTx/>
              <a:latin typeface="Aria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rgbClr val="000000"/>
              </a:solidFill>
              <a:effectLst/>
              <a:uFillTx/>
              <a:latin typeface="Aria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rgbClr val="000000"/>
              </a:solidFill>
              <a:effectLst/>
              <a:uFillTx/>
              <a:latin typeface="Arial"/>
            </a:endParaRPr>
          </a:p>
        </p:txBody>
      </p:sp>
      <p:sp>
        <p:nvSpPr>
          <p:cNvPr id="60" name="PlaceHolder 6"/>
          <p:cNvSpPr>
            <a:spLocks noGrp="1"/>
          </p:cNvSpPr>
          <p:nvPr>
            <p:ph type="body"/>
          </p:nvPr>
        </p:nvSpPr>
        <p:spPr>
          <a:xfrm>
            <a:off x="3867840" y="254520"/>
            <a:ext cx="3473640" cy="806760"/>
          </a:xfrm>
          <a:prstGeom prst="rect">
            <a:avLst/>
          </a:prstGeom>
          <a:noFill/>
          <a:ln w="0">
            <a:noFill/>
          </a:ln>
        </p:spPr>
        <p:txBody>
          <a:bodyPr lIns="91440" rIns="91440" tIns="45720" bIns="45720" anchor="t">
            <a:normAutofit/>
          </a:bodyPr>
          <a:p>
            <a:pPr marL="228600" indent="0" defTabSz="914400">
              <a:lnSpc>
                <a:spcPct val="90000"/>
              </a:lnSpc>
              <a:spcBef>
                <a:spcPts val="1001"/>
              </a:spcBef>
              <a:buNone/>
              <a:tabLst>
                <a:tab algn="l" pos="0"/>
              </a:tabLst>
            </a:pPr>
            <a:r>
              <a:rPr b="1" lang="en-US" sz="2400" strike="noStrike" u="none">
                <a:solidFill>
                  <a:schemeClr val="dk1">
                    <a:lumMod val="65000"/>
                    <a:lumOff val="35000"/>
                  </a:schemeClr>
                </a:solidFill>
                <a:effectLst/>
                <a:uFillTx/>
                <a:latin typeface="Arial"/>
              </a:rPr>
              <a:t>Click to edit Master text </a:t>
            </a:r>
            <a:r>
              <a:rPr b="1" lang="en-US" sz="2400" strike="noStrike" u="none">
                <a:solidFill>
                  <a:schemeClr val="dk1">
                    <a:lumMod val="65000"/>
                    <a:lumOff val="35000"/>
                  </a:schemeClr>
                </a:solidFill>
                <a:effectLst/>
                <a:uFillTx/>
                <a:latin typeface="Arial"/>
              </a:rPr>
              <a:t>styles (left)</a:t>
            </a:r>
            <a:endParaRPr b="0" lang="en-US" sz="2400" strike="noStrike" u="none">
              <a:solidFill>
                <a:srgbClr val="000000"/>
              </a:solidFill>
              <a:effectLst/>
              <a:uFillTx/>
              <a:latin typeface="Arial"/>
            </a:endParaRPr>
          </a:p>
        </p:txBody>
      </p:sp>
      <p:sp>
        <p:nvSpPr>
          <p:cNvPr id="61" name="PlaceHolder 7"/>
          <p:cNvSpPr>
            <a:spLocks noGrp="1"/>
          </p:cNvSpPr>
          <p:nvPr>
            <p:ph type="body"/>
          </p:nvPr>
        </p:nvSpPr>
        <p:spPr>
          <a:xfrm>
            <a:off x="255960" y="2544480"/>
            <a:ext cx="2833560" cy="3270600"/>
          </a:xfrm>
          <a:prstGeom prst="rect">
            <a:avLst/>
          </a:prstGeom>
          <a:noFill/>
          <a:ln w="0">
            <a:noFill/>
          </a:ln>
        </p:spPr>
        <p:txBody>
          <a:bodyPr lIns="91440" rIns="91440" tIns="45720" bIns="45720" anchor="t">
            <a:normAutofit/>
          </a:bodyPr>
          <a:p>
            <a:pPr marL="228600" indent="0" defTabSz="914400">
              <a:lnSpc>
                <a:spcPct val="100000"/>
              </a:lnSpc>
              <a:spcBef>
                <a:spcPts val="1199"/>
              </a:spcBef>
              <a:buNone/>
              <a:tabLst>
                <a:tab algn="l" pos="0"/>
              </a:tabLst>
            </a:pPr>
            <a:r>
              <a:rPr b="0" lang="en-US" sz="2200" strike="noStrike" u="none">
                <a:solidFill>
                  <a:srgbClr val="ffffff"/>
                </a:solidFill>
                <a:effectLst/>
                <a:uFillTx/>
                <a:latin typeface="Arial"/>
              </a:rPr>
              <a:t>Edit Master text styles</a:t>
            </a:r>
            <a:endParaRPr b="0" lang="en-US" sz="2200" strike="noStrike" u="none">
              <a:solidFill>
                <a:srgbClr val="000000"/>
              </a:solidFill>
              <a:effectLst/>
              <a:uFillTx/>
              <a:latin typeface="Arial"/>
            </a:endParaRPr>
          </a:p>
        </p:txBody>
      </p:sp>
      <p:sp>
        <p:nvSpPr>
          <p:cNvPr id="62" name="PlaceHolder 8"/>
          <p:cNvSpPr>
            <a:spLocks noGrp="1"/>
          </p:cNvSpPr>
          <p:nvPr>
            <p:ph type="title"/>
          </p:nvPr>
        </p:nvSpPr>
        <p:spPr>
          <a:xfrm>
            <a:off x="255960" y="254520"/>
            <a:ext cx="2833560" cy="2121840"/>
          </a:xfrm>
          <a:prstGeom prst="rect">
            <a:avLst/>
          </a:prstGeom>
          <a:noFill/>
          <a:ln w="0">
            <a:noFill/>
          </a:ln>
        </p:spPr>
        <p:txBody>
          <a:bodyPr lIns="91440" rIns="91440" tIns="45720" bIns="45720" anchor="b">
            <a:normAutofit/>
          </a:bodyPr>
          <a:p>
            <a:pPr indent="0" defTabSz="914400">
              <a:lnSpc>
                <a:spcPct val="90000"/>
              </a:lnSpc>
              <a:buNone/>
              <a:tabLst>
                <a:tab algn="l" pos="0"/>
              </a:tabLst>
            </a:pPr>
            <a:r>
              <a:rPr b="0" lang="en-US" sz="3600" spc="-60" strike="noStrike" u="none">
                <a:solidFill>
                  <a:srgbClr val="ffffff"/>
                </a:solidFill>
                <a:effectLst/>
                <a:uFillTx/>
                <a:latin typeface="Arial"/>
              </a:rPr>
              <a:t>Click to edit Master title style</a:t>
            </a:r>
            <a:endParaRPr b="0" lang="en-US" sz="3600" strike="noStrike" u="none">
              <a:solidFill>
                <a:srgbClr val="000000"/>
              </a:solidFill>
              <a:effectLst/>
              <a:uFillTx/>
              <a:latin typeface="Arial"/>
            </a:endParaRPr>
          </a:p>
        </p:txBody>
      </p:sp>
      <p:sp>
        <p:nvSpPr>
          <p:cNvPr id="63" name="PlaceHolder 9"/>
          <p:cNvSpPr>
            <a:spLocks noGrp="1"/>
          </p:cNvSpPr>
          <p:nvPr>
            <p:ph type="dt" idx="16"/>
          </p:nvPr>
        </p:nvSpPr>
        <p:spPr>
          <a:xfrm>
            <a:off x="262440" y="6356520"/>
            <a:ext cx="274212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dk1">
                    <a:lumMod val="50000"/>
                    <a:lumOff val="50000"/>
                  </a:schemeClr>
                </a:solidFill>
                <a:effectLst/>
                <a:uFillTx/>
                <a:latin typeface="Arial"/>
              </a:defRPr>
            </a:lvl1pPr>
          </a:lstStyle>
          <a:p>
            <a:pPr indent="0" defTabSz="457200">
              <a:lnSpc>
                <a:spcPct val="100000"/>
              </a:lnSpc>
              <a:buNone/>
              <a:tabLst>
                <a:tab algn="l" pos="0"/>
              </a:tabLst>
            </a:pPr>
            <a:r>
              <a:rPr b="0" lang="en-US" sz="1100" strike="noStrike" u="none">
                <a:solidFill>
                  <a:schemeClr val="dk1">
                    <a:lumMod val="50000"/>
                    <a:lumOff val="50000"/>
                  </a:schemeClr>
                </a:solidFill>
                <a:effectLst/>
                <a:uFillTx/>
                <a:latin typeface="Arial"/>
              </a:rPr>
              <a:t>&lt;date/time&gt;</a:t>
            </a:r>
            <a:endParaRPr b="0" lang="en-US" sz="1100" strike="noStrike" u="none">
              <a:solidFill>
                <a:srgbClr val="000000"/>
              </a:solidFill>
              <a:effectLst/>
              <a:uFillTx/>
              <a:latin typeface="Times New Roman"/>
            </a:endParaRPr>
          </a:p>
        </p:txBody>
      </p:sp>
      <p:sp>
        <p:nvSpPr>
          <p:cNvPr id="64" name="PlaceHolder 10"/>
          <p:cNvSpPr>
            <a:spLocks noGrp="1"/>
          </p:cNvSpPr>
          <p:nvPr>
            <p:ph type="ftr" idx="17"/>
          </p:nvPr>
        </p:nvSpPr>
        <p:spPr>
          <a:xfrm>
            <a:off x="3869280" y="6356520"/>
            <a:ext cx="591048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accent1"/>
                </a:solidFill>
                <a:effectLst/>
                <a:uFillTx/>
                <a:latin typeface="Arial"/>
              </a:defRPr>
            </a:lvl1pPr>
          </a:lstStyle>
          <a:p>
            <a:pPr indent="0" defTabSz="457200">
              <a:lnSpc>
                <a:spcPct val="100000"/>
              </a:lnSpc>
              <a:buNone/>
              <a:tabLst>
                <a:tab algn="l" pos="0"/>
              </a:tabLst>
            </a:pPr>
            <a:r>
              <a:rPr b="0" lang="en-US" sz="1100" strike="noStrike" u="none">
                <a:solidFill>
                  <a:schemeClr val="accent1"/>
                </a:solidFill>
                <a:effectLst/>
                <a:uFillTx/>
                <a:latin typeface="Arial"/>
              </a:rPr>
              <a:t>&lt;footer&gt;</a:t>
            </a:r>
            <a:endParaRPr b="0" lang="en-US" sz="1100" strike="noStrike" u="none">
              <a:solidFill>
                <a:srgbClr val="000000"/>
              </a:solidFill>
              <a:effectLst/>
              <a:uFillTx/>
              <a:latin typeface="Times New Roman"/>
            </a:endParaRPr>
          </a:p>
        </p:txBody>
      </p:sp>
      <p:sp>
        <p:nvSpPr>
          <p:cNvPr id="65" name="PlaceHolder 11"/>
          <p:cNvSpPr>
            <a:spLocks noGrp="1"/>
          </p:cNvSpPr>
          <p:nvPr>
            <p:ph type="sldNum" idx="18"/>
          </p:nvPr>
        </p:nvSpPr>
        <p:spPr>
          <a:xfrm>
            <a:off x="10634040" y="6356520"/>
            <a:ext cx="15300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1" lang="en-US" sz="1200" strike="noStrike" u="none">
                <a:solidFill>
                  <a:schemeClr val="accent1"/>
                </a:solidFill>
                <a:effectLst/>
                <a:uFillTx/>
                <a:latin typeface="Arial"/>
              </a:defRPr>
            </a:lvl1pPr>
          </a:lstStyle>
          <a:p>
            <a:pPr indent="0" algn="r" defTabSz="457200">
              <a:lnSpc>
                <a:spcPct val="100000"/>
              </a:lnSpc>
              <a:buNone/>
              <a:tabLst>
                <a:tab algn="l" pos="0"/>
              </a:tabLst>
            </a:pPr>
            <a:fld id="{1BA20F54-42FF-4389-A27A-26BDE12A3AC0}" type="slidenum">
              <a:rPr b="1" lang="en-US" sz="1200" strike="noStrike" u="none">
                <a:solidFill>
                  <a:schemeClr val="accent1"/>
                </a:solidFill>
                <a:effectLst/>
                <a:uFillTx/>
                <a:latin typeface="Arial"/>
              </a:rPr>
              <a:t>&lt;number&gt;</a:t>
            </a:fld>
            <a:endParaRPr b="0" lang="en-US" sz="1200" strike="noStrike" u="non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hree Content Boxes">
    <p:bg>
      <p:bgPr>
        <a:solidFill>
          <a:srgbClr val="ffffff"/>
        </a:solidFill>
      </p:bgPr>
    </p:bg>
    <p:spTree>
      <p:nvGrpSpPr>
        <p:cNvPr id="1" name=""/>
        <p:cNvGrpSpPr/>
        <p:nvPr/>
      </p:nvGrpSpPr>
      <p:grpSpPr>
        <a:xfrm>
          <a:off x="0" y="0"/>
          <a:ext cx="0" cy="0"/>
          <a:chOff x="0" y="0"/>
          <a:chExt cx="0" cy="0"/>
        </a:xfrm>
      </p:grpSpPr>
      <p:sp>
        <p:nvSpPr>
          <p:cNvPr id="66" name="Rectangle 6" hidden="1"/>
          <p:cNvSpPr/>
          <p:nvPr/>
        </p:nvSpPr>
        <p:spPr>
          <a:xfrm>
            <a:off x="0" y="0"/>
            <a:ext cx="3442680" cy="60886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Arial"/>
            </a:endParaRPr>
          </a:p>
        </p:txBody>
      </p:sp>
      <p:sp>
        <p:nvSpPr>
          <p:cNvPr id="67" name="Rectangle 37" hidden="1"/>
          <p:cNvSpPr/>
          <p:nvPr/>
        </p:nvSpPr>
        <p:spPr>
          <a:xfrm>
            <a:off x="11815920" y="0"/>
            <a:ext cx="383040" cy="608868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Corbel"/>
            </a:endParaRPr>
          </a:p>
        </p:txBody>
      </p:sp>
      <p:sp>
        <p:nvSpPr>
          <p:cNvPr id="68" name="PlaceHolder 1"/>
          <p:cNvSpPr>
            <a:spLocks noGrp="1"/>
          </p:cNvSpPr>
          <p:nvPr>
            <p:ph type="body"/>
          </p:nvPr>
        </p:nvSpPr>
        <p:spPr>
          <a:xfrm>
            <a:off x="8275680" y="5741280"/>
            <a:ext cx="3473640" cy="36396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(right)</a:t>
            </a:r>
            <a:endParaRPr b="0" lang="en-US" sz="700" strike="noStrike" u="none">
              <a:solidFill>
                <a:srgbClr val="000000"/>
              </a:solidFill>
              <a:effectLst/>
              <a:uFillTx/>
              <a:latin typeface="Arial"/>
            </a:endParaRPr>
          </a:p>
        </p:txBody>
      </p:sp>
      <p:sp>
        <p:nvSpPr>
          <p:cNvPr id="69" name="PlaceHolder 2"/>
          <p:cNvSpPr>
            <a:spLocks noGrp="1"/>
          </p:cNvSpPr>
          <p:nvPr>
            <p:ph type="body"/>
          </p:nvPr>
        </p:nvSpPr>
        <p:spPr>
          <a:xfrm>
            <a:off x="8275680" y="1217160"/>
            <a:ext cx="3473640" cy="4373280"/>
          </a:xfrm>
          <a:prstGeom prst="rect">
            <a:avLst/>
          </a:prstGeom>
          <a:solidFill>
            <a:schemeClr val="lt2">
              <a:lumMod val="20000"/>
              <a:lumOff val="80000"/>
            </a:schemeClr>
          </a:solidFill>
          <a:ln w="0">
            <a:noFill/>
          </a:ln>
        </p:spPr>
        <p:txBody>
          <a:bodyPr lIns="91440" rIns="91440" tIns="45720" bIns="45720" anchor="t">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styles (right)</a:t>
            </a:r>
            <a:endParaRPr b="0" lang="en-US" sz="2000" strike="noStrike" u="none">
              <a:solidFill>
                <a:srgbClr val="000000"/>
              </a:solidFill>
              <a:effectLst/>
              <a:uFillTx/>
              <a:latin typeface="Aria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rgbClr val="000000"/>
              </a:solidFill>
              <a:effectLst/>
              <a:uFillTx/>
              <a:latin typeface="Aria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rgbClr val="000000"/>
              </a:solidFill>
              <a:effectLst/>
              <a:uFillTx/>
              <a:latin typeface="Aria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rgbClr val="000000"/>
              </a:solidFill>
              <a:effectLst/>
              <a:uFillTx/>
              <a:latin typeface="Aria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rgbClr val="000000"/>
              </a:solidFill>
              <a:effectLst/>
              <a:uFillTx/>
              <a:latin typeface="Arial"/>
            </a:endParaRPr>
          </a:p>
        </p:txBody>
      </p:sp>
      <p:sp>
        <p:nvSpPr>
          <p:cNvPr id="70" name="PlaceHolder 3"/>
          <p:cNvSpPr>
            <a:spLocks noGrp="1"/>
          </p:cNvSpPr>
          <p:nvPr>
            <p:ph type="body"/>
          </p:nvPr>
        </p:nvSpPr>
        <p:spPr>
          <a:xfrm>
            <a:off x="8275680" y="254520"/>
            <a:ext cx="3473640" cy="812160"/>
          </a:xfrm>
          <a:prstGeom prst="rect">
            <a:avLst/>
          </a:prstGeom>
          <a:noFill/>
          <a:ln w="0">
            <a:noFill/>
          </a:ln>
        </p:spPr>
        <p:txBody>
          <a:bodyPr lIns="91440" rIns="91440" tIns="45720" bIns="45720" anchor="t">
            <a:normAutofit/>
          </a:bodyPr>
          <a:p>
            <a:pPr marL="228600" indent="0" defTabSz="914400">
              <a:lnSpc>
                <a:spcPct val="90000"/>
              </a:lnSpc>
              <a:spcBef>
                <a:spcPts val="1001"/>
              </a:spcBef>
              <a:buNone/>
              <a:tabLst>
                <a:tab algn="l" pos="0"/>
              </a:tabLst>
            </a:pPr>
            <a:r>
              <a:rPr b="1" lang="en-US" sz="2000" strike="noStrike" u="none">
                <a:solidFill>
                  <a:schemeClr val="dk1">
                    <a:lumMod val="65000"/>
                    <a:lumOff val="35000"/>
                  </a:schemeClr>
                </a:solidFill>
                <a:effectLst/>
                <a:uFillTx/>
                <a:latin typeface="Arial"/>
              </a:rPr>
              <a:t>Click to edit Master text styles (right)</a:t>
            </a:r>
            <a:endParaRPr b="0" lang="en-US" sz="2000" strike="noStrike" u="none">
              <a:solidFill>
                <a:srgbClr val="000000"/>
              </a:solidFill>
              <a:effectLst/>
              <a:uFillTx/>
              <a:latin typeface="Arial"/>
            </a:endParaRPr>
          </a:p>
        </p:txBody>
      </p:sp>
      <p:sp>
        <p:nvSpPr>
          <p:cNvPr id="71" name="PlaceHolder 4"/>
          <p:cNvSpPr>
            <a:spLocks noGrp="1"/>
          </p:cNvSpPr>
          <p:nvPr>
            <p:ph type="body"/>
          </p:nvPr>
        </p:nvSpPr>
        <p:spPr>
          <a:xfrm>
            <a:off x="4326120" y="5748480"/>
            <a:ext cx="3473640" cy="36396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(left)</a:t>
            </a:r>
            <a:endParaRPr b="0" lang="en-US" sz="700" strike="noStrike" u="none">
              <a:solidFill>
                <a:srgbClr val="000000"/>
              </a:solidFill>
              <a:effectLst/>
              <a:uFillTx/>
              <a:latin typeface="Arial"/>
            </a:endParaRPr>
          </a:p>
        </p:txBody>
      </p:sp>
      <p:sp>
        <p:nvSpPr>
          <p:cNvPr id="72" name="PlaceHolder 5"/>
          <p:cNvSpPr>
            <a:spLocks noGrp="1"/>
          </p:cNvSpPr>
          <p:nvPr>
            <p:ph type="body"/>
          </p:nvPr>
        </p:nvSpPr>
        <p:spPr>
          <a:xfrm>
            <a:off x="4334760" y="1224360"/>
            <a:ext cx="3473640" cy="4373280"/>
          </a:xfrm>
          <a:prstGeom prst="rect">
            <a:avLst/>
          </a:prstGeom>
          <a:solidFill>
            <a:schemeClr val="lt2">
              <a:lumMod val="20000"/>
              <a:lumOff val="80000"/>
            </a:schemeClr>
          </a:solidFill>
          <a:ln w="0">
            <a:noFill/>
          </a:ln>
        </p:spPr>
        <p:txBody>
          <a:bodyPr lIns="91440" rIns="91440" tIns="45720" bIns="45720" anchor="t">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styles (left)</a:t>
            </a:r>
            <a:endParaRPr b="0" lang="en-US" sz="2000" strike="noStrike" u="none">
              <a:solidFill>
                <a:srgbClr val="000000"/>
              </a:solidFill>
              <a:effectLst/>
              <a:uFillTx/>
              <a:latin typeface="Aria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rgbClr val="000000"/>
              </a:solidFill>
              <a:effectLst/>
              <a:uFillTx/>
              <a:latin typeface="Aria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rgbClr val="000000"/>
              </a:solidFill>
              <a:effectLst/>
              <a:uFillTx/>
              <a:latin typeface="Aria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rgbClr val="000000"/>
              </a:solidFill>
              <a:effectLst/>
              <a:uFillTx/>
              <a:latin typeface="Aria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rgbClr val="000000"/>
              </a:solidFill>
              <a:effectLst/>
              <a:uFillTx/>
              <a:latin typeface="Arial"/>
            </a:endParaRPr>
          </a:p>
        </p:txBody>
      </p:sp>
      <p:sp>
        <p:nvSpPr>
          <p:cNvPr id="73" name="PlaceHolder 6"/>
          <p:cNvSpPr>
            <a:spLocks noGrp="1"/>
          </p:cNvSpPr>
          <p:nvPr>
            <p:ph type="body"/>
          </p:nvPr>
        </p:nvSpPr>
        <p:spPr>
          <a:xfrm>
            <a:off x="4334760" y="254520"/>
            <a:ext cx="3473640" cy="806760"/>
          </a:xfrm>
          <a:prstGeom prst="rect">
            <a:avLst/>
          </a:prstGeom>
          <a:noFill/>
          <a:ln w="0">
            <a:noFill/>
          </a:ln>
        </p:spPr>
        <p:txBody>
          <a:bodyPr lIns="91440" rIns="91440" tIns="45720" bIns="45720" anchor="t">
            <a:normAutofit/>
          </a:bodyPr>
          <a:p>
            <a:pPr marL="228600" indent="0" defTabSz="914400">
              <a:lnSpc>
                <a:spcPct val="90000"/>
              </a:lnSpc>
              <a:spcBef>
                <a:spcPts val="1001"/>
              </a:spcBef>
              <a:buNone/>
              <a:tabLst>
                <a:tab algn="l" pos="0"/>
              </a:tabLst>
            </a:pPr>
            <a:r>
              <a:rPr b="1" lang="en-US" sz="2000" strike="noStrike" u="none">
                <a:solidFill>
                  <a:schemeClr val="dk1">
                    <a:lumMod val="65000"/>
                    <a:lumOff val="35000"/>
                  </a:schemeClr>
                </a:solidFill>
                <a:effectLst/>
                <a:uFillTx/>
                <a:latin typeface="Arial"/>
              </a:rPr>
              <a:t>Click to edit Master text styles (left)</a:t>
            </a:r>
            <a:endParaRPr b="0" lang="en-US" sz="2000" strike="noStrike" u="none">
              <a:solidFill>
                <a:srgbClr val="000000"/>
              </a:solidFill>
              <a:effectLst/>
              <a:uFillTx/>
              <a:latin typeface="Arial"/>
            </a:endParaRPr>
          </a:p>
        </p:txBody>
      </p:sp>
      <p:sp>
        <p:nvSpPr>
          <p:cNvPr id="74" name="PlaceHolder 7"/>
          <p:cNvSpPr>
            <a:spLocks noGrp="1"/>
          </p:cNvSpPr>
          <p:nvPr>
            <p:ph type="body"/>
          </p:nvPr>
        </p:nvSpPr>
        <p:spPr>
          <a:xfrm>
            <a:off x="432720" y="5748480"/>
            <a:ext cx="3473640" cy="36396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(left)</a:t>
            </a:r>
            <a:endParaRPr b="0" lang="en-US" sz="700" strike="noStrike" u="none">
              <a:solidFill>
                <a:srgbClr val="000000"/>
              </a:solidFill>
              <a:effectLst/>
              <a:uFillTx/>
              <a:latin typeface="Arial"/>
            </a:endParaRPr>
          </a:p>
        </p:txBody>
      </p:sp>
      <p:sp>
        <p:nvSpPr>
          <p:cNvPr id="75" name="PlaceHolder 8"/>
          <p:cNvSpPr>
            <a:spLocks noGrp="1"/>
          </p:cNvSpPr>
          <p:nvPr>
            <p:ph type="body"/>
          </p:nvPr>
        </p:nvSpPr>
        <p:spPr>
          <a:xfrm>
            <a:off x="441720" y="1224360"/>
            <a:ext cx="3473640" cy="4373280"/>
          </a:xfrm>
          <a:prstGeom prst="rect">
            <a:avLst/>
          </a:prstGeom>
          <a:solidFill>
            <a:schemeClr val="lt2">
              <a:lumMod val="20000"/>
              <a:lumOff val="80000"/>
            </a:schemeClr>
          </a:solidFill>
          <a:ln w="0">
            <a:noFill/>
          </a:ln>
        </p:spPr>
        <p:txBody>
          <a:bodyPr lIns="91440" rIns="91440" tIns="45720" bIns="45720" anchor="t">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styles (left)</a:t>
            </a:r>
            <a:endParaRPr b="0" lang="en-US" sz="2000" strike="noStrike" u="none">
              <a:solidFill>
                <a:srgbClr val="000000"/>
              </a:solidFill>
              <a:effectLst/>
              <a:uFillTx/>
              <a:latin typeface="Aria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rgbClr val="000000"/>
              </a:solidFill>
              <a:effectLst/>
              <a:uFillTx/>
              <a:latin typeface="Aria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rgbClr val="000000"/>
              </a:solidFill>
              <a:effectLst/>
              <a:uFillTx/>
              <a:latin typeface="Aria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rgbClr val="000000"/>
              </a:solidFill>
              <a:effectLst/>
              <a:uFillTx/>
              <a:latin typeface="Aria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rgbClr val="000000"/>
              </a:solidFill>
              <a:effectLst/>
              <a:uFillTx/>
              <a:latin typeface="Arial"/>
            </a:endParaRPr>
          </a:p>
        </p:txBody>
      </p:sp>
      <p:sp>
        <p:nvSpPr>
          <p:cNvPr id="76" name="PlaceHolder 9"/>
          <p:cNvSpPr>
            <a:spLocks noGrp="1"/>
          </p:cNvSpPr>
          <p:nvPr>
            <p:ph type="body"/>
          </p:nvPr>
        </p:nvSpPr>
        <p:spPr>
          <a:xfrm>
            <a:off x="441720" y="254520"/>
            <a:ext cx="3473640" cy="806760"/>
          </a:xfrm>
          <a:prstGeom prst="rect">
            <a:avLst/>
          </a:prstGeom>
          <a:noFill/>
          <a:ln w="0">
            <a:noFill/>
          </a:ln>
        </p:spPr>
        <p:txBody>
          <a:bodyPr lIns="91440" rIns="91440" tIns="45720" bIns="45720" anchor="t">
            <a:normAutofit/>
          </a:bodyPr>
          <a:p>
            <a:pPr marL="228600" indent="0" defTabSz="914400">
              <a:lnSpc>
                <a:spcPct val="90000"/>
              </a:lnSpc>
              <a:spcBef>
                <a:spcPts val="1001"/>
              </a:spcBef>
              <a:buNone/>
              <a:tabLst>
                <a:tab algn="l" pos="0"/>
              </a:tabLst>
            </a:pPr>
            <a:r>
              <a:rPr b="1" lang="en-US" sz="2000" strike="noStrike" u="none">
                <a:solidFill>
                  <a:schemeClr val="dk1">
                    <a:lumMod val="65000"/>
                    <a:lumOff val="35000"/>
                  </a:schemeClr>
                </a:solidFill>
                <a:effectLst/>
                <a:uFillTx/>
                <a:latin typeface="Arial"/>
              </a:rPr>
              <a:t>Click to edit Master text </a:t>
            </a:r>
            <a:r>
              <a:rPr b="1" lang="en-US" sz="2000" strike="noStrike" u="none">
                <a:solidFill>
                  <a:schemeClr val="dk1">
                    <a:lumMod val="65000"/>
                    <a:lumOff val="35000"/>
                  </a:schemeClr>
                </a:solidFill>
                <a:effectLst/>
                <a:uFillTx/>
                <a:latin typeface="Arial"/>
              </a:rPr>
              <a:t>styles (left)</a:t>
            </a:r>
            <a:endParaRPr b="0" lang="en-US" sz="2000" strike="noStrike" u="none">
              <a:solidFill>
                <a:srgbClr val="000000"/>
              </a:solidFill>
              <a:effectLst/>
              <a:uFillTx/>
              <a:latin typeface="Arial"/>
            </a:endParaRPr>
          </a:p>
        </p:txBody>
      </p:sp>
      <p:sp>
        <p:nvSpPr>
          <p:cNvPr id="77" name="PlaceHolder 10"/>
          <p:cNvSpPr>
            <a:spLocks noGrp="1"/>
          </p:cNvSpPr>
          <p:nvPr>
            <p:ph type="dt" idx="19"/>
          </p:nvPr>
        </p:nvSpPr>
        <p:spPr>
          <a:xfrm>
            <a:off x="262440" y="6356520"/>
            <a:ext cx="274212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dk1">
                    <a:lumMod val="50000"/>
                    <a:lumOff val="50000"/>
                  </a:schemeClr>
                </a:solidFill>
                <a:effectLst/>
                <a:uFillTx/>
                <a:latin typeface="Arial"/>
              </a:defRPr>
            </a:lvl1pPr>
          </a:lstStyle>
          <a:p>
            <a:pPr indent="0" defTabSz="457200">
              <a:lnSpc>
                <a:spcPct val="100000"/>
              </a:lnSpc>
              <a:buNone/>
              <a:tabLst>
                <a:tab algn="l" pos="0"/>
              </a:tabLst>
            </a:pPr>
            <a:r>
              <a:rPr b="0" lang="en-US" sz="1100" strike="noStrike" u="none">
                <a:solidFill>
                  <a:schemeClr val="dk1">
                    <a:lumMod val="50000"/>
                    <a:lumOff val="50000"/>
                  </a:schemeClr>
                </a:solidFill>
                <a:effectLst/>
                <a:uFillTx/>
                <a:latin typeface="Arial"/>
              </a:rPr>
              <a:t>&lt;date/time&gt;</a:t>
            </a:r>
            <a:endParaRPr b="0" lang="en-US" sz="1100" strike="noStrike" u="none">
              <a:solidFill>
                <a:srgbClr val="000000"/>
              </a:solidFill>
              <a:effectLst/>
              <a:uFillTx/>
              <a:latin typeface="Times New Roman"/>
            </a:endParaRPr>
          </a:p>
        </p:txBody>
      </p:sp>
      <p:sp>
        <p:nvSpPr>
          <p:cNvPr id="78" name="PlaceHolder 11"/>
          <p:cNvSpPr>
            <a:spLocks noGrp="1"/>
          </p:cNvSpPr>
          <p:nvPr>
            <p:ph type="ftr" idx="20"/>
          </p:nvPr>
        </p:nvSpPr>
        <p:spPr>
          <a:xfrm>
            <a:off x="3869280" y="6356520"/>
            <a:ext cx="591048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accent1"/>
                </a:solidFill>
                <a:effectLst/>
                <a:uFillTx/>
                <a:latin typeface="Arial"/>
              </a:defRPr>
            </a:lvl1pPr>
          </a:lstStyle>
          <a:p>
            <a:pPr indent="0" defTabSz="457200">
              <a:lnSpc>
                <a:spcPct val="100000"/>
              </a:lnSpc>
              <a:buNone/>
              <a:tabLst>
                <a:tab algn="l" pos="0"/>
              </a:tabLst>
            </a:pPr>
            <a:r>
              <a:rPr b="0" lang="en-US" sz="1100" strike="noStrike" u="none">
                <a:solidFill>
                  <a:schemeClr val="accent1"/>
                </a:solidFill>
                <a:effectLst/>
                <a:uFillTx/>
                <a:latin typeface="Arial"/>
              </a:rPr>
              <a:t>&lt;footer&gt;</a:t>
            </a:r>
            <a:endParaRPr b="0" lang="en-US" sz="1100" strike="noStrike" u="none">
              <a:solidFill>
                <a:srgbClr val="000000"/>
              </a:solidFill>
              <a:effectLst/>
              <a:uFillTx/>
              <a:latin typeface="Times New Roman"/>
            </a:endParaRPr>
          </a:p>
        </p:txBody>
      </p:sp>
      <p:sp>
        <p:nvSpPr>
          <p:cNvPr id="79" name="PlaceHolder 12"/>
          <p:cNvSpPr>
            <a:spLocks noGrp="1"/>
          </p:cNvSpPr>
          <p:nvPr>
            <p:ph type="sldNum" idx="21"/>
          </p:nvPr>
        </p:nvSpPr>
        <p:spPr>
          <a:xfrm>
            <a:off x="10634040" y="6356520"/>
            <a:ext cx="15300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1" lang="en-US" sz="1200" strike="noStrike" u="none">
                <a:solidFill>
                  <a:schemeClr val="accent1"/>
                </a:solidFill>
                <a:effectLst/>
                <a:uFillTx/>
                <a:latin typeface="Arial"/>
              </a:defRPr>
            </a:lvl1pPr>
          </a:lstStyle>
          <a:p>
            <a:pPr indent="0" algn="r" defTabSz="457200">
              <a:lnSpc>
                <a:spcPct val="100000"/>
              </a:lnSpc>
              <a:buNone/>
              <a:tabLst>
                <a:tab algn="l" pos="0"/>
              </a:tabLst>
            </a:pPr>
            <a:fld id="{CE02316F-F0F1-4C6D-B64B-E3DF45B2646F}" type="slidenum">
              <a:rPr b="1" lang="en-US" sz="1200" strike="noStrike" u="none">
                <a:solidFill>
                  <a:schemeClr val="accent1"/>
                </a:solidFill>
                <a:effectLst/>
                <a:uFillTx/>
                <a:latin typeface="Arial"/>
              </a:rPr>
              <a:t>&lt;number&gt;</a:t>
            </a:fld>
            <a:endParaRPr b="0" lang="en-US" sz="1200" strike="noStrike" u="none">
              <a:solidFill>
                <a:srgbClr val="000000"/>
              </a:solidFill>
              <a:effectLst/>
              <a:uFillTx/>
              <a:latin typeface="Times New Roman"/>
            </a:endParaRPr>
          </a:p>
        </p:txBody>
      </p:sp>
      <p:sp>
        <p:nvSpPr>
          <p:cNvPr id="80" name="PlaceHolder 13"/>
          <p:cNvSpPr>
            <a:spLocks noGrp="1"/>
          </p:cNvSpPr>
          <p:nvPr>
            <p:ph type="title"/>
          </p:nvPr>
        </p:nvSpPr>
        <p:spPr>
          <a:xfrm>
            <a:off x="609480" y="273600"/>
            <a:ext cx="10971720" cy="1144080"/>
          </a:xfrm>
          <a:prstGeom prst="rect">
            <a:avLst/>
          </a:prstGeom>
          <a:noFill/>
          <a:ln w="0">
            <a:noFill/>
          </a:ln>
        </p:spPr>
        <p:txBody>
          <a:bodyPr lIns="0" rIns="0" tIns="0" bIns="0" anchor="ctr">
            <a:noAutofit/>
          </a:bodyPr>
          <a:p>
            <a:pPr indent="0" defTabSz="914400">
              <a:lnSpc>
                <a:spcPct val="90000"/>
              </a:lnSpc>
              <a:buNone/>
              <a:tabLst>
                <a:tab algn="l" pos="0"/>
              </a:tabLst>
            </a:pPr>
            <a:r>
              <a:rPr b="0" lang="en-US" sz="1800" strike="noStrike" u="none">
                <a:solidFill>
                  <a:schemeClr val="dk1"/>
                </a:solidFill>
                <a:effectLst/>
                <a:uFillTx/>
                <a:latin typeface="Corbel"/>
              </a:rPr>
              <a:t>Click to edit the title text format</a:t>
            </a:r>
            <a:endParaRPr b="0" lang="en-US" sz="1800" strike="noStrike" u="none">
              <a:solidFill>
                <a:srgbClr val="000000"/>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2_Comparison">
    <p:bg>
      <p:bgPr>
        <a:solidFill>
          <a:srgbClr val="ffffff"/>
        </a:solidFill>
      </p:bgPr>
    </p:bg>
    <p:spTree>
      <p:nvGrpSpPr>
        <p:cNvPr id="1" name=""/>
        <p:cNvGrpSpPr/>
        <p:nvPr/>
      </p:nvGrpSpPr>
      <p:grpSpPr>
        <a:xfrm>
          <a:off x="0" y="0"/>
          <a:ext cx="0" cy="0"/>
          <a:chOff x="0" y="0"/>
          <a:chExt cx="0" cy="0"/>
        </a:xfrm>
      </p:grpSpPr>
      <p:sp>
        <p:nvSpPr>
          <p:cNvPr id="81" name="Rectangle 6"/>
          <p:cNvSpPr/>
          <p:nvPr/>
        </p:nvSpPr>
        <p:spPr>
          <a:xfrm>
            <a:off x="0" y="0"/>
            <a:ext cx="3442680" cy="60886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b="0" lang="en-US" sz="1800" strike="noStrike" u="none">
              <a:solidFill>
                <a:schemeClr val="lt1"/>
              </a:solidFill>
              <a:effectLst/>
              <a:uFillTx/>
              <a:latin typeface="Arial"/>
            </a:endParaRPr>
          </a:p>
        </p:txBody>
      </p:sp>
      <p:sp>
        <p:nvSpPr>
          <p:cNvPr id="82" name="Rectangle 37"/>
          <p:cNvSpPr/>
          <p:nvPr/>
        </p:nvSpPr>
        <p:spPr>
          <a:xfrm>
            <a:off x="11815920" y="0"/>
            <a:ext cx="383040" cy="608868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b="0" lang="en-US" sz="1800" strike="noStrike" u="none">
              <a:solidFill>
                <a:schemeClr val="lt1"/>
              </a:solidFill>
              <a:effectLst/>
              <a:uFillTx/>
              <a:latin typeface="Corbel"/>
            </a:endParaRPr>
          </a:p>
        </p:txBody>
      </p:sp>
      <p:sp>
        <p:nvSpPr>
          <p:cNvPr id="83" name="PlaceHolder 1"/>
          <p:cNvSpPr>
            <a:spLocks noGrp="1"/>
          </p:cNvSpPr>
          <p:nvPr>
            <p:ph type="body"/>
          </p:nvPr>
        </p:nvSpPr>
        <p:spPr>
          <a:xfrm>
            <a:off x="7818480" y="5748480"/>
            <a:ext cx="3473640" cy="36396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(right)</a:t>
            </a:r>
            <a:endParaRPr b="0" lang="en-US" sz="700" strike="noStrike" u="none">
              <a:solidFill>
                <a:srgbClr val="000000"/>
              </a:solidFill>
              <a:effectLst/>
              <a:uFillTx/>
              <a:latin typeface="Arial"/>
            </a:endParaRPr>
          </a:p>
        </p:txBody>
      </p:sp>
      <p:sp>
        <p:nvSpPr>
          <p:cNvPr id="84" name="PlaceHolder 2"/>
          <p:cNvSpPr>
            <a:spLocks noGrp="1"/>
          </p:cNvSpPr>
          <p:nvPr>
            <p:ph type="body"/>
          </p:nvPr>
        </p:nvSpPr>
        <p:spPr>
          <a:xfrm>
            <a:off x="7818480" y="1224360"/>
            <a:ext cx="3473640" cy="4373280"/>
          </a:xfrm>
          <a:prstGeom prst="rect">
            <a:avLst/>
          </a:prstGeom>
          <a:noFill/>
          <a:ln w="0">
            <a:noFill/>
          </a:ln>
        </p:spPr>
        <p:txBody>
          <a:bodyPr lIns="91440" rIns="91440" tIns="45720" bIns="45720" anchor="t">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styles (right)</a:t>
            </a:r>
            <a:endParaRPr b="0" lang="en-US" sz="2000" strike="noStrike" u="none">
              <a:solidFill>
                <a:srgbClr val="000000"/>
              </a:solidFill>
              <a:effectLst/>
              <a:uFillTx/>
              <a:latin typeface="Aria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rgbClr val="000000"/>
              </a:solidFill>
              <a:effectLst/>
              <a:uFillTx/>
              <a:latin typeface="Aria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rgbClr val="000000"/>
              </a:solidFill>
              <a:effectLst/>
              <a:uFillTx/>
              <a:latin typeface="Aria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rgbClr val="000000"/>
              </a:solidFill>
              <a:effectLst/>
              <a:uFillTx/>
              <a:latin typeface="Aria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rgbClr val="000000"/>
              </a:solidFill>
              <a:effectLst/>
              <a:uFillTx/>
              <a:latin typeface="Arial"/>
            </a:endParaRPr>
          </a:p>
        </p:txBody>
      </p:sp>
      <p:sp>
        <p:nvSpPr>
          <p:cNvPr id="85" name="PlaceHolder 3"/>
          <p:cNvSpPr>
            <a:spLocks noGrp="1"/>
          </p:cNvSpPr>
          <p:nvPr>
            <p:ph type="body"/>
          </p:nvPr>
        </p:nvSpPr>
        <p:spPr>
          <a:xfrm>
            <a:off x="7818480" y="261720"/>
            <a:ext cx="3473640" cy="812160"/>
          </a:xfrm>
          <a:prstGeom prst="rect">
            <a:avLst/>
          </a:prstGeom>
          <a:noFill/>
          <a:ln w="0">
            <a:noFill/>
          </a:ln>
        </p:spPr>
        <p:txBody>
          <a:bodyPr lIns="91440" rIns="91440" tIns="45720" bIns="45720" anchor="t">
            <a:normAutofit/>
          </a:bodyPr>
          <a:p>
            <a:pPr marL="228600" indent="0" defTabSz="914400">
              <a:lnSpc>
                <a:spcPct val="90000"/>
              </a:lnSpc>
              <a:spcBef>
                <a:spcPts val="1001"/>
              </a:spcBef>
              <a:buNone/>
              <a:tabLst>
                <a:tab algn="l" pos="0"/>
              </a:tabLst>
            </a:pPr>
            <a:r>
              <a:rPr b="1" lang="en-US" sz="2400" strike="noStrike" u="none">
                <a:solidFill>
                  <a:schemeClr val="dk1">
                    <a:lumMod val="65000"/>
                    <a:lumOff val="35000"/>
                  </a:schemeClr>
                </a:solidFill>
                <a:effectLst/>
                <a:uFillTx/>
                <a:latin typeface="Arial"/>
              </a:rPr>
              <a:t>Click to edit Master text styles </a:t>
            </a:r>
            <a:r>
              <a:rPr b="1" lang="en-US" sz="2400" strike="noStrike" u="none">
                <a:solidFill>
                  <a:schemeClr val="dk1">
                    <a:lumMod val="65000"/>
                    <a:lumOff val="35000"/>
                  </a:schemeClr>
                </a:solidFill>
                <a:effectLst/>
                <a:uFillTx/>
                <a:latin typeface="Arial"/>
              </a:rPr>
              <a:t>(right)</a:t>
            </a:r>
            <a:endParaRPr b="0" lang="en-US" sz="2400" strike="noStrike" u="none">
              <a:solidFill>
                <a:srgbClr val="000000"/>
              </a:solidFill>
              <a:effectLst/>
              <a:uFillTx/>
              <a:latin typeface="Arial"/>
            </a:endParaRPr>
          </a:p>
        </p:txBody>
      </p:sp>
      <p:sp>
        <p:nvSpPr>
          <p:cNvPr id="86" name="PlaceHolder 4"/>
          <p:cNvSpPr>
            <a:spLocks noGrp="1"/>
          </p:cNvSpPr>
          <p:nvPr>
            <p:ph type="body"/>
          </p:nvPr>
        </p:nvSpPr>
        <p:spPr>
          <a:xfrm>
            <a:off x="3858840" y="5748480"/>
            <a:ext cx="3473640" cy="36396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(left)</a:t>
            </a:r>
            <a:endParaRPr b="0" lang="en-US" sz="700" strike="noStrike" u="none">
              <a:solidFill>
                <a:srgbClr val="000000"/>
              </a:solidFill>
              <a:effectLst/>
              <a:uFillTx/>
              <a:latin typeface="Arial"/>
            </a:endParaRPr>
          </a:p>
        </p:txBody>
      </p:sp>
      <p:sp>
        <p:nvSpPr>
          <p:cNvPr id="87" name="PlaceHolder 5"/>
          <p:cNvSpPr>
            <a:spLocks noGrp="1"/>
          </p:cNvSpPr>
          <p:nvPr>
            <p:ph type="body"/>
          </p:nvPr>
        </p:nvSpPr>
        <p:spPr>
          <a:xfrm>
            <a:off x="3867840" y="1224360"/>
            <a:ext cx="3473640" cy="4373280"/>
          </a:xfrm>
          <a:prstGeom prst="rect">
            <a:avLst/>
          </a:prstGeom>
          <a:noFill/>
          <a:ln w="0">
            <a:noFill/>
          </a:ln>
        </p:spPr>
        <p:txBody>
          <a:bodyPr lIns="91440" rIns="91440" tIns="45720" bIns="45720" anchor="t">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a:t>
            </a:r>
            <a:r>
              <a:rPr b="0" lang="en-US" sz="2000" strike="noStrike" u="none">
                <a:solidFill>
                  <a:schemeClr val="dk1">
                    <a:lumMod val="65000"/>
                    <a:lumOff val="35000"/>
                  </a:schemeClr>
                </a:solidFill>
                <a:effectLst/>
                <a:uFillTx/>
                <a:latin typeface="Arial"/>
              </a:rPr>
              <a:t>styles (left)</a:t>
            </a:r>
            <a:endParaRPr b="0" lang="en-US" sz="2000" strike="noStrike" u="none">
              <a:solidFill>
                <a:srgbClr val="000000"/>
              </a:solidFill>
              <a:effectLst/>
              <a:uFillTx/>
              <a:latin typeface="Aria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rgbClr val="000000"/>
              </a:solidFill>
              <a:effectLst/>
              <a:uFillTx/>
              <a:latin typeface="Aria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rgbClr val="000000"/>
              </a:solidFill>
              <a:effectLst/>
              <a:uFillTx/>
              <a:latin typeface="Aria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rgbClr val="000000"/>
              </a:solidFill>
              <a:effectLst/>
              <a:uFillTx/>
              <a:latin typeface="Aria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rgbClr val="000000"/>
              </a:solidFill>
              <a:effectLst/>
              <a:uFillTx/>
              <a:latin typeface="Arial"/>
            </a:endParaRPr>
          </a:p>
        </p:txBody>
      </p:sp>
      <p:sp>
        <p:nvSpPr>
          <p:cNvPr id="88" name="PlaceHolder 6"/>
          <p:cNvSpPr>
            <a:spLocks noGrp="1"/>
          </p:cNvSpPr>
          <p:nvPr>
            <p:ph type="body"/>
          </p:nvPr>
        </p:nvSpPr>
        <p:spPr>
          <a:xfrm>
            <a:off x="3867840" y="254520"/>
            <a:ext cx="3473640" cy="806760"/>
          </a:xfrm>
          <a:prstGeom prst="rect">
            <a:avLst/>
          </a:prstGeom>
          <a:noFill/>
          <a:ln w="0">
            <a:noFill/>
          </a:ln>
        </p:spPr>
        <p:txBody>
          <a:bodyPr lIns="91440" rIns="91440" tIns="45720" bIns="45720" anchor="t">
            <a:normAutofit/>
          </a:bodyPr>
          <a:p>
            <a:pPr marL="228600" indent="0" defTabSz="914400">
              <a:lnSpc>
                <a:spcPct val="90000"/>
              </a:lnSpc>
              <a:spcBef>
                <a:spcPts val="1001"/>
              </a:spcBef>
              <a:buNone/>
              <a:tabLst>
                <a:tab algn="l" pos="0"/>
              </a:tabLst>
            </a:pPr>
            <a:r>
              <a:rPr b="1" lang="en-US" sz="2400" strike="noStrike" u="none">
                <a:solidFill>
                  <a:schemeClr val="dk1">
                    <a:lumMod val="65000"/>
                    <a:lumOff val="35000"/>
                  </a:schemeClr>
                </a:solidFill>
                <a:effectLst/>
                <a:uFillTx/>
                <a:latin typeface="Arial"/>
              </a:rPr>
              <a:t>Click to edit Master text styles (left)</a:t>
            </a:r>
            <a:endParaRPr b="0" lang="en-US" sz="2400" strike="noStrike" u="none">
              <a:solidFill>
                <a:srgbClr val="000000"/>
              </a:solidFill>
              <a:effectLst/>
              <a:uFillTx/>
              <a:latin typeface="Arial"/>
            </a:endParaRPr>
          </a:p>
        </p:txBody>
      </p:sp>
      <p:sp>
        <p:nvSpPr>
          <p:cNvPr id="89" name="PlaceHolder 7"/>
          <p:cNvSpPr>
            <a:spLocks noGrp="1"/>
          </p:cNvSpPr>
          <p:nvPr>
            <p:ph type="body"/>
          </p:nvPr>
        </p:nvSpPr>
        <p:spPr>
          <a:xfrm>
            <a:off x="255960" y="2544480"/>
            <a:ext cx="2833560" cy="3270600"/>
          </a:xfrm>
          <a:prstGeom prst="rect">
            <a:avLst/>
          </a:prstGeom>
          <a:noFill/>
          <a:ln w="0">
            <a:noFill/>
          </a:ln>
        </p:spPr>
        <p:txBody>
          <a:bodyPr lIns="91440" rIns="91440" tIns="45720" bIns="45720" anchor="t">
            <a:normAutofit/>
          </a:bodyPr>
          <a:p>
            <a:pPr marL="228600" indent="0" defTabSz="914400">
              <a:lnSpc>
                <a:spcPct val="100000"/>
              </a:lnSpc>
              <a:spcBef>
                <a:spcPts val="1199"/>
              </a:spcBef>
              <a:buNone/>
              <a:tabLst>
                <a:tab algn="l" pos="0"/>
              </a:tabLst>
            </a:pPr>
            <a:r>
              <a:rPr b="0" lang="en-US" sz="2200" strike="noStrike" u="none">
                <a:solidFill>
                  <a:srgbClr val="ffffff"/>
                </a:solidFill>
                <a:effectLst/>
                <a:uFillTx/>
                <a:latin typeface="Arial"/>
              </a:rPr>
              <a:t>Edit Master text styles</a:t>
            </a:r>
            <a:endParaRPr b="0" lang="en-US" sz="2200" strike="noStrike" u="none">
              <a:solidFill>
                <a:srgbClr val="000000"/>
              </a:solidFill>
              <a:effectLst/>
              <a:uFillTx/>
              <a:latin typeface="Arial"/>
            </a:endParaRPr>
          </a:p>
        </p:txBody>
      </p:sp>
      <p:sp>
        <p:nvSpPr>
          <p:cNvPr id="90" name="PlaceHolder 8"/>
          <p:cNvSpPr>
            <a:spLocks noGrp="1"/>
          </p:cNvSpPr>
          <p:nvPr>
            <p:ph type="title"/>
          </p:nvPr>
        </p:nvSpPr>
        <p:spPr>
          <a:xfrm>
            <a:off x="255960" y="254520"/>
            <a:ext cx="2833560" cy="2121840"/>
          </a:xfrm>
          <a:prstGeom prst="rect">
            <a:avLst/>
          </a:prstGeom>
          <a:noFill/>
          <a:ln w="0">
            <a:noFill/>
          </a:ln>
        </p:spPr>
        <p:txBody>
          <a:bodyPr lIns="91440" rIns="91440" tIns="45720" bIns="45720" anchor="b">
            <a:normAutofit/>
          </a:bodyPr>
          <a:p>
            <a:pPr indent="0" defTabSz="914400">
              <a:lnSpc>
                <a:spcPct val="90000"/>
              </a:lnSpc>
              <a:buNone/>
              <a:tabLst>
                <a:tab algn="l" pos="0"/>
              </a:tabLst>
            </a:pPr>
            <a:r>
              <a:rPr b="0" lang="en-US" sz="3600" spc="-60" strike="noStrike" u="none">
                <a:solidFill>
                  <a:srgbClr val="ffffff"/>
                </a:solidFill>
                <a:effectLst/>
                <a:uFillTx/>
                <a:latin typeface="Arial"/>
              </a:rPr>
              <a:t>Click to edit Master title style</a:t>
            </a:r>
            <a:endParaRPr b="0" lang="en-US" sz="3600" strike="noStrike" u="none">
              <a:solidFill>
                <a:srgbClr val="000000"/>
              </a:solidFill>
              <a:effectLst/>
              <a:uFillTx/>
              <a:latin typeface="Arial"/>
            </a:endParaRPr>
          </a:p>
        </p:txBody>
      </p:sp>
      <p:sp>
        <p:nvSpPr>
          <p:cNvPr id="91" name="PlaceHolder 9"/>
          <p:cNvSpPr>
            <a:spLocks noGrp="1"/>
          </p:cNvSpPr>
          <p:nvPr>
            <p:ph type="dt" idx="22"/>
          </p:nvPr>
        </p:nvSpPr>
        <p:spPr>
          <a:xfrm>
            <a:off x="262440" y="6356520"/>
            <a:ext cx="274212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dk1">
                    <a:lumMod val="50000"/>
                    <a:lumOff val="50000"/>
                  </a:schemeClr>
                </a:solidFill>
                <a:effectLst/>
                <a:uFillTx/>
                <a:latin typeface="Arial"/>
              </a:defRPr>
            </a:lvl1pPr>
          </a:lstStyle>
          <a:p>
            <a:pPr indent="0" defTabSz="457200">
              <a:lnSpc>
                <a:spcPct val="100000"/>
              </a:lnSpc>
              <a:buNone/>
              <a:tabLst>
                <a:tab algn="l" pos="0"/>
              </a:tabLst>
            </a:pPr>
            <a:r>
              <a:rPr b="0" lang="en-US" sz="1100" strike="noStrike" u="none">
                <a:solidFill>
                  <a:schemeClr val="dk1">
                    <a:lumMod val="50000"/>
                    <a:lumOff val="50000"/>
                  </a:schemeClr>
                </a:solidFill>
                <a:effectLst/>
                <a:uFillTx/>
                <a:latin typeface="Arial"/>
              </a:rPr>
              <a:t>&lt;date/time&gt;</a:t>
            </a:r>
            <a:endParaRPr b="0" lang="en-US" sz="1100" strike="noStrike" u="none">
              <a:solidFill>
                <a:srgbClr val="000000"/>
              </a:solidFill>
              <a:effectLst/>
              <a:uFillTx/>
              <a:latin typeface="Times New Roman"/>
            </a:endParaRPr>
          </a:p>
        </p:txBody>
      </p:sp>
      <p:sp>
        <p:nvSpPr>
          <p:cNvPr id="92" name="PlaceHolder 10"/>
          <p:cNvSpPr>
            <a:spLocks noGrp="1"/>
          </p:cNvSpPr>
          <p:nvPr>
            <p:ph type="ftr" idx="23"/>
          </p:nvPr>
        </p:nvSpPr>
        <p:spPr>
          <a:xfrm>
            <a:off x="3869280" y="6356520"/>
            <a:ext cx="591048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accent1"/>
                </a:solidFill>
                <a:effectLst/>
                <a:uFillTx/>
                <a:latin typeface="Arial"/>
              </a:defRPr>
            </a:lvl1pPr>
          </a:lstStyle>
          <a:p>
            <a:pPr indent="0" defTabSz="457200">
              <a:lnSpc>
                <a:spcPct val="100000"/>
              </a:lnSpc>
              <a:buNone/>
              <a:tabLst>
                <a:tab algn="l" pos="0"/>
              </a:tabLst>
            </a:pPr>
            <a:r>
              <a:rPr b="0" lang="en-US" sz="1100" strike="noStrike" u="none">
                <a:solidFill>
                  <a:schemeClr val="accent1"/>
                </a:solidFill>
                <a:effectLst/>
                <a:uFillTx/>
                <a:latin typeface="Arial"/>
              </a:rPr>
              <a:t>&lt;footer&gt;</a:t>
            </a:r>
            <a:endParaRPr b="0" lang="en-US" sz="1100" strike="noStrike" u="none">
              <a:solidFill>
                <a:srgbClr val="000000"/>
              </a:solidFill>
              <a:effectLst/>
              <a:uFillTx/>
              <a:latin typeface="Times New Roman"/>
            </a:endParaRPr>
          </a:p>
        </p:txBody>
      </p:sp>
      <p:sp>
        <p:nvSpPr>
          <p:cNvPr id="93" name="PlaceHolder 11"/>
          <p:cNvSpPr>
            <a:spLocks noGrp="1"/>
          </p:cNvSpPr>
          <p:nvPr>
            <p:ph type="sldNum" idx="24"/>
          </p:nvPr>
        </p:nvSpPr>
        <p:spPr>
          <a:xfrm>
            <a:off x="10634040" y="6356520"/>
            <a:ext cx="15300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1" lang="en-US" sz="1200" strike="noStrike" u="none">
                <a:solidFill>
                  <a:schemeClr val="accent1"/>
                </a:solidFill>
                <a:effectLst/>
                <a:uFillTx/>
                <a:latin typeface="Arial"/>
              </a:defRPr>
            </a:lvl1pPr>
          </a:lstStyle>
          <a:p>
            <a:pPr indent="0" algn="r" defTabSz="457200">
              <a:lnSpc>
                <a:spcPct val="100000"/>
              </a:lnSpc>
              <a:buNone/>
              <a:tabLst>
                <a:tab algn="l" pos="0"/>
              </a:tabLst>
            </a:pPr>
            <a:fld id="{8D2556FB-213E-48C7-89BC-9FC50AE49895}" type="slidenum">
              <a:rPr b="1" lang="en-US" sz="1200" strike="noStrike" u="none">
                <a:solidFill>
                  <a:schemeClr val="accent1"/>
                </a:solidFill>
                <a:effectLst/>
                <a:uFillTx/>
                <a:latin typeface="Arial"/>
              </a:rPr>
              <a:t>&lt;number&gt;</a:t>
            </a:fld>
            <a:endParaRPr b="0" lang="en-US" sz="1200" strike="noStrike" u="non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94" name="Rectangle 6" hidden="1"/>
          <p:cNvSpPr/>
          <p:nvPr/>
        </p:nvSpPr>
        <p:spPr>
          <a:xfrm>
            <a:off x="0" y="0"/>
            <a:ext cx="3442680" cy="60886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Arial"/>
            </a:endParaRPr>
          </a:p>
        </p:txBody>
      </p:sp>
      <p:sp>
        <p:nvSpPr>
          <p:cNvPr id="95" name="Rectangle 37" hidden="1"/>
          <p:cNvSpPr/>
          <p:nvPr/>
        </p:nvSpPr>
        <p:spPr>
          <a:xfrm>
            <a:off x="11815920" y="0"/>
            <a:ext cx="383040" cy="608868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Corbel"/>
            </a:endParaRPr>
          </a:p>
        </p:txBody>
      </p:sp>
      <p:sp>
        <p:nvSpPr>
          <p:cNvPr id="96" name="Rectangle 6"/>
          <p:cNvSpPr/>
          <p:nvPr/>
        </p:nvSpPr>
        <p:spPr>
          <a:xfrm>
            <a:off x="0" y="0"/>
            <a:ext cx="9140400" cy="6094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Corbel"/>
            </a:endParaRPr>
          </a:p>
        </p:txBody>
      </p:sp>
      <p:sp>
        <p:nvSpPr>
          <p:cNvPr id="97" name="Rectangle 7"/>
          <p:cNvSpPr/>
          <p:nvPr/>
        </p:nvSpPr>
        <p:spPr>
          <a:xfrm>
            <a:off x="9270360" y="0"/>
            <a:ext cx="2924280" cy="609480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Corbel"/>
            </a:endParaRPr>
          </a:p>
        </p:txBody>
      </p:sp>
      <p:sp>
        <p:nvSpPr>
          <p:cNvPr id="98" name="PlaceHolder 1"/>
          <p:cNvSpPr>
            <a:spLocks noGrp="1"/>
          </p:cNvSpPr>
          <p:nvPr>
            <p:ph type="title"/>
          </p:nvPr>
        </p:nvSpPr>
        <p:spPr>
          <a:xfrm>
            <a:off x="1069920" y="1298520"/>
            <a:ext cx="7314120" cy="3254040"/>
          </a:xfrm>
          <a:prstGeom prst="rect">
            <a:avLst/>
          </a:prstGeom>
          <a:noFill/>
          <a:ln w="0">
            <a:noFill/>
          </a:ln>
        </p:spPr>
        <p:txBody>
          <a:bodyPr lIns="91440" rIns="91440" tIns="45720" bIns="45720" anchor="b">
            <a:normAutofit/>
          </a:bodyPr>
          <a:p>
            <a:pPr indent="0" defTabSz="914400">
              <a:lnSpc>
                <a:spcPct val="90000"/>
              </a:lnSpc>
              <a:buNone/>
              <a:tabLst>
                <a:tab algn="l" pos="0"/>
              </a:tabLst>
            </a:pPr>
            <a:r>
              <a:rPr b="0" lang="en-US" sz="5900" spc="-99" strike="noStrike" u="none">
                <a:solidFill>
                  <a:srgbClr val="ffffff"/>
                </a:solidFill>
                <a:effectLst/>
                <a:uFillTx/>
                <a:latin typeface="Arial"/>
              </a:rPr>
              <a:t>Click to edit Master title style</a:t>
            </a:r>
            <a:endParaRPr b="0" lang="en-US" sz="5900" strike="noStrike" u="none">
              <a:solidFill>
                <a:srgbClr val="000000"/>
              </a:solidFill>
              <a:effectLst/>
              <a:uFillTx/>
              <a:latin typeface="Arial"/>
            </a:endParaRPr>
          </a:p>
        </p:txBody>
      </p:sp>
      <p:sp>
        <p:nvSpPr>
          <p:cNvPr id="99" name="PlaceHolder 2"/>
          <p:cNvSpPr>
            <a:spLocks noGrp="1"/>
          </p:cNvSpPr>
          <p:nvPr>
            <p:ph type="dt" idx="25"/>
          </p:nvPr>
        </p:nvSpPr>
        <p:spPr>
          <a:xfrm>
            <a:off x="262440" y="6356520"/>
            <a:ext cx="274212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dk1">
                    <a:lumMod val="50000"/>
                    <a:lumOff val="50000"/>
                  </a:schemeClr>
                </a:solidFill>
                <a:effectLst/>
                <a:uFillTx/>
                <a:latin typeface="Arial"/>
              </a:defRPr>
            </a:lvl1pPr>
          </a:lstStyle>
          <a:p>
            <a:pPr indent="0" defTabSz="457200">
              <a:lnSpc>
                <a:spcPct val="100000"/>
              </a:lnSpc>
              <a:buNone/>
              <a:tabLst>
                <a:tab algn="l" pos="0"/>
              </a:tabLst>
            </a:pPr>
            <a:r>
              <a:rPr b="0" lang="en-US" sz="1100" strike="noStrike" u="none">
                <a:solidFill>
                  <a:schemeClr val="dk1">
                    <a:lumMod val="50000"/>
                    <a:lumOff val="50000"/>
                  </a:schemeClr>
                </a:solidFill>
                <a:effectLst/>
                <a:uFillTx/>
                <a:latin typeface="Arial"/>
              </a:rPr>
              <a:t>&lt;date/time&gt;</a:t>
            </a:r>
            <a:endParaRPr b="0" lang="en-US" sz="1100" strike="noStrike" u="none">
              <a:solidFill>
                <a:srgbClr val="000000"/>
              </a:solidFill>
              <a:effectLst/>
              <a:uFillTx/>
              <a:latin typeface="Times New Roman"/>
            </a:endParaRPr>
          </a:p>
        </p:txBody>
      </p:sp>
      <p:sp>
        <p:nvSpPr>
          <p:cNvPr id="100" name="PlaceHolder 3"/>
          <p:cNvSpPr>
            <a:spLocks noGrp="1"/>
          </p:cNvSpPr>
          <p:nvPr>
            <p:ph type="ftr" idx="26"/>
          </p:nvPr>
        </p:nvSpPr>
        <p:spPr>
          <a:xfrm>
            <a:off x="3869280" y="6356520"/>
            <a:ext cx="591048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accent1"/>
                </a:solidFill>
                <a:effectLst/>
                <a:uFillTx/>
                <a:latin typeface="Arial"/>
              </a:defRPr>
            </a:lvl1pPr>
          </a:lstStyle>
          <a:p>
            <a:pPr indent="0" defTabSz="457200">
              <a:lnSpc>
                <a:spcPct val="100000"/>
              </a:lnSpc>
              <a:buNone/>
              <a:tabLst>
                <a:tab algn="l" pos="0"/>
              </a:tabLst>
            </a:pPr>
            <a:r>
              <a:rPr b="0" lang="en-US" sz="1100" strike="noStrike" u="none">
                <a:solidFill>
                  <a:schemeClr val="accent1"/>
                </a:solidFill>
                <a:effectLst/>
                <a:uFillTx/>
                <a:latin typeface="Arial"/>
              </a:rPr>
              <a:t>&lt;footer&gt;</a:t>
            </a:r>
            <a:endParaRPr b="0" lang="en-US" sz="1100" strike="noStrike" u="none">
              <a:solidFill>
                <a:srgbClr val="000000"/>
              </a:solidFill>
              <a:effectLst/>
              <a:uFillTx/>
              <a:latin typeface="Times New Roman"/>
            </a:endParaRPr>
          </a:p>
        </p:txBody>
      </p:sp>
      <p:sp>
        <p:nvSpPr>
          <p:cNvPr id="101" name="PlaceHolder 4"/>
          <p:cNvSpPr>
            <a:spLocks noGrp="1"/>
          </p:cNvSpPr>
          <p:nvPr>
            <p:ph type="sldNum" idx="27"/>
          </p:nvPr>
        </p:nvSpPr>
        <p:spPr>
          <a:xfrm>
            <a:off x="10634040" y="6356520"/>
            <a:ext cx="15300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1" lang="en-US" sz="1200" strike="noStrike" u="none">
                <a:solidFill>
                  <a:schemeClr val="accent1"/>
                </a:solidFill>
                <a:effectLst/>
                <a:uFillTx/>
                <a:latin typeface="Arial"/>
              </a:defRPr>
            </a:lvl1pPr>
          </a:lstStyle>
          <a:p>
            <a:pPr indent="0" algn="r" defTabSz="457200">
              <a:lnSpc>
                <a:spcPct val="100000"/>
              </a:lnSpc>
              <a:buNone/>
              <a:tabLst>
                <a:tab algn="l" pos="0"/>
              </a:tabLst>
            </a:pPr>
            <a:fld id="{D0E52B0C-952A-47BA-9AF3-C0E54CC04499}" type="slidenum">
              <a:rPr b="1" lang="en-US" sz="1200" strike="noStrike" u="none">
                <a:solidFill>
                  <a:schemeClr val="accent1"/>
                </a:solidFill>
                <a:effectLst/>
                <a:uFillTx/>
                <a:latin typeface="Arial"/>
              </a:rPr>
              <a:t>&lt;number&gt;</a:t>
            </a:fld>
            <a:endParaRPr b="0" lang="en-US" sz="1200" strike="noStrike" u="none">
              <a:solidFill>
                <a:srgbClr val="000000"/>
              </a:solidFill>
              <a:effectLst/>
              <a:uFillTx/>
              <a:latin typeface="Times New Roman"/>
            </a:endParaRPr>
          </a:p>
        </p:txBody>
      </p:sp>
      <p:sp>
        <p:nvSpPr>
          <p:cNvPr id="102" name="PlaceHolder 5"/>
          <p:cNvSpPr>
            <a:spLocks noGrp="1"/>
          </p:cNvSpPr>
          <p:nvPr>
            <p:ph type="body"/>
          </p:nvPr>
        </p:nvSpPr>
        <p:spPr>
          <a:xfrm>
            <a:off x="609480" y="1604520"/>
            <a:ext cx="10971720" cy="3976560"/>
          </a:xfrm>
          <a:prstGeom prst="rect">
            <a:avLst/>
          </a:prstGeom>
          <a:noFill/>
          <a:ln w="0">
            <a:noFill/>
          </a:ln>
        </p:spPr>
        <p:txBody>
          <a:bodyPr lIns="0" rIns="0" tIns="0" bIns="0" anchor="t">
            <a:normAutofit/>
          </a:bodyPr>
          <a:p>
            <a:pPr marL="432000" indent="-324000" defTabSz="914400">
              <a:lnSpc>
                <a:spcPct val="90000"/>
              </a:lnSpc>
              <a:spcBef>
                <a:spcPts val="1417"/>
              </a:spcBef>
              <a:buClr>
                <a:srgbClr val="000000"/>
              </a:buClr>
              <a:buSzPct val="45000"/>
              <a:buFont typeface="Wingdings" charset="2"/>
              <a:buChar char=""/>
            </a:pPr>
            <a:r>
              <a:rPr b="0" lang="en-US" sz="2000" strike="noStrike" u="none">
                <a:solidFill>
                  <a:schemeClr val="dk1">
                    <a:lumMod val="65000"/>
                    <a:lumOff val="35000"/>
                  </a:schemeClr>
                </a:solidFill>
                <a:effectLst/>
                <a:uFillTx/>
                <a:latin typeface="Arial"/>
              </a:rPr>
              <a:t>Click to edit the outline </a:t>
            </a:r>
            <a:r>
              <a:rPr b="0" lang="en-US" sz="2000" strike="noStrike" u="none">
                <a:solidFill>
                  <a:schemeClr val="dk1">
                    <a:lumMod val="65000"/>
                    <a:lumOff val="35000"/>
                  </a:schemeClr>
                </a:solidFill>
                <a:effectLst/>
                <a:uFillTx/>
                <a:latin typeface="Arial"/>
              </a:rPr>
              <a:t>text format</a:t>
            </a:r>
            <a:endParaRPr b="0" lang="en-US" sz="2000" strike="noStrike" u="none">
              <a:solidFill>
                <a:srgbClr val="000000"/>
              </a:solidFill>
              <a:effectLst/>
              <a:uFillTx/>
              <a:latin typeface="Arial"/>
            </a:endParaRPr>
          </a:p>
          <a:p>
            <a:pPr lvl="1" marL="864000" indent="-324000" defTabSz="914400">
              <a:lnSpc>
                <a:spcPct val="90000"/>
              </a:lnSpc>
              <a:spcBef>
                <a:spcPts val="1134"/>
              </a:spcBef>
              <a:buClr>
                <a:srgbClr val="000000"/>
              </a:buClr>
              <a:buSzPct val="75000"/>
              <a:buFont typeface="Symbol" charset="2"/>
              <a:buChar char=""/>
            </a:pPr>
            <a:r>
              <a:rPr b="0" lang="en-US" sz="1600" strike="noStrike" u="none">
                <a:solidFill>
                  <a:schemeClr val="dk1">
                    <a:lumMod val="65000"/>
                    <a:lumOff val="35000"/>
                  </a:schemeClr>
                </a:solidFill>
                <a:effectLst/>
                <a:uFillTx/>
                <a:latin typeface="Arial"/>
              </a:rPr>
              <a:t>Second Outline Level</a:t>
            </a:r>
            <a:endParaRPr b="0" lang="en-US" sz="1600" strike="noStrike" u="none">
              <a:solidFill>
                <a:srgbClr val="000000"/>
              </a:solidFill>
              <a:effectLst/>
              <a:uFillTx/>
              <a:latin typeface="Arial"/>
            </a:endParaRPr>
          </a:p>
          <a:p>
            <a:pPr lvl="2" marL="1296000" indent="-288000" defTabSz="914400">
              <a:lnSpc>
                <a:spcPct val="90000"/>
              </a:lnSpc>
              <a:spcBef>
                <a:spcPts val="850"/>
              </a:spcBef>
              <a:buClr>
                <a:srgbClr val="000000"/>
              </a:buClr>
              <a:buSzPct val="45000"/>
              <a:buFont typeface="Wingdings" charset="2"/>
              <a:buChar char=""/>
            </a:pPr>
            <a:r>
              <a:rPr b="0" lang="en-US" sz="1400" strike="noStrike" u="none">
                <a:solidFill>
                  <a:schemeClr val="dk1">
                    <a:lumMod val="65000"/>
                    <a:lumOff val="35000"/>
                  </a:schemeClr>
                </a:solidFill>
                <a:effectLst/>
                <a:uFillTx/>
                <a:latin typeface="Arial"/>
              </a:rPr>
              <a:t>Third Outline Level</a:t>
            </a:r>
            <a:endParaRPr b="0" lang="en-US" sz="1400" strike="noStrike" u="none">
              <a:solidFill>
                <a:srgbClr val="000000"/>
              </a:solidFill>
              <a:effectLst/>
              <a:uFillTx/>
              <a:latin typeface="Arial"/>
            </a:endParaRPr>
          </a:p>
          <a:p>
            <a:pPr lvl="3" marL="1728000" indent="-216000" defTabSz="914400">
              <a:lnSpc>
                <a:spcPct val="90000"/>
              </a:lnSpc>
              <a:spcBef>
                <a:spcPts val="567"/>
              </a:spcBef>
              <a:buClr>
                <a:srgbClr val="000000"/>
              </a:buClr>
              <a:buSzPct val="75000"/>
              <a:buFont typeface="Symbol" charset="2"/>
              <a:buChar char=""/>
            </a:pPr>
            <a:r>
              <a:rPr b="0" lang="en-US" sz="1400" strike="noStrike" u="none">
                <a:solidFill>
                  <a:schemeClr val="dk1">
                    <a:lumMod val="65000"/>
                    <a:lumOff val="35000"/>
                  </a:schemeClr>
                </a:solidFill>
                <a:effectLst/>
                <a:uFillTx/>
                <a:latin typeface="Arial"/>
              </a:rPr>
              <a:t>Fourth Outline </a:t>
            </a:r>
            <a:r>
              <a:rPr b="0" lang="en-US" sz="1400" strike="noStrike" u="none">
                <a:solidFill>
                  <a:schemeClr val="dk1">
                    <a:lumMod val="65000"/>
                    <a:lumOff val="35000"/>
                  </a:schemeClr>
                </a:solidFill>
                <a:effectLst/>
                <a:uFillTx/>
                <a:latin typeface="Arial"/>
              </a:rPr>
              <a:t>Level</a:t>
            </a:r>
            <a:endParaRPr b="0" lang="en-US" sz="1400" strike="noStrike" u="none">
              <a:solidFill>
                <a:srgbClr val="000000"/>
              </a:solidFill>
              <a:effectLst/>
              <a:uFillTx/>
              <a:latin typeface="Arial"/>
            </a:endParaRPr>
          </a:p>
          <a:p>
            <a:pPr lvl="4" marL="2160000" indent="-216000" defTabSz="914400">
              <a:lnSpc>
                <a:spcPct val="90000"/>
              </a:lnSpc>
              <a:spcBef>
                <a:spcPts val="283"/>
              </a:spcBef>
              <a:buClr>
                <a:srgbClr val="000000"/>
              </a:buClr>
              <a:buSzPct val="45000"/>
              <a:buFont typeface="Wingdings" charset="2"/>
              <a:buChar char=""/>
            </a:pPr>
            <a:r>
              <a:rPr b="0" lang="en-US" sz="2000" strike="noStrike" u="none">
                <a:solidFill>
                  <a:schemeClr val="dk1">
                    <a:lumMod val="65000"/>
                    <a:lumOff val="35000"/>
                  </a:schemeClr>
                </a:solidFill>
                <a:effectLst/>
                <a:uFillTx/>
                <a:latin typeface="Arial"/>
              </a:rPr>
              <a:t>Fifth </a:t>
            </a:r>
            <a:r>
              <a:rPr b="0" lang="en-US" sz="2000" strike="noStrike" u="none">
                <a:solidFill>
                  <a:schemeClr val="dk1">
                    <a:lumMod val="65000"/>
                    <a:lumOff val="35000"/>
                  </a:schemeClr>
                </a:solidFill>
                <a:effectLst/>
                <a:uFillTx/>
                <a:latin typeface="Arial"/>
              </a:rPr>
              <a:t>Outline </a:t>
            </a:r>
            <a:r>
              <a:rPr b="0" lang="en-US" sz="2000" strike="noStrike" u="none">
                <a:solidFill>
                  <a:schemeClr val="dk1">
                    <a:lumMod val="65000"/>
                    <a:lumOff val="35000"/>
                  </a:schemeClr>
                </a:solidFill>
                <a:effectLst/>
                <a:uFillTx/>
                <a:latin typeface="Arial"/>
              </a:rPr>
              <a:t>Level</a:t>
            </a:r>
            <a:endParaRPr b="0" lang="en-US" sz="2000" strike="noStrike" u="none">
              <a:solidFill>
                <a:srgbClr val="000000"/>
              </a:solidFill>
              <a:effectLst/>
              <a:uFillTx/>
              <a:latin typeface="Arial"/>
            </a:endParaRPr>
          </a:p>
          <a:p>
            <a:pPr lvl="5" marL="2592000" indent="-216000" defTabSz="914400">
              <a:lnSpc>
                <a:spcPct val="90000"/>
              </a:lnSpc>
              <a:spcBef>
                <a:spcPts val="283"/>
              </a:spcBef>
              <a:buClr>
                <a:srgbClr val="000000"/>
              </a:buClr>
              <a:buSzPct val="45000"/>
              <a:buFont typeface="Wingdings" charset="2"/>
              <a:buChar char=""/>
            </a:pPr>
            <a:r>
              <a:rPr b="0" lang="en-US" sz="2000" strike="noStrike" u="none">
                <a:solidFill>
                  <a:schemeClr val="dk1">
                    <a:lumMod val="65000"/>
                    <a:lumOff val="35000"/>
                  </a:schemeClr>
                </a:solidFill>
                <a:effectLst/>
                <a:uFillTx/>
                <a:latin typeface="Arial"/>
              </a:rPr>
              <a:t>Sixth </a:t>
            </a:r>
            <a:r>
              <a:rPr b="0" lang="en-US" sz="2000" strike="noStrike" u="none">
                <a:solidFill>
                  <a:schemeClr val="dk1">
                    <a:lumMod val="65000"/>
                    <a:lumOff val="35000"/>
                  </a:schemeClr>
                </a:solidFill>
                <a:effectLst/>
                <a:uFillTx/>
                <a:latin typeface="Arial"/>
              </a:rPr>
              <a:t>Outlin</a:t>
            </a:r>
            <a:r>
              <a:rPr b="0" lang="en-US" sz="2000" strike="noStrike" u="none">
                <a:solidFill>
                  <a:schemeClr val="dk1">
                    <a:lumMod val="65000"/>
                    <a:lumOff val="35000"/>
                  </a:schemeClr>
                </a:solidFill>
                <a:effectLst/>
                <a:uFillTx/>
                <a:latin typeface="Arial"/>
              </a:rPr>
              <a:t>e </a:t>
            </a:r>
            <a:r>
              <a:rPr b="0" lang="en-US" sz="2000" strike="noStrike" u="none">
                <a:solidFill>
                  <a:schemeClr val="dk1">
                    <a:lumMod val="65000"/>
                    <a:lumOff val="35000"/>
                  </a:schemeClr>
                </a:solidFill>
                <a:effectLst/>
                <a:uFillTx/>
                <a:latin typeface="Arial"/>
              </a:rPr>
              <a:t>Level</a:t>
            </a:r>
            <a:endParaRPr b="0" lang="en-US" sz="2000" strike="noStrike" u="none">
              <a:solidFill>
                <a:srgbClr val="000000"/>
              </a:solidFill>
              <a:effectLst/>
              <a:uFillTx/>
              <a:latin typeface="Arial"/>
            </a:endParaRPr>
          </a:p>
          <a:p>
            <a:pPr lvl="6" marL="3024000" indent="-216000" defTabSz="914400">
              <a:lnSpc>
                <a:spcPct val="90000"/>
              </a:lnSpc>
              <a:spcBef>
                <a:spcPts val="283"/>
              </a:spcBef>
              <a:buClr>
                <a:srgbClr val="000000"/>
              </a:buClr>
              <a:buSzPct val="45000"/>
              <a:buFont typeface="Wingdings" charset="2"/>
              <a:buChar char=""/>
            </a:pPr>
            <a:r>
              <a:rPr b="0" lang="en-US" sz="2000" strike="noStrike" u="none">
                <a:solidFill>
                  <a:schemeClr val="dk1">
                    <a:lumMod val="65000"/>
                    <a:lumOff val="35000"/>
                  </a:schemeClr>
                </a:solidFill>
                <a:effectLst/>
                <a:uFillTx/>
                <a:latin typeface="Arial"/>
              </a:rPr>
              <a:t>S</a:t>
            </a:r>
            <a:r>
              <a:rPr b="0" lang="en-US" sz="2000" strike="noStrike" u="none">
                <a:solidFill>
                  <a:schemeClr val="dk1">
                    <a:lumMod val="65000"/>
                    <a:lumOff val="35000"/>
                  </a:schemeClr>
                </a:solidFill>
                <a:effectLst/>
                <a:uFillTx/>
                <a:latin typeface="Arial"/>
              </a:rPr>
              <a:t>e</a:t>
            </a:r>
            <a:r>
              <a:rPr b="0" lang="en-US" sz="2000" strike="noStrike" u="none">
                <a:solidFill>
                  <a:schemeClr val="dk1">
                    <a:lumMod val="65000"/>
                    <a:lumOff val="35000"/>
                  </a:schemeClr>
                </a:solidFill>
                <a:effectLst/>
                <a:uFillTx/>
                <a:latin typeface="Arial"/>
              </a:rPr>
              <a:t>v</a:t>
            </a:r>
            <a:r>
              <a:rPr b="0" lang="en-US" sz="2000" strike="noStrike" u="none">
                <a:solidFill>
                  <a:schemeClr val="dk1">
                    <a:lumMod val="65000"/>
                    <a:lumOff val="35000"/>
                  </a:schemeClr>
                </a:solidFill>
                <a:effectLst/>
                <a:uFillTx/>
                <a:latin typeface="Arial"/>
              </a:rPr>
              <a:t>e</a:t>
            </a:r>
            <a:r>
              <a:rPr b="0" lang="en-US" sz="2000" strike="noStrike" u="none">
                <a:solidFill>
                  <a:schemeClr val="dk1">
                    <a:lumMod val="65000"/>
                    <a:lumOff val="35000"/>
                  </a:schemeClr>
                </a:solidFill>
                <a:effectLst/>
                <a:uFillTx/>
                <a:latin typeface="Arial"/>
              </a:rPr>
              <a:t>nt</a:t>
            </a:r>
            <a:r>
              <a:rPr b="0" lang="en-US" sz="2000" strike="noStrike" u="none">
                <a:solidFill>
                  <a:schemeClr val="dk1">
                    <a:lumMod val="65000"/>
                    <a:lumOff val="35000"/>
                  </a:schemeClr>
                </a:solidFill>
                <a:effectLst/>
                <a:uFillTx/>
                <a:latin typeface="Arial"/>
              </a:rPr>
              <a:t>h </a:t>
            </a:r>
            <a:r>
              <a:rPr b="0" lang="en-US" sz="2000" strike="noStrike" u="none">
                <a:solidFill>
                  <a:schemeClr val="dk1">
                    <a:lumMod val="65000"/>
                    <a:lumOff val="35000"/>
                  </a:schemeClr>
                </a:solidFill>
                <a:effectLst/>
                <a:uFillTx/>
                <a:latin typeface="Arial"/>
              </a:rPr>
              <a:t>O</a:t>
            </a:r>
            <a:r>
              <a:rPr b="0" lang="en-US" sz="2000" strike="noStrike" u="none">
                <a:solidFill>
                  <a:schemeClr val="dk1">
                    <a:lumMod val="65000"/>
                    <a:lumOff val="35000"/>
                  </a:schemeClr>
                </a:solidFill>
                <a:effectLst/>
                <a:uFillTx/>
                <a:latin typeface="Arial"/>
              </a:rPr>
              <a:t>ut</a:t>
            </a:r>
            <a:r>
              <a:rPr b="0" lang="en-US" sz="2000" strike="noStrike" u="none">
                <a:solidFill>
                  <a:schemeClr val="dk1">
                    <a:lumMod val="65000"/>
                    <a:lumOff val="35000"/>
                  </a:schemeClr>
                </a:solidFill>
                <a:effectLst/>
                <a:uFillTx/>
                <a:latin typeface="Arial"/>
              </a:rPr>
              <a:t>lin</a:t>
            </a:r>
            <a:r>
              <a:rPr b="0" lang="en-US" sz="2000" strike="noStrike" u="none">
                <a:solidFill>
                  <a:schemeClr val="dk1">
                    <a:lumMod val="65000"/>
                    <a:lumOff val="35000"/>
                  </a:schemeClr>
                </a:solidFill>
                <a:effectLst/>
                <a:uFillTx/>
                <a:latin typeface="Arial"/>
              </a:rPr>
              <a:t>e </a:t>
            </a:r>
            <a:r>
              <a:rPr b="0" lang="en-US" sz="2000" strike="noStrike" u="none">
                <a:solidFill>
                  <a:schemeClr val="dk1">
                    <a:lumMod val="65000"/>
                    <a:lumOff val="35000"/>
                  </a:schemeClr>
                </a:solidFill>
                <a:effectLst/>
                <a:uFillTx/>
                <a:latin typeface="Arial"/>
              </a:rPr>
              <a:t>L</a:t>
            </a:r>
            <a:r>
              <a:rPr b="0" lang="en-US" sz="2000" strike="noStrike" u="none">
                <a:solidFill>
                  <a:schemeClr val="dk1">
                    <a:lumMod val="65000"/>
                    <a:lumOff val="35000"/>
                  </a:schemeClr>
                </a:solidFill>
                <a:effectLst/>
                <a:uFillTx/>
                <a:latin typeface="Arial"/>
              </a:rPr>
              <a:t>e</a:t>
            </a:r>
            <a:r>
              <a:rPr b="0" lang="en-US" sz="2000" strike="noStrike" u="none">
                <a:solidFill>
                  <a:schemeClr val="dk1">
                    <a:lumMod val="65000"/>
                    <a:lumOff val="35000"/>
                  </a:schemeClr>
                </a:solidFill>
                <a:effectLst/>
                <a:uFillTx/>
                <a:latin typeface="Arial"/>
              </a:rPr>
              <a:t>v</a:t>
            </a:r>
            <a:r>
              <a:rPr b="0" lang="en-US" sz="2000" strike="noStrike" u="none">
                <a:solidFill>
                  <a:schemeClr val="dk1">
                    <a:lumMod val="65000"/>
                    <a:lumOff val="35000"/>
                  </a:schemeClr>
                </a:solidFill>
                <a:effectLst/>
                <a:uFillTx/>
                <a:latin typeface="Arial"/>
              </a:rPr>
              <a:t>el</a:t>
            </a:r>
            <a:endParaRPr b="0" lang="en-US" sz="2000" strike="noStrike" u="none">
              <a:solidFill>
                <a:srgbClr val="000000"/>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x Content Boxes">
    <p:bg>
      <p:bgPr>
        <a:solidFill>
          <a:srgbClr val="ffffff"/>
        </a:solidFill>
      </p:bgPr>
    </p:bg>
    <p:spTree>
      <p:nvGrpSpPr>
        <p:cNvPr id="1" name=""/>
        <p:cNvGrpSpPr/>
        <p:nvPr/>
      </p:nvGrpSpPr>
      <p:grpSpPr>
        <a:xfrm>
          <a:off x="0" y="0"/>
          <a:ext cx="0" cy="0"/>
          <a:chOff x="0" y="0"/>
          <a:chExt cx="0" cy="0"/>
        </a:xfrm>
      </p:grpSpPr>
      <p:sp>
        <p:nvSpPr>
          <p:cNvPr id="103" name="Rectangle 6" hidden="1"/>
          <p:cNvSpPr/>
          <p:nvPr/>
        </p:nvSpPr>
        <p:spPr>
          <a:xfrm>
            <a:off x="0" y="0"/>
            <a:ext cx="3442680" cy="60886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Arial"/>
            </a:endParaRPr>
          </a:p>
        </p:txBody>
      </p:sp>
      <p:sp>
        <p:nvSpPr>
          <p:cNvPr id="104" name="Rectangle 37" hidden="1"/>
          <p:cNvSpPr/>
          <p:nvPr/>
        </p:nvSpPr>
        <p:spPr>
          <a:xfrm>
            <a:off x="11815920" y="0"/>
            <a:ext cx="383040" cy="608868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Corbel"/>
            </a:endParaRPr>
          </a:p>
        </p:txBody>
      </p:sp>
      <p:sp>
        <p:nvSpPr>
          <p:cNvPr id="105" name="PlaceHolder 1"/>
          <p:cNvSpPr>
            <a:spLocks noGrp="1"/>
          </p:cNvSpPr>
          <p:nvPr>
            <p:ph type="body"/>
          </p:nvPr>
        </p:nvSpPr>
        <p:spPr>
          <a:xfrm>
            <a:off x="8275680" y="5741280"/>
            <a:ext cx="3473640" cy="36396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(right)</a:t>
            </a:r>
            <a:endParaRPr b="0" lang="en-US" sz="700" strike="noStrike" u="none">
              <a:solidFill>
                <a:srgbClr val="000000"/>
              </a:solidFill>
              <a:effectLst/>
              <a:uFillTx/>
              <a:latin typeface="Arial"/>
            </a:endParaRPr>
          </a:p>
        </p:txBody>
      </p:sp>
      <p:sp>
        <p:nvSpPr>
          <p:cNvPr id="106" name="PlaceHolder 2"/>
          <p:cNvSpPr>
            <a:spLocks noGrp="1"/>
          </p:cNvSpPr>
          <p:nvPr>
            <p:ph type="body"/>
          </p:nvPr>
        </p:nvSpPr>
        <p:spPr>
          <a:xfrm>
            <a:off x="8275680" y="3421800"/>
            <a:ext cx="3473640" cy="2168640"/>
          </a:xfrm>
          <a:prstGeom prst="rect">
            <a:avLst/>
          </a:prstGeom>
          <a:solidFill>
            <a:schemeClr val="lt2">
              <a:lumMod val="20000"/>
              <a:lumOff val="80000"/>
            </a:schemeClr>
          </a:solidFill>
          <a:ln w="0">
            <a:noFill/>
          </a:ln>
        </p:spPr>
        <p:txBody>
          <a:bodyPr lIns="91440" rIns="91440" tIns="45720" bIns="45720" anchor="t">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styles (right)</a:t>
            </a:r>
            <a:endParaRPr b="0" lang="en-US" sz="2000" strike="noStrike" u="none">
              <a:solidFill>
                <a:srgbClr val="000000"/>
              </a:solidFill>
              <a:effectLst/>
              <a:uFillTx/>
              <a:latin typeface="Aria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rgbClr val="000000"/>
              </a:solidFill>
              <a:effectLst/>
              <a:uFillTx/>
              <a:latin typeface="Aria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rgbClr val="000000"/>
              </a:solidFill>
              <a:effectLst/>
              <a:uFillTx/>
              <a:latin typeface="Aria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rgbClr val="000000"/>
              </a:solidFill>
              <a:effectLst/>
              <a:uFillTx/>
              <a:latin typeface="Aria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rgbClr val="000000"/>
              </a:solidFill>
              <a:effectLst/>
              <a:uFillTx/>
              <a:latin typeface="Arial"/>
            </a:endParaRPr>
          </a:p>
        </p:txBody>
      </p:sp>
      <p:sp>
        <p:nvSpPr>
          <p:cNvPr id="107" name="PlaceHolder 3"/>
          <p:cNvSpPr>
            <a:spLocks noGrp="1"/>
          </p:cNvSpPr>
          <p:nvPr>
            <p:ph type="body"/>
          </p:nvPr>
        </p:nvSpPr>
        <p:spPr>
          <a:xfrm>
            <a:off x="4326120" y="5748480"/>
            <a:ext cx="3473640" cy="36396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(left)</a:t>
            </a:r>
            <a:endParaRPr b="0" lang="en-US" sz="700" strike="noStrike" u="none">
              <a:solidFill>
                <a:srgbClr val="000000"/>
              </a:solidFill>
              <a:effectLst/>
              <a:uFillTx/>
              <a:latin typeface="Arial"/>
            </a:endParaRPr>
          </a:p>
        </p:txBody>
      </p:sp>
      <p:sp>
        <p:nvSpPr>
          <p:cNvPr id="108" name="PlaceHolder 4"/>
          <p:cNvSpPr>
            <a:spLocks noGrp="1"/>
          </p:cNvSpPr>
          <p:nvPr>
            <p:ph type="body"/>
          </p:nvPr>
        </p:nvSpPr>
        <p:spPr>
          <a:xfrm>
            <a:off x="4334760" y="3429000"/>
            <a:ext cx="3473640" cy="2168640"/>
          </a:xfrm>
          <a:prstGeom prst="rect">
            <a:avLst/>
          </a:prstGeom>
          <a:solidFill>
            <a:schemeClr val="lt2">
              <a:lumMod val="20000"/>
              <a:lumOff val="80000"/>
            </a:schemeClr>
          </a:solidFill>
          <a:ln w="0">
            <a:noFill/>
          </a:ln>
        </p:spPr>
        <p:txBody>
          <a:bodyPr lIns="91440" rIns="91440" tIns="45720" bIns="45720" anchor="t">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styles (left)</a:t>
            </a:r>
            <a:endParaRPr b="0" lang="en-US" sz="2000" strike="noStrike" u="none">
              <a:solidFill>
                <a:srgbClr val="000000"/>
              </a:solidFill>
              <a:effectLst/>
              <a:uFillTx/>
              <a:latin typeface="Aria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rgbClr val="000000"/>
              </a:solidFill>
              <a:effectLst/>
              <a:uFillTx/>
              <a:latin typeface="Aria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rgbClr val="000000"/>
              </a:solidFill>
              <a:effectLst/>
              <a:uFillTx/>
              <a:latin typeface="Aria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rgbClr val="000000"/>
              </a:solidFill>
              <a:effectLst/>
              <a:uFillTx/>
              <a:latin typeface="Aria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rgbClr val="000000"/>
              </a:solidFill>
              <a:effectLst/>
              <a:uFillTx/>
              <a:latin typeface="Arial"/>
            </a:endParaRPr>
          </a:p>
        </p:txBody>
      </p:sp>
      <p:sp>
        <p:nvSpPr>
          <p:cNvPr id="109" name="PlaceHolder 5"/>
          <p:cNvSpPr>
            <a:spLocks noGrp="1"/>
          </p:cNvSpPr>
          <p:nvPr>
            <p:ph type="body"/>
          </p:nvPr>
        </p:nvSpPr>
        <p:spPr>
          <a:xfrm>
            <a:off x="432720" y="5748480"/>
            <a:ext cx="3473640" cy="36396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(left)</a:t>
            </a:r>
            <a:endParaRPr b="0" lang="en-US" sz="700" strike="noStrike" u="none">
              <a:solidFill>
                <a:srgbClr val="000000"/>
              </a:solidFill>
              <a:effectLst/>
              <a:uFillTx/>
              <a:latin typeface="Arial"/>
            </a:endParaRPr>
          </a:p>
        </p:txBody>
      </p:sp>
      <p:sp>
        <p:nvSpPr>
          <p:cNvPr id="110" name="PlaceHolder 6"/>
          <p:cNvSpPr>
            <a:spLocks noGrp="1"/>
          </p:cNvSpPr>
          <p:nvPr>
            <p:ph type="body"/>
          </p:nvPr>
        </p:nvSpPr>
        <p:spPr>
          <a:xfrm>
            <a:off x="441720" y="3429000"/>
            <a:ext cx="3473640" cy="2168640"/>
          </a:xfrm>
          <a:prstGeom prst="rect">
            <a:avLst/>
          </a:prstGeom>
          <a:solidFill>
            <a:schemeClr val="lt2">
              <a:lumMod val="20000"/>
              <a:lumOff val="80000"/>
            </a:schemeClr>
          </a:solidFill>
          <a:ln w="0">
            <a:noFill/>
          </a:ln>
        </p:spPr>
        <p:txBody>
          <a:bodyPr lIns="91440" rIns="91440" tIns="45720" bIns="45720" anchor="t">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styles (left)</a:t>
            </a:r>
            <a:endParaRPr b="0" lang="en-US" sz="2000" strike="noStrike" u="none">
              <a:solidFill>
                <a:srgbClr val="000000"/>
              </a:solidFill>
              <a:effectLst/>
              <a:uFillTx/>
              <a:latin typeface="Aria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rgbClr val="000000"/>
              </a:solidFill>
              <a:effectLst/>
              <a:uFillTx/>
              <a:latin typeface="Aria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rgbClr val="000000"/>
              </a:solidFill>
              <a:effectLst/>
              <a:uFillTx/>
              <a:latin typeface="Aria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rgbClr val="000000"/>
              </a:solidFill>
              <a:effectLst/>
              <a:uFillTx/>
              <a:latin typeface="Aria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rgbClr val="000000"/>
              </a:solidFill>
              <a:effectLst/>
              <a:uFillTx/>
              <a:latin typeface="Arial"/>
            </a:endParaRPr>
          </a:p>
        </p:txBody>
      </p:sp>
      <p:sp>
        <p:nvSpPr>
          <p:cNvPr id="111" name="PlaceHolder 7"/>
          <p:cNvSpPr>
            <a:spLocks noGrp="1"/>
          </p:cNvSpPr>
          <p:nvPr>
            <p:ph type="body"/>
          </p:nvPr>
        </p:nvSpPr>
        <p:spPr>
          <a:xfrm>
            <a:off x="8266680" y="2691720"/>
            <a:ext cx="3473640" cy="36396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(right)</a:t>
            </a:r>
            <a:endParaRPr b="0" lang="en-US" sz="700" strike="noStrike" u="none">
              <a:solidFill>
                <a:srgbClr val="000000"/>
              </a:solidFill>
              <a:effectLst/>
              <a:uFillTx/>
              <a:latin typeface="Arial"/>
            </a:endParaRPr>
          </a:p>
        </p:txBody>
      </p:sp>
      <p:sp>
        <p:nvSpPr>
          <p:cNvPr id="112" name="PlaceHolder 8"/>
          <p:cNvSpPr>
            <a:spLocks noGrp="1"/>
          </p:cNvSpPr>
          <p:nvPr>
            <p:ph type="body"/>
          </p:nvPr>
        </p:nvSpPr>
        <p:spPr>
          <a:xfrm>
            <a:off x="8266680" y="372240"/>
            <a:ext cx="3473640" cy="2168640"/>
          </a:xfrm>
          <a:prstGeom prst="rect">
            <a:avLst/>
          </a:prstGeom>
          <a:solidFill>
            <a:schemeClr val="lt2">
              <a:lumMod val="20000"/>
              <a:lumOff val="80000"/>
            </a:schemeClr>
          </a:solidFill>
          <a:ln w="0">
            <a:noFill/>
          </a:ln>
        </p:spPr>
        <p:txBody>
          <a:bodyPr lIns="91440" rIns="91440" tIns="45720" bIns="45720" anchor="t">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styles (right)</a:t>
            </a:r>
            <a:endParaRPr b="0" lang="en-US" sz="2000" strike="noStrike" u="none">
              <a:solidFill>
                <a:srgbClr val="000000"/>
              </a:solidFill>
              <a:effectLst/>
              <a:uFillTx/>
              <a:latin typeface="Aria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rgbClr val="000000"/>
              </a:solidFill>
              <a:effectLst/>
              <a:uFillTx/>
              <a:latin typeface="Aria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rgbClr val="000000"/>
              </a:solidFill>
              <a:effectLst/>
              <a:uFillTx/>
              <a:latin typeface="Aria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rgbClr val="000000"/>
              </a:solidFill>
              <a:effectLst/>
              <a:uFillTx/>
              <a:latin typeface="Aria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rgbClr val="000000"/>
              </a:solidFill>
              <a:effectLst/>
              <a:uFillTx/>
              <a:latin typeface="Arial"/>
            </a:endParaRPr>
          </a:p>
        </p:txBody>
      </p:sp>
      <p:sp>
        <p:nvSpPr>
          <p:cNvPr id="113" name="PlaceHolder 9"/>
          <p:cNvSpPr>
            <a:spLocks noGrp="1"/>
          </p:cNvSpPr>
          <p:nvPr>
            <p:ph type="body"/>
          </p:nvPr>
        </p:nvSpPr>
        <p:spPr>
          <a:xfrm>
            <a:off x="4317120" y="2691720"/>
            <a:ext cx="3473640" cy="36396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(left)</a:t>
            </a:r>
            <a:endParaRPr b="0" lang="en-US" sz="700" strike="noStrike" u="none">
              <a:solidFill>
                <a:srgbClr val="000000"/>
              </a:solidFill>
              <a:effectLst/>
              <a:uFillTx/>
              <a:latin typeface="Arial"/>
            </a:endParaRPr>
          </a:p>
        </p:txBody>
      </p:sp>
      <p:sp>
        <p:nvSpPr>
          <p:cNvPr id="114" name="PlaceHolder 10"/>
          <p:cNvSpPr>
            <a:spLocks noGrp="1"/>
          </p:cNvSpPr>
          <p:nvPr>
            <p:ph type="body"/>
          </p:nvPr>
        </p:nvSpPr>
        <p:spPr>
          <a:xfrm>
            <a:off x="4326120" y="372240"/>
            <a:ext cx="3473640" cy="2168640"/>
          </a:xfrm>
          <a:prstGeom prst="rect">
            <a:avLst/>
          </a:prstGeom>
          <a:solidFill>
            <a:schemeClr val="lt2">
              <a:lumMod val="20000"/>
              <a:lumOff val="80000"/>
            </a:schemeClr>
          </a:solidFill>
          <a:ln w="0">
            <a:noFill/>
          </a:ln>
        </p:spPr>
        <p:txBody>
          <a:bodyPr lIns="91440" rIns="91440" tIns="45720" bIns="45720" anchor="t">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styles (left)</a:t>
            </a:r>
            <a:endParaRPr b="0" lang="en-US" sz="2000" strike="noStrike" u="none">
              <a:solidFill>
                <a:srgbClr val="000000"/>
              </a:solidFill>
              <a:effectLst/>
              <a:uFillTx/>
              <a:latin typeface="Aria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rgbClr val="000000"/>
              </a:solidFill>
              <a:effectLst/>
              <a:uFillTx/>
              <a:latin typeface="Aria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rgbClr val="000000"/>
              </a:solidFill>
              <a:effectLst/>
              <a:uFillTx/>
              <a:latin typeface="Aria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rgbClr val="000000"/>
              </a:solidFill>
              <a:effectLst/>
              <a:uFillTx/>
              <a:latin typeface="Aria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rgbClr val="000000"/>
              </a:solidFill>
              <a:effectLst/>
              <a:uFillTx/>
              <a:latin typeface="Arial"/>
            </a:endParaRPr>
          </a:p>
        </p:txBody>
      </p:sp>
      <p:sp>
        <p:nvSpPr>
          <p:cNvPr id="115" name="PlaceHolder 11"/>
          <p:cNvSpPr>
            <a:spLocks noGrp="1"/>
          </p:cNvSpPr>
          <p:nvPr>
            <p:ph type="body"/>
          </p:nvPr>
        </p:nvSpPr>
        <p:spPr>
          <a:xfrm>
            <a:off x="441720" y="2691720"/>
            <a:ext cx="3473640" cy="36396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(left)</a:t>
            </a:r>
            <a:endParaRPr b="0" lang="en-US" sz="700" strike="noStrike" u="none">
              <a:solidFill>
                <a:srgbClr val="000000"/>
              </a:solidFill>
              <a:effectLst/>
              <a:uFillTx/>
              <a:latin typeface="Arial"/>
            </a:endParaRPr>
          </a:p>
        </p:txBody>
      </p:sp>
      <p:sp>
        <p:nvSpPr>
          <p:cNvPr id="116" name="PlaceHolder 12"/>
          <p:cNvSpPr>
            <a:spLocks noGrp="1"/>
          </p:cNvSpPr>
          <p:nvPr>
            <p:ph type="body"/>
          </p:nvPr>
        </p:nvSpPr>
        <p:spPr>
          <a:xfrm>
            <a:off x="450360" y="372240"/>
            <a:ext cx="3473640" cy="2168640"/>
          </a:xfrm>
          <a:prstGeom prst="rect">
            <a:avLst/>
          </a:prstGeom>
          <a:solidFill>
            <a:schemeClr val="lt2">
              <a:lumMod val="20000"/>
              <a:lumOff val="80000"/>
            </a:schemeClr>
          </a:solidFill>
          <a:ln w="0">
            <a:noFill/>
          </a:ln>
        </p:spPr>
        <p:txBody>
          <a:bodyPr lIns="91440" rIns="91440" tIns="45720" bIns="45720" anchor="t">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styles (left)</a:t>
            </a:r>
            <a:endParaRPr b="0" lang="en-US" sz="2000" strike="noStrike" u="none">
              <a:solidFill>
                <a:srgbClr val="000000"/>
              </a:solidFill>
              <a:effectLst/>
              <a:uFillTx/>
              <a:latin typeface="Aria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rgbClr val="000000"/>
              </a:solidFill>
              <a:effectLst/>
              <a:uFillTx/>
              <a:latin typeface="Aria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rgbClr val="000000"/>
              </a:solidFill>
              <a:effectLst/>
              <a:uFillTx/>
              <a:latin typeface="Aria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rgbClr val="000000"/>
              </a:solidFill>
              <a:effectLst/>
              <a:uFillTx/>
              <a:latin typeface="Aria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rgbClr val="000000"/>
              </a:solidFill>
              <a:effectLst/>
              <a:uFillTx/>
              <a:latin typeface="Arial"/>
            </a:endParaRPr>
          </a:p>
        </p:txBody>
      </p:sp>
      <p:sp>
        <p:nvSpPr>
          <p:cNvPr id="117" name="PlaceHolder 13"/>
          <p:cNvSpPr>
            <a:spLocks noGrp="1"/>
          </p:cNvSpPr>
          <p:nvPr>
            <p:ph type="dt" idx="28"/>
          </p:nvPr>
        </p:nvSpPr>
        <p:spPr>
          <a:xfrm>
            <a:off x="262440" y="6356520"/>
            <a:ext cx="274212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dk1">
                    <a:lumMod val="50000"/>
                    <a:lumOff val="50000"/>
                  </a:schemeClr>
                </a:solidFill>
                <a:effectLst/>
                <a:uFillTx/>
                <a:latin typeface="Arial"/>
              </a:defRPr>
            </a:lvl1pPr>
          </a:lstStyle>
          <a:p>
            <a:pPr indent="0" defTabSz="457200">
              <a:lnSpc>
                <a:spcPct val="100000"/>
              </a:lnSpc>
              <a:buNone/>
              <a:tabLst>
                <a:tab algn="l" pos="0"/>
              </a:tabLst>
            </a:pPr>
            <a:r>
              <a:rPr b="0" lang="en-US" sz="1100" strike="noStrike" u="none">
                <a:solidFill>
                  <a:schemeClr val="dk1">
                    <a:lumMod val="50000"/>
                    <a:lumOff val="50000"/>
                  </a:schemeClr>
                </a:solidFill>
                <a:effectLst/>
                <a:uFillTx/>
                <a:latin typeface="Arial"/>
              </a:rPr>
              <a:t>&lt;date/time&gt;</a:t>
            </a:r>
            <a:endParaRPr b="0" lang="en-US" sz="1100" strike="noStrike" u="none">
              <a:solidFill>
                <a:srgbClr val="000000"/>
              </a:solidFill>
              <a:effectLst/>
              <a:uFillTx/>
              <a:latin typeface="Times New Roman"/>
            </a:endParaRPr>
          </a:p>
        </p:txBody>
      </p:sp>
      <p:sp>
        <p:nvSpPr>
          <p:cNvPr id="118" name="PlaceHolder 14"/>
          <p:cNvSpPr>
            <a:spLocks noGrp="1"/>
          </p:cNvSpPr>
          <p:nvPr>
            <p:ph type="ftr" idx="29"/>
          </p:nvPr>
        </p:nvSpPr>
        <p:spPr>
          <a:xfrm>
            <a:off x="3869280" y="6356520"/>
            <a:ext cx="591048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accent1"/>
                </a:solidFill>
                <a:effectLst/>
                <a:uFillTx/>
                <a:latin typeface="Arial"/>
              </a:defRPr>
            </a:lvl1pPr>
          </a:lstStyle>
          <a:p>
            <a:pPr indent="0" defTabSz="457200">
              <a:lnSpc>
                <a:spcPct val="100000"/>
              </a:lnSpc>
              <a:buNone/>
              <a:tabLst>
                <a:tab algn="l" pos="0"/>
              </a:tabLst>
            </a:pPr>
            <a:r>
              <a:rPr b="0" lang="en-US" sz="1100" strike="noStrike" u="none">
                <a:solidFill>
                  <a:schemeClr val="accent1"/>
                </a:solidFill>
                <a:effectLst/>
                <a:uFillTx/>
                <a:latin typeface="Arial"/>
              </a:rPr>
              <a:t>&lt;footer&gt;</a:t>
            </a:r>
            <a:endParaRPr b="0" lang="en-US" sz="1100" strike="noStrike" u="none">
              <a:solidFill>
                <a:srgbClr val="000000"/>
              </a:solidFill>
              <a:effectLst/>
              <a:uFillTx/>
              <a:latin typeface="Times New Roman"/>
            </a:endParaRPr>
          </a:p>
        </p:txBody>
      </p:sp>
      <p:sp>
        <p:nvSpPr>
          <p:cNvPr id="119" name="PlaceHolder 15"/>
          <p:cNvSpPr>
            <a:spLocks noGrp="1"/>
          </p:cNvSpPr>
          <p:nvPr>
            <p:ph type="sldNum" idx="30"/>
          </p:nvPr>
        </p:nvSpPr>
        <p:spPr>
          <a:xfrm>
            <a:off x="10634040" y="6356520"/>
            <a:ext cx="15300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1" lang="en-US" sz="1200" strike="noStrike" u="none">
                <a:solidFill>
                  <a:schemeClr val="accent1"/>
                </a:solidFill>
                <a:effectLst/>
                <a:uFillTx/>
                <a:latin typeface="Arial"/>
              </a:defRPr>
            </a:lvl1pPr>
          </a:lstStyle>
          <a:p>
            <a:pPr indent="0" algn="r" defTabSz="457200">
              <a:lnSpc>
                <a:spcPct val="100000"/>
              </a:lnSpc>
              <a:buNone/>
              <a:tabLst>
                <a:tab algn="l" pos="0"/>
              </a:tabLst>
            </a:pPr>
            <a:fld id="{7A81973D-FD6F-4C59-81DA-CEFC8EA44CD3}" type="slidenum">
              <a:rPr b="1" lang="en-US" sz="1200" strike="noStrike" u="none">
                <a:solidFill>
                  <a:schemeClr val="accent1"/>
                </a:solidFill>
                <a:effectLst/>
                <a:uFillTx/>
                <a:latin typeface="Arial"/>
              </a:rPr>
              <a:t>&lt;number&gt;</a:t>
            </a:fld>
            <a:endParaRPr b="0" lang="en-US" sz="1200" strike="noStrike" u="non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Four Content Boxes">
    <p:bg>
      <p:bgPr>
        <a:solidFill>
          <a:srgbClr val="ffffff"/>
        </a:solidFill>
      </p:bgPr>
    </p:bg>
    <p:spTree>
      <p:nvGrpSpPr>
        <p:cNvPr id="1" name=""/>
        <p:cNvGrpSpPr/>
        <p:nvPr/>
      </p:nvGrpSpPr>
      <p:grpSpPr>
        <a:xfrm>
          <a:off x="0" y="0"/>
          <a:ext cx="0" cy="0"/>
          <a:chOff x="0" y="0"/>
          <a:chExt cx="0" cy="0"/>
        </a:xfrm>
      </p:grpSpPr>
      <p:sp>
        <p:nvSpPr>
          <p:cNvPr id="120" name="Rectangle 6"/>
          <p:cNvSpPr/>
          <p:nvPr/>
        </p:nvSpPr>
        <p:spPr>
          <a:xfrm>
            <a:off x="0" y="0"/>
            <a:ext cx="3442680" cy="60886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Arial"/>
            </a:endParaRPr>
          </a:p>
        </p:txBody>
      </p:sp>
      <p:sp>
        <p:nvSpPr>
          <p:cNvPr id="121" name="Rectangle 37"/>
          <p:cNvSpPr/>
          <p:nvPr/>
        </p:nvSpPr>
        <p:spPr>
          <a:xfrm>
            <a:off x="11815920" y="0"/>
            <a:ext cx="383040" cy="608868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Corbel"/>
            </a:endParaRPr>
          </a:p>
        </p:txBody>
      </p:sp>
      <p:sp>
        <p:nvSpPr>
          <p:cNvPr id="122" name="Triangle 2"/>
          <p:cNvSpPr/>
          <p:nvPr/>
        </p:nvSpPr>
        <p:spPr>
          <a:xfrm rot="16200000">
            <a:off x="3542400" y="457200"/>
            <a:ext cx="420120" cy="257040"/>
          </a:xfrm>
          <a:custGeom>
            <a:avLst/>
            <a:gdLst>
              <a:gd name="textAreaLeft" fmla="*/ 0 w 420120"/>
              <a:gd name="textAreaRight" fmla="*/ 421200 w 420120"/>
              <a:gd name="textAreaTop" fmla="*/ 0 h 257040"/>
              <a:gd name="textAreaBottom" fmla="*/ 258120 h 257040"/>
              <a:gd name="GluePoint1X" fmla="*/ 0 w 421105"/>
              <a:gd name="GluePoint1Y" fmla="*/ 257985 h 257985"/>
              <a:gd name="GluePoint2X" fmla="*/ 358088 w 421105"/>
              <a:gd name="GluePoint2Y" fmla="*/ 0 h 257985"/>
              <a:gd name="GluePoint3X" fmla="*/ 421105 w 421105"/>
              <a:gd name="GluePoint3Y" fmla="*/ 257985 h 257985"/>
              <a:gd name="GluePoint4X" fmla="*/ 0 w 421105"/>
              <a:gd name="GluePoint4Y" fmla="*/ 257985 h 2579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21105" h="257985">
                <a:moveTo>
                  <a:pt x="0" y="257985"/>
                </a:moveTo>
                <a:lnTo>
                  <a:pt x="358088" y="0"/>
                </a:lnTo>
                <a:lnTo>
                  <a:pt x="421105" y="257985"/>
                </a:lnTo>
                <a:lnTo>
                  <a:pt x="0" y="25798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orbel"/>
            </a:endParaRPr>
          </a:p>
        </p:txBody>
      </p:sp>
      <p:sp>
        <p:nvSpPr>
          <p:cNvPr id="123" name="Triangle 2"/>
          <p:cNvSpPr/>
          <p:nvPr/>
        </p:nvSpPr>
        <p:spPr>
          <a:xfrm rot="16200000">
            <a:off x="7500600" y="451080"/>
            <a:ext cx="420120" cy="257040"/>
          </a:xfrm>
          <a:custGeom>
            <a:avLst/>
            <a:gdLst>
              <a:gd name="textAreaLeft" fmla="*/ 0 w 420120"/>
              <a:gd name="textAreaRight" fmla="*/ 421200 w 420120"/>
              <a:gd name="textAreaTop" fmla="*/ 0 h 257040"/>
              <a:gd name="textAreaBottom" fmla="*/ 258120 h 257040"/>
              <a:gd name="GluePoint1X" fmla="*/ 0 w 421105"/>
              <a:gd name="GluePoint1Y" fmla="*/ 257985 h 257985"/>
              <a:gd name="GluePoint2X" fmla="*/ 358088 w 421105"/>
              <a:gd name="GluePoint2Y" fmla="*/ 0 h 257985"/>
              <a:gd name="GluePoint3X" fmla="*/ 421105 w 421105"/>
              <a:gd name="GluePoint3Y" fmla="*/ 257985 h 257985"/>
              <a:gd name="GluePoint4X" fmla="*/ 0 w 421105"/>
              <a:gd name="GluePoint4Y" fmla="*/ 257985 h 2579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21105" h="257985">
                <a:moveTo>
                  <a:pt x="0" y="257985"/>
                </a:moveTo>
                <a:lnTo>
                  <a:pt x="358088" y="0"/>
                </a:lnTo>
                <a:lnTo>
                  <a:pt x="421105" y="257985"/>
                </a:lnTo>
                <a:lnTo>
                  <a:pt x="0" y="25798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orbel"/>
            </a:endParaRPr>
          </a:p>
        </p:txBody>
      </p:sp>
      <p:sp>
        <p:nvSpPr>
          <p:cNvPr id="124" name="PlaceHolder 1"/>
          <p:cNvSpPr>
            <a:spLocks noGrp="1"/>
          </p:cNvSpPr>
          <p:nvPr>
            <p:ph type="body"/>
          </p:nvPr>
        </p:nvSpPr>
        <p:spPr>
          <a:xfrm>
            <a:off x="7840080" y="5741280"/>
            <a:ext cx="3473640" cy="36396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2000" strike="noStrike" u="none">
                <a:solidFill>
                  <a:schemeClr val="dk2">
                    <a:lumMod val="60000"/>
                    <a:lumOff val="40000"/>
                  </a:schemeClr>
                </a:solidFill>
                <a:effectLst/>
                <a:uFillTx/>
                <a:latin typeface="Arial"/>
              </a:rPr>
              <a:t>[name]</a:t>
            </a:r>
            <a:endParaRPr b="0" lang="en-US" sz="2000" strike="noStrike" u="none">
              <a:solidFill>
                <a:srgbClr val="000000"/>
              </a:solidFill>
              <a:effectLst/>
              <a:uFillTx/>
              <a:latin typeface="Arial"/>
            </a:endParaRPr>
          </a:p>
        </p:txBody>
      </p:sp>
      <p:sp>
        <p:nvSpPr>
          <p:cNvPr id="125" name="PlaceHolder 2"/>
          <p:cNvSpPr>
            <a:spLocks noGrp="1"/>
          </p:cNvSpPr>
          <p:nvPr>
            <p:ph type="body"/>
          </p:nvPr>
        </p:nvSpPr>
        <p:spPr>
          <a:xfrm>
            <a:off x="7840080" y="3421800"/>
            <a:ext cx="3473640" cy="2168640"/>
          </a:xfrm>
          <a:prstGeom prst="rect">
            <a:avLst/>
          </a:prstGeom>
          <a:solidFill>
            <a:schemeClr val="accent4">
              <a:lumMod val="20000"/>
              <a:lumOff val="80000"/>
            </a:schemeClr>
          </a:solidFill>
          <a:ln w="0">
            <a:noFill/>
          </a:ln>
        </p:spPr>
        <p:txBody>
          <a:bodyPr lIns="91440" rIns="91440" tIns="45720" bIns="45720" anchor="t">
            <a:noAutofit/>
          </a:bodyPr>
          <a:p>
            <a:pPr marL="182880" indent="-182880" defTabSz="914400">
              <a:lnSpc>
                <a:spcPct val="15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a:t>
            </a:r>
            <a:r>
              <a:rPr b="0" lang="en-US" sz="2000" strike="noStrike" u="none">
                <a:solidFill>
                  <a:schemeClr val="dk1">
                    <a:lumMod val="65000"/>
                    <a:lumOff val="35000"/>
                  </a:schemeClr>
                </a:solidFill>
                <a:effectLst/>
                <a:uFillTx/>
                <a:latin typeface="Arial"/>
              </a:rPr>
              <a:t>styles (right)</a:t>
            </a:r>
            <a:endParaRPr b="0" lang="en-US" sz="2000" strike="noStrike" u="none">
              <a:solidFill>
                <a:srgbClr val="000000"/>
              </a:solidFill>
              <a:effectLst/>
              <a:uFillTx/>
              <a:latin typeface="Arial"/>
            </a:endParaRPr>
          </a:p>
          <a:p>
            <a:pPr lvl="1" marL="685800" indent="-182880" defTabSz="914400">
              <a:lnSpc>
                <a:spcPct val="15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rgbClr val="000000"/>
              </a:solidFill>
              <a:effectLst/>
              <a:uFillTx/>
              <a:latin typeface="Arial"/>
            </a:endParaRPr>
          </a:p>
          <a:p>
            <a:pPr lvl="2" marL="1143000" indent="-182880" defTabSz="914400">
              <a:lnSpc>
                <a:spcPct val="15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rgbClr val="000000"/>
              </a:solidFill>
              <a:effectLst/>
              <a:uFillTx/>
              <a:latin typeface="Arial"/>
            </a:endParaRPr>
          </a:p>
        </p:txBody>
      </p:sp>
      <p:sp>
        <p:nvSpPr>
          <p:cNvPr id="126" name="PlaceHolder 3"/>
          <p:cNvSpPr>
            <a:spLocks noGrp="1"/>
          </p:cNvSpPr>
          <p:nvPr>
            <p:ph type="body"/>
          </p:nvPr>
        </p:nvSpPr>
        <p:spPr>
          <a:xfrm>
            <a:off x="3890520" y="5748480"/>
            <a:ext cx="3473640" cy="36396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2000" strike="noStrike" u="none">
                <a:solidFill>
                  <a:schemeClr val="dk2">
                    <a:lumMod val="60000"/>
                    <a:lumOff val="40000"/>
                  </a:schemeClr>
                </a:solidFill>
                <a:effectLst/>
                <a:uFillTx/>
                <a:latin typeface="Arial"/>
              </a:rPr>
              <a:t>[name]</a:t>
            </a:r>
            <a:endParaRPr b="0" lang="en-US" sz="2000" strike="noStrike" u="none">
              <a:solidFill>
                <a:srgbClr val="000000"/>
              </a:solidFill>
              <a:effectLst/>
              <a:uFillTx/>
              <a:latin typeface="Arial"/>
            </a:endParaRPr>
          </a:p>
        </p:txBody>
      </p:sp>
      <p:sp>
        <p:nvSpPr>
          <p:cNvPr id="127" name="PlaceHolder 4"/>
          <p:cNvSpPr>
            <a:spLocks noGrp="1"/>
          </p:cNvSpPr>
          <p:nvPr>
            <p:ph type="body"/>
          </p:nvPr>
        </p:nvSpPr>
        <p:spPr>
          <a:xfrm>
            <a:off x="3899160" y="3429000"/>
            <a:ext cx="3473640" cy="2168640"/>
          </a:xfrm>
          <a:prstGeom prst="rect">
            <a:avLst/>
          </a:prstGeom>
          <a:solidFill>
            <a:schemeClr val="accent4">
              <a:lumMod val="20000"/>
              <a:lumOff val="80000"/>
            </a:schemeClr>
          </a:solidFill>
          <a:ln w="0">
            <a:noFill/>
          </a:ln>
        </p:spPr>
        <p:txBody>
          <a:bodyPr lIns="91440" rIns="91440" tIns="45720" bIns="45720" anchor="t">
            <a:noAutofit/>
          </a:bodyPr>
          <a:p>
            <a:pPr marL="182880" indent="-182880" defTabSz="914400">
              <a:lnSpc>
                <a:spcPct val="15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styles (left)</a:t>
            </a:r>
            <a:endParaRPr b="0" lang="en-US" sz="2000" strike="noStrike" u="none">
              <a:solidFill>
                <a:srgbClr val="000000"/>
              </a:solidFill>
              <a:effectLst/>
              <a:uFillTx/>
              <a:latin typeface="Arial"/>
            </a:endParaRPr>
          </a:p>
          <a:p>
            <a:pPr lvl="1" marL="685800" indent="-182880" defTabSz="914400">
              <a:lnSpc>
                <a:spcPct val="15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rgbClr val="000000"/>
              </a:solidFill>
              <a:effectLst/>
              <a:uFillTx/>
              <a:latin typeface="Arial"/>
            </a:endParaRPr>
          </a:p>
          <a:p>
            <a:pPr lvl="2" marL="1143000" indent="-182880" defTabSz="914400">
              <a:lnSpc>
                <a:spcPct val="15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rgbClr val="000000"/>
              </a:solidFill>
              <a:effectLst/>
              <a:uFillTx/>
              <a:latin typeface="Arial"/>
            </a:endParaRPr>
          </a:p>
        </p:txBody>
      </p:sp>
      <p:sp>
        <p:nvSpPr>
          <p:cNvPr id="128" name="PlaceHolder 5"/>
          <p:cNvSpPr>
            <a:spLocks noGrp="1"/>
          </p:cNvSpPr>
          <p:nvPr>
            <p:ph type="body"/>
          </p:nvPr>
        </p:nvSpPr>
        <p:spPr>
          <a:xfrm>
            <a:off x="7818480" y="2691720"/>
            <a:ext cx="3473640" cy="36396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2000" strike="noStrike" u="none">
                <a:solidFill>
                  <a:schemeClr val="dk2">
                    <a:lumMod val="60000"/>
                    <a:lumOff val="40000"/>
                  </a:schemeClr>
                </a:solidFill>
                <a:effectLst/>
                <a:uFillTx/>
                <a:latin typeface="Arial"/>
              </a:rPr>
              <a:t>[name]</a:t>
            </a:r>
            <a:endParaRPr b="0" lang="en-US" sz="2000" strike="noStrike" u="none">
              <a:solidFill>
                <a:srgbClr val="000000"/>
              </a:solidFill>
              <a:effectLst/>
              <a:uFillTx/>
              <a:latin typeface="Arial"/>
            </a:endParaRPr>
          </a:p>
        </p:txBody>
      </p:sp>
      <p:sp>
        <p:nvSpPr>
          <p:cNvPr id="129" name="PlaceHolder 6"/>
          <p:cNvSpPr>
            <a:spLocks noGrp="1"/>
          </p:cNvSpPr>
          <p:nvPr>
            <p:ph type="body"/>
          </p:nvPr>
        </p:nvSpPr>
        <p:spPr>
          <a:xfrm>
            <a:off x="7818480" y="372240"/>
            <a:ext cx="3473640" cy="2168640"/>
          </a:xfrm>
          <a:prstGeom prst="rect">
            <a:avLst/>
          </a:prstGeom>
          <a:solidFill>
            <a:schemeClr val="accent1">
              <a:lumMod val="20000"/>
              <a:lumOff val="80000"/>
            </a:schemeClr>
          </a:solidFill>
          <a:ln w="0">
            <a:noFill/>
          </a:ln>
        </p:spPr>
        <p:txBody>
          <a:bodyPr lIns="91440" rIns="91440" tIns="45720" bIns="45720" anchor="t">
            <a:noAutofit/>
          </a:bodyPr>
          <a:p>
            <a:pPr marL="182880" indent="-182880" defTabSz="914400">
              <a:lnSpc>
                <a:spcPct val="15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styles (right)</a:t>
            </a:r>
            <a:endParaRPr b="0" lang="en-US" sz="2000" strike="noStrike" u="none">
              <a:solidFill>
                <a:srgbClr val="000000"/>
              </a:solidFill>
              <a:effectLst/>
              <a:uFillTx/>
              <a:latin typeface="Arial"/>
            </a:endParaRPr>
          </a:p>
          <a:p>
            <a:pPr lvl="1" marL="685800" indent="-182880" defTabSz="914400">
              <a:lnSpc>
                <a:spcPct val="15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rgbClr val="000000"/>
              </a:solidFill>
              <a:effectLst/>
              <a:uFillTx/>
              <a:latin typeface="Arial"/>
            </a:endParaRPr>
          </a:p>
          <a:p>
            <a:pPr lvl="2" marL="1143000" indent="-182880" defTabSz="914400">
              <a:lnSpc>
                <a:spcPct val="15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rgbClr val="000000"/>
              </a:solidFill>
              <a:effectLst/>
              <a:uFillTx/>
              <a:latin typeface="Arial"/>
            </a:endParaRPr>
          </a:p>
        </p:txBody>
      </p:sp>
      <p:sp>
        <p:nvSpPr>
          <p:cNvPr id="130" name="PlaceHolder 7"/>
          <p:cNvSpPr>
            <a:spLocks noGrp="1"/>
          </p:cNvSpPr>
          <p:nvPr>
            <p:ph type="body"/>
          </p:nvPr>
        </p:nvSpPr>
        <p:spPr>
          <a:xfrm>
            <a:off x="3868920" y="2691720"/>
            <a:ext cx="3473640" cy="36396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2000" strike="noStrike" u="none">
                <a:solidFill>
                  <a:schemeClr val="dk2">
                    <a:lumMod val="60000"/>
                    <a:lumOff val="40000"/>
                  </a:schemeClr>
                </a:solidFill>
                <a:effectLst/>
                <a:uFillTx/>
                <a:latin typeface="Arial"/>
              </a:rPr>
              <a:t>[name]</a:t>
            </a:r>
            <a:endParaRPr b="0" lang="en-US" sz="2000" strike="noStrike" u="none">
              <a:solidFill>
                <a:srgbClr val="000000"/>
              </a:solidFill>
              <a:effectLst/>
              <a:uFillTx/>
              <a:latin typeface="Arial"/>
            </a:endParaRPr>
          </a:p>
        </p:txBody>
      </p:sp>
      <p:sp>
        <p:nvSpPr>
          <p:cNvPr id="131" name="PlaceHolder 8"/>
          <p:cNvSpPr>
            <a:spLocks noGrp="1"/>
          </p:cNvSpPr>
          <p:nvPr>
            <p:ph type="body"/>
          </p:nvPr>
        </p:nvSpPr>
        <p:spPr>
          <a:xfrm>
            <a:off x="3877920" y="372240"/>
            <a:ext cx="3473640" cy="2168640"/>
          </a:xfrm>
          <a:prstGeom prst="rect">
            <a:avLst/>
          </a:prstGeom>
          <a:solidFill>
            <a:schemeClr val="accent1">
              <a:lumMod val="20000"/>
              <a:lumOff val="80000"/>
            </a:schemeClr>
          </a:solidFill>
          <a:ln w="0">
            <a:noFill/>
          </a:ln>
        </p:spPr>
        <p:txBody>
          <a:bodyPr lIns="91440" rIns="91440" tIns="45720" bIns="45720" anchor="t">
            <a:noAutofit/>
          </a:bodyPr>
          <a:p>
            <a:pPr marL="182880" indent="-182880" defTabSz="914400">
              <a:lnSpc>
                <a:spcPct val="15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styles (left)</a:t>
            </a:r>
            <a:endParaRPr b="0" lang="en-US" sz="2000" strike="noStrike" u="none">
              <a:solidFill>
                <a:srgbClr val="000000"/>
              </a:solidFill>
              <a:effectLst/>
              <a:uFillTx/>
              <a:latin typeface="Arial"/>
            </a:endParaRPr>
          </a:p>
          <a:p>
            <a:pPr lvl="1" marL="685800" indent="-182880" defTabSz="914400">
              <a:lnSpc>
                <a:spcPct val="15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rgbClr val="000000"/>
              </a:solidFill>
              <a:effectLst/>
              <a:uFillTx/>
              <a:latin typeface="Arial"/>
            </a:endParaRPr>
          </a:p>
          <a:p>
            <a:pPr lvl="2" marL="1143000" indent="-182880" defTabSz="914400">
              <a:lnSpc>
                <a:spcPct val="15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rgbClr val="000000"/>
              </a:solidFill>
              <a:effectLst/>
              <a:uFillTx/>
              <a:latin typeface="Arial"/>
            </a:endParaRPr>
          </a:p>
        </p:txBody>
      </p:sp>
      <p:sp>
        <p:nvSpPr>
          <p:cNvPr id="132" name="PlaceHolder 9"/>
          <p:cNvSpPr>
            <a:spLocks noGrp="1"/>
          </p:cNvSpPr>
          <p:nvPr>
            <p:ph type="body"/>
          </p:nvPr>
        </p:nvSpPr>
        <p:spPr>
          <a:xfrm>
            <a:off x="255960" y="2544480"/>
            <a:ext cx="2833560" cy="3270600"/>
          </a:xfrm>
          <a:prstGeom prst="rect">
            <a:avLst/>
          </a:prstGeom>
          <a:noFill/>
          <a:ln w="0">
            <a:noFill/>
          </a:ln>
        </p:spPr>
        <p:txBody>
          <a:bodyPr lIns="91440" rIns="91440" tIns="45720" bIns="45720" anchor="t">
            <a:normAutofit/>
          </a:bodyPr>
          <a:p>
            <a:pPr marL="228600" indent="0" defTabSz="914400">
              <a:lnSpc>
                <a:spcPct val="100000"/>
              </a:lnSpc>
              <a:spcBef>
                <a:spcPts val="1199"/>
              </a:spcBef>
              <a:buNone/>
              <a:tabLst>
                <a:tab algn="l" pos="0"/>
              </a:tabLst>
            </a:pPr>
            <a:r>
              <a:rPr b="0" lang="en-US" sz="2200" strike="noStrike" u="none">
                <a:solidFill>
                  <a:srgbClr val="ffffff"/>
                </a:solidFill>
                <a:effectLst/>
                <a:uFillTx/>
                <a:latin typeface="Arial"/>
              </a:rPr>
              <a:t>Edit Master text styles</a:t>
            </a:r>
            <a:endParaRPr b="0" lang="en-US" sz="2200" strike="noStrike" u="none">
              <a:solidFill>
                <a:srgbClr val="000000"/>
              </a:solidFill>
              <a:effectLst/>
              <a:uFillTx/>
              <a:latin typeface="Arial"/>
            </a:endParaRPr>
          </a:p>
        </p:txBody>
      </p:sp>
      <p:sp>
        <p:nvSpPr>
          <p:cNvPr id="133" name="PlaceHolder 10"/>
          <p:cNvSpPr>
            <a:spLocks noGrp="1"/>
          </p:cNvSpPr>
          <p:nvPr>
            <p:ph type="title"/>
          </p:nvPr>
        </p:nvSpPr>
        <p:spPr>
          <a:xfrm>
            <a:off x="255960" y="254520"/>
            <a:ext cx="2833560" cy="2121840"/>
          </a:xfrm>
          <a:prstGeom prst="rect">
            <a:avLst/>
          </a:prstGeom>
          <a:noFill/>
          <a:ln w="0">
            <a:noFill/>
          </a:ln>
        </p:spPr>
        <p:txBody>
          <a:bodyPr lIns="91440" rIns="91440" tIns="45720" bIns="45720" anchor="b">
            <a:normAutofit/>
          </a:bodyPr>
          <a:p>
            <a:pPr indent="0" defTabSz="914400">
              <a:lnSpc>
                <a:spcPct val="90000"/>
              </a:lnSpc>
              <a:buNone/>
              <a:tabLst>
                <a:tab algn="l" pos="0"/>
              </a:tabLst>
            </a:pPr>
            <a:r>
              <a:rPr b="0" lang="en-US" sz="3600" spc="-60" strike="noStrike" u="none">
                <a:solidFill>
                  <a:srgbClr val="ffffff"/>
                </a:solidFill>
                <a:effectLst/>
                <a:uFillTx/>
                <a:latin typeface="Arial"/>
              </a:rPr>
              <a:t>Click to edit Master title style</a:t>
            </a:r>
            <a:endParaRPr b="0" lang="en-US" sz="3600" strike="noStrike" u="none">
              <a:solidFill>
                <a:srgbClr val="000000"/>
              </a:solidFill>
              <a:effectLst/>
              <a:uFillTx/>
              <a:latin typeface="Arial"/>
            </a:endParaRPr>
          </a:p>
        </p:txBody>
      </p:sp>
      <p:sp>
        <p:nvSpPr>
          <p:cNvPr id="134" name="PlaceHolder 11"/>
          <p:cNvSpPr>
            <a:spLocks noGrp="1"/>
          </p:cNvSpPr>
          <p:nvPr>
            <p:ph type="dt" idx="31"/>
          </p:nvPr>
        </p:nvSpPr>
        <p:spPr>
          <a:xfrm>
            <a:off x="262440" y="6356520"/>
            <a:ext cx="274212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dk1">
                    <a:lumMod val="50000"/>
                    <a:lumOff val="50000"/>
                  </a:schemeClr>
                </a:solidFill>
                <a:effectLst/>
                <a:uFillTx/>
                <a:latin typeface="Arial"/>
              </a:defRPr>
            </a:lvl1pPr>
          </a:lstStyle>
          <a:p>
            <a:pPr indent="0" defTabSz="457200">
              <a:lnSpc>
                <a:spcPct val="100000"/>
              </a:lnSpc>
              <a:buNone/>
              <a:tabLst>
                <a:tab algn="l" pos="0"/>
              </a:tabLst>
            </a:pPr>
            <a:r>
              <a:rPr b="0" lang="en-US" sz="1100" strike="noStrike" u="none">
                <a:solidFill>
                  <a:schemeClr val="dk1">
                    <a:lumMod val="50000"/>
                    <a:lumOff val="50000"/>
                  </a:schemeClr>
                </a:solidFill>
                <a:effectLst/>
                <a:uFillTx/>
                <a:latin typeface="Arial"/>
              </a:rPr>
              <a:t>&lt;date/time&gt;</a:t>
            </a:r>
            <a:endParaRPr b="0" lang="en-US" sz="1100" strike="noStrike" u="none">
              <a:solidFill>
                <a:srgbClr val="000000"/>
              </a:solidFill>
              <a:effectLst/>
              <a:uFillTx/>
              <a:latin typeface="Times New Roman"/>
            </a:endParaRPr>
          </a:p>
        </p:txBody>
      </p:sp>
      <p:sp>
        <p:nvSpPr>
          <p:cNvPr id="135" name="PlaceHolder 12"/>
          <p:cNvSpPr>
            <a:spLocks noGrp="1"/>
          </p:cNvSpPr>
          <p:nvPr>
            <p:ph type="ftr" idx="32"/>
          </p:nvPr>
        </p:nvSpPr>
        <p:spPr>
          <a:xfrm>
            <a:off x="3869280" y="6356520"/>
            <a:ext cx="591048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accent1"/>
                </a:solidFill>
                <a:effectLst/>
                <a:uFillTx/>
                <a:latin typeface="Arial"/>
              </a:defRPr>
            </a:lvl1pPr>
          </a:lstStyle>
          <a:p>
            <a:pPr indent="0" defTabSz="457200">
              <a:lnSpc>
                <a:spcPct val="100000"/>
              </a:lnSpc>
              <a:buNone/>
              <a:tabLst>
                <a:tab algn="l" pos="0"/>
              </a:tabLst>
            </a:pPr>
            <a:r>
              <a:rPr b="0" lang="en-US" sz="1100" strike="noStrike" u="none">
                <a:solidFill>
                  <a:schemeClr val="accent1"/>
                </a:solidFill>
                <a:effectLst/>
                <a:uFillTx/>
                <a:latin typeface="Arial"/>
              </a:rPr>
              <a:t>&lt;footer&gt;</a:t>
            </a:r>
            <a:endParaRPr b="0" lang="en-US" sz="1100" strike="noStrike" u="none">
              <a:solidFill>
                <a:srgbClr val="000000"/>
              </a:solidFill>
              <a:effectLst/>
              <a:uFillTx/>
              <a:latin typeface="Times New Roman"/>
            </a:endParaRPr>
          </a:p>
        </p:txBody>
      </p:sp>
      <p:sp>
        <p:nvSpPr>
          <p:cNvPr id="136" name="PlaceHolder 13"/>
          <p:cNvSpPr>
            <a:spLocks noGrp="1"/>
          </p:cNvSpPr>
          <p:nvPr>
            <p:ph type="sldNum" idx="33"/>
          </p:nvPr>
        </p:nvSpPr>
        <p:spPr>
          <a:xfrm>
            <a:off x="10634040" y="6356520"/>
            <a:ext cx="15300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1" lang="en-US" sz="1200" strike="noStrike" u="none">
                <a:solidFill>
                  <a:schemeClr val="accent1"/>
                </a:solidFill>
                <a:effectLst/>
                <a:uFillTx/>
                <a:latin typeface="Arial"/>
              </a:defRPr>
            </a:lvl1pPr>
          </a:lstStyle>
          <a:p>
            <a:pPr indent="0" algn="r" defTabSz="457200">
              <a:lnSpc>
                <a:spcPct val="100000"/>
              </a:lnSpc>
              <a:buNone/>
              <a:tabLst>
                <a:tab algn="l" pos="0"/>
              </a:tabLst>
            </a:pPr>
            <a:fld id="{55AC6B34-252E-4972-828B-710553B9DF51}" type="slidenum">
              <a:rPr b="1" lang="en-US" sz="1200" strike="noStrike" u="none">
                <a:solidFill>
                  <a:schemeClr val="accent1"/>
                </a:solidFill>
                <a:effectLst/>
                <a:uFillTx/>
                <a:latin typeface="Arial"/>
              </a:rPr>
              <a:t>&lt;number&gt;</a:t>
            </a:fld>
            <a:endParaRPr b="0" lang="en-US" sz="1200" strike="noStrike" u="none">
              <a:solidFill>
                <a:srgbClr val="000000"/>
              </a:solidFill>
              <a:effectLst/>
              <a:uFillTx/>
              <a:latin typeface="Times New Roman"/>
            </a:endParaRPr>
          </a:p>
        </p:txBody>
      </p:sp>
      <p:sp>
        <p:nvSpPr>
          <p:cNvPr id="137" name="Triangle 2"/>
          <p:cNvSpPr/>
          <p:nvPr/>
        </p:nvSpPr>
        <p:spPr>
          <a:xfrm flipH="1" rot="5400000">
            <a:off x="11233080" y="3504960"/>
            <a:ext cx="420120" cy="257040"/>
          </a:xfrm>
          <a:custGeom>
            <a:avLst/>
            <a:gdLst>
              <a:gd name="textAreaLeft" fmla="*/ -720 w 420120"/>
              <a:gd name="textAreaRight" fmla="*/ 420480 w 420120"/>
              <a:gd name="textAreaTop" fmla="*/ 0 h 257040"/>
              <a:gd name="textAreaBottom" fmla="*/ 258120 h 257040"/>
              <a:gd name="GluePoint1X" fmla="*/ 0 w 421105"/>
              <a:gd name="GluePoint1Y" fmla="*/ 257985 h 257985"/>
              <a:gd name="GluePoint2X" fmla="*/ 358088 w 421105"/>
              <a:gd name="GluePoint2Y" fmla="*/ 0 h 257985"/>
              <a:gd name="GluePoint3X" fmla="*/ 421105 w 421105"/>
              <a:gd name="GluePoint3Y" fmla="*/ 257985 h 257985"/>
              <a:gd name="GluePoint4X" fmla="*/ 0 w 421105"/>
              <a:gd name="GluePoint4Y" fmla="*/ 257985 h 2579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21105" h="257985">
                <a:moveTo>
                  <a:pt x="0" y="257985"/>
                </a:moveTo>
                <a:lnTo>
                  <a:pt x="358088" y="0"/>
                </a:lnTo>
                <a:lnTo>
                  <a:pt x="421105" y="257985"/>
                </a:lnTo>
                <a:lnTo>
                  <a:pt x="0" y="257985"/>
                </a:lnTo>
                <a:close/>
              </a:path>
            </a:pathLst>
          </a:cu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orbel"/>
            </a:endParaRPr>
          </a:p>
        </p:txBody>
      </p:sp>
      <p:sp>
        <p:nvSpPr>
          <p:cNvPr id="138" name="Triangle 2"/>
          <p:cNvSpPr/>
          <p:nvPr/>
        </p:nvSpPr>
        <p:spPr>
          <a:xfrm flipH="1" rot="5400000">
            <a:off x="7282800" y="3505680"/>
            <a:ext cx="420120" cy="257040"/>
          </a:xfrm>
          <a:custGeom>
            <a:avLst/>
            <a:gdLst>
              <a:gd name="textAreaLeft" fmla="*/ -720 w 420120"/>
              <a:gd name="textAreaRight" fmla="*/ 420480 w 420120"/>
              <a:gd name="textAreaTop" fmla="*/ 0 h 257040"/>
              <a:gd name="textAreaBottom" fmla="*/ 258120 h 257040"/>
              <a:gd name="GluePoint1X" fmla="*/ 0 w 421105"/>
              <a:gd name="GluePoint1Y" fmla="*/ 257985 h 257985"/>
              <a:gd name="GluePoint2X" fmla="*/ 358088 w 421105"/>
              <a:gd name="GluePoint2Y" fmla="*/ 0 h 257985"/>
              <a:gd name="GluePoint3X" fmla="*/ 421105 w 421105"/>
              <a:gd name="GluePoint3Y" fmla="*/ 257985 h 257985"/>
              <a:gd name="GluePoint4X" fmla="*/ 0 w 421105"/>
              <a:gd name="GluePoint4Y" fmla="*/ 257985 h 2579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21105" h="257985">
                <a:moveTo>
                  <a:pt x="0" y="257985"/>
                </a:moveTo>
                <a:lnTo>
                  <a:pt x="358088" y="0"/>
                </a:lnTo>
                <a:lnTo>
                  <a:pt x="421105" y="257985"/>
                </a:lnTo>
                <a:lnTo>
                  <a:pt x="0" y="257985"/>
                </a:lnTo>
                <a:close/>
              </a:path>
            </a:pathLst>
          </a:cu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orbe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Images">
    <p:bg>
      <p:bgPr>
        <a:solidFill>
          <a:srgbClr val="ffffff"/>
        </a:solidFill>
      </p:bgPr>
    </p:bg>
    <p:spTree>
      <p:nvGrpSpPr>
        <p:cNvPr id="1" name=""/>
        <p:cNvGrpSpPr/>
        <p:nvPr/>
      </p:nvGrpSpPr>
      <p:grpSpPr>
        <a:xfrm>
          <a:off x="0" y="0"/>
          <a:ext cx="0" cy="0"/>
          <a:chOff x="0" y="0"/>
          <a:chExt cx="0" cy="0"/>
        </a:xfrm>
      </p:grpSpPr>
      <p:sp>
        <p:nvSpPr>
          <p:cNvPr id="139" name="Rectangle 6"/>
          <p:cNvSpPr/>
          <p:nvPr/>
        </p:nvSpPr>
        <p:spPr>
          <a:xfrm>
            <a:off x="0" y="0"/>
            <a:ext cx="3442680" cy="60886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Arial"/>
            </a:endParaRPr>
          </a:p>
        </p:txBody>
      </p:sp>
      <p:sp>
        <p:nvSpPr>
          <p:cNvPr id="140" name="Rectangle 37"/>
          <p:cNvSpPr/>
          <p:nvPr/>
        </p:nvSpPr>
        <p:spPr>
          <a:xfrm>
            <a:off x="11815920" y="0"/>
            <a:ext cx="383040" cy="608868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Corbel"/>
            </a:endParaRPr>
          </a:p>
        </p:txBody>
      </p:sp>
      <p:sp>
        <p:nvSpPr>
          <p:cNvPr id="141" name="PlaceHolder 1"/>
          <p:cNvSpPr>
            <a:spLocks noGrp="1"/>
          </p:cNvSpPr>
          <p:nvPr>
            <p:ph type="body"/>
          </p:nvPr>
        </p:nvSpPr>
        <p:spPr>
          <a:xfrm>
            <a:off x="7818480" y="5748480"/>
            <a:ext cx="3473640" cy="36396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(right)</a:t>
            </a:r>
            <a:endParaRPr b="0" lang="en-US" sz="700" strike="noStrike" u="none">
              <a:solidFill>
                <a:srgbClr val="000000"/>
              </a:solidFill>
              <a:effectLst/>
              <a:uFillTx/>
              <a:latin typeface="Arial"/>
            </a:endParaRPr>
          </a:p>
        </p:txBody>
      </p:sp>
      <p:sp>
        <p:nvSpPr>
          <p:cNvPr id="142" name="PlaceHolder 2"/>
          <p:cNvSpPr>
            <a:spLocks noGrp="1"/>
          </p:cNvSpPr>
          <p:nvPr>
            <p:ph type="body"/>
          </p:nvPr>
        </p:nvSpPr>
        <p:spPr>
          <a:xfrm>
            <a:off x="7818480" y="1168920"/>
            <a:ext cx="3473640" cy="4467600"/>
          </a:xfrm>
          <a:prstGeom prst="rect">
            <a:avLst/>
          </a:prstGeom>
          <a:solidFill>
            <a:schemeClr val="lt1">
              <a:lumMod val="75000"/>
            </a:schemeClr>
          </a:solidFill>
          <a:ln w="0">
            <a:noFill/>
          </a:ln>
        </p:spPr>
        <p:txBody>
          <a:bodyPr lIns="90000" rIns="90000" tIns="45000" bIns="45000" anchor="t">
            <a:noAutofit/>
          </a:bodyPr>
          <a:p>
            <a:pPr marL="228600" indent="0" defTabSz="457200">
              <a:lnSpc>
                <a:spcPct val="100000"/>
              </a:lnSpc>
              <a:spcBef>
                <a:spcPts val="1001"/>
              </a:spcBef>
              <a:buNone/>
              <a:tabLst>
                <a:tab algn="l" pos="0"/>
              </a:tabLst>
            </a:pPr>
            <a:r>
              <a:rPr b="0" lang="en-US" sz="3200" strike="noStrike" u="none">
                <a:solidFill>
                  <a:schemeClr val="dk1"/>
                </a:solidFill>
                <a:effectLst/>
                <a:uFillTx/>
                <a:latin typeface="Corbel"/>
              </a:rPr>
              <a:t>Click icon to </a:t>
            </a:r>
            <a:r>
              <a:rPr b="0" lang="en-US" sz="3200" strike="noStrike" u="none">
                <a:solidFill>
                  <a:schemeClr val="dk1"/>
                </a:solidFill>
                <a:effectLst/>
                <a:uFillTx/>
                <a:latin typeface="Corbel"/>
              </a:rPr>
              <a:t>add picture </a:t>
            </a:r>
            <a:r>
              <a:rPr b="0" lang="en-US" sz="3200" strike="noStrike" u="none">
                <a:solidFill>
                  <a:schemeClr val="dk1"/>
                </a:solidFill>
                <a:effectLst/>
                <a:uFillTx/>
                <a:latin typeface="Corbel"/>
              </a:rPr>
              <a:t>(right)</a:t>
            </a:r>
            <a:endParaRPr b="0" lang="en-US" sz="3200" strike="noStrike" u="none">
              <a:solidFill>
                <a:srgbClr val="000000"/>
              </a:solidFill>
              <a:effectLst/>
              <a:uFillTx/>
              <a:latin typeface="Arial"/>
            </a:endParaRPr>
          </a:p>
        </p:txBody>
      </p:sp>
      <p:sp>
        <p:nvSpPr>
          <p:cNvPr id="143" name="PlaceHolder 3"/>
          <p:cNvSpPr>
            <a:spLocks noGrp="1"/>
          </p:cNvSpPr>
          <p:nvPr>
            <p:ph type="body"/>
          </p:nvPr>
        </p:nvSpPr>
        <p:spPr>
          <a:xfrm>
            <a:off x="7818480" y="254520"/>
            <a:ext cx="3473640" cy="812160"/>
          </a:xfrm>
          <a:prstGeom prst="rect">
            <a:avLst/>
          </a:prstGeom>
          <a:noFill/>
          <a:ln w="0">
            <a:noFill/>
          </a:ln>
        </p:spPr>
        <p:txBody>
          <a:bodyPr lIns="91440" rIns="91440" tIns="45720" bIns="45720" anchor="t">
            <a:normAutofit/>
          </a:bodyPr>
          <a:p>
            <a:pPr marL="228600" indent="0" defTabSz="914400">
              <a:lnSpc>
                <a:spcPct val="90000"/>
              </a:lnSpc>
              <a:spcBef>
                <a:spcPts val="1001"/>
              </a:spcBef>
              <a:buNone/>
              <a:tabLst>
                <a:tab algn="l" pos="0"/>
              </a:tabLst>
            </a:pPr>
            <a:r>
              <a:rPr b="1" lang="en-US" sz="2200" strike="noStrike" u="none">
                <a:solidFill>
                  <a:schemeClr val="dk1">
                    <a:lumMod val="65000"/>
                    <a:lumOff val="35000"/>
                  </a:schemeClr>
                </a:solidFill>
                <a:effectLst/>
                <a:uFillTx/>
                <a:latin typeface="Arial"/>
              </a:rPr>
              <a:t>Click to edit Master text styles (right)</a:t>
            </a:r>
            <a:endParaRPr b="0" lang="en-US" sz="2200" strike="noStrike" u="none">
              <a:solidFill>
                <a:srgbClr val="000000"/>
              </a:solidFill>
              <a:effectLst/>
              <a:uFillTx/>
              <a:latin typeface="Arial"/>
            </a:endParaRPr>
          </a:p>
        </p:txBody>
      </p:sp>
      <p:sp>
        <p:nvSpPr>
          <p:cNvPr id="144" name="PlaceHolder 4"/>
          <p:cNvSpPr>
            <a:spLocks noGrp="1"/>
          </p:cNvSpPr>
          <p:nvPr>
            <p:ph type="body"/>
          </p:nvPr>
        </p:nvSpPr>
        <p:spPr>
          <a:xfrm>
            <a:off x="3858840" y="5748480"/>
            <a:ext cx="3473640" cy="36396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(letf)</a:t>
            </a:r>
            <a:endParaRPr b="0" lang="en-US" sz="700" strike="noStrike" u="none">
              <a:solidFill>
                <a:srgbClr val="000000"/>
              </a:solidFill>
              <a:effectLst/>
              <a:uFillTx/>
              <a:latin typeface="Arial"/>
            </a:endParaRPr>
          </a:p>
        </p:txBody>
      </p:sp>
      <p:sp>
        <p:nvSpPr>
          <p:cNvPr id="145" name="PlaceHolder 5"/>
          <p:cNvSpPr>
            <a:spLocks noGrp="1"/>
          </p:cNvSpPr>
          <p:nvPr>
            <p:ph type="body"/>
          </p:nvPr>
        </p:nvSpPr>
        <p:spPr>
          <a:xfrm>
            <a:off x="3867840" y="1168920"/>
            <a:ext cx="3473640" cy="4467600"/>
          </a:xfrm>
          <a:prstGeom prst="rect">
            <a:avLst/>
          </a:prstGeom>
          <a:solidFill>
            <a:schemeClr val="lt1">
              <a:lumMod val="75000"/>
            </a:schemeClr>
          </a:solidFill>
          <a:ln w="0">
            <a:noFill/>
          </a:ln>
        </p:spPr>
        <p:txBody>
          <a:bodyPr lIns="90000" rIns="90000" tIns="45000" bIns="45000" anchor="t">
            <a:noAutofit/>
          </a:bodyPr>
          <a:p>
            <a:pPr marL="228600" indent="0" defTabSz="457200">
              <a:lnSpc>
                <a:spcPct val="100000"/>
              </a:lnSpc>
              <a:spcBef>
                <a:spcPts val="1001"/>
              </a:spcBef>
              <a:buNone/>
              <a:tabLst>
                <a:tab algn="l" pos="0"/>
              </a:tabLst>
            </a:pPr>
            <a:r>
              <a:rPr b="0" lang="en-US" sz="3200" strike="noStrike" u="none">
                <a:solidFill>
                  <a:schemeClr val="dk1"/>
                </a:solidFill>
                <a:effectLst/>
                <a:uFillTx/>
                <a:latin typeface="Corbel"/>
              </a:rPr>
              <a:t>Click icon to </a:t>
            </a:r>
            <a:r>
              <a:rPr b="0" lang="en-US" sz="3200" strike="noStrike" u="none">
                <a:solidFill>
                  <a:schemeClr val="dk1"/>
                </a:solidFill>
                <a:effectLst/>
                <a:uFillTx/>
                <a:latin typeface="Corbel"/>
              </a:rPr>
              <a:t>add picture </a:t>
            </a:r>
            <a:r>
              <a:rPr b="0" lang="en-US" sz="3200" strike="noStrike" u="none">
                <a:solidFill>
                  <a:schemeClr val="dk1"/>
                </a:solidFill>
                <a:effectLst/>
                <a:uFillTx/>
                <a:latin typeface="Corbel"/>
              </a:rPr>
              <a:t>(left)</a:t>
            </a:r>
            <a:endParaRPr b="0" lang="en-US" sz="3200" strike="noStrike" u="none">
              <a:solidFill>
                <a:srgbClr val="000000"/>
              </a:solidFill>
              <a:effectLst/>
              <a:uFillTx/>
              <a:latin typeface="Arial"/>
            </a:endParaRPr>
          </a:p>
        </p:txBody>
      </p:sp>
      <p:sp>
        <p:nvSpPr>
          <p:cNvPr id="146" name="PlaceHolder 6"/>
          <p:cNvSpPr>
            <a:spLocks noGrp="1"/>
          </p:cNvSpPr>
          <p:nvPr>
            <p:ph type="body"/>
          </p:nvPr>
        </p:nvSpPr>
        <p:spPr>
          <a:xfrm>
            <a:off x="3867840" y="254520"/>
            <a:ext cx="3473640" cy="806760"/>
          </a:xfrm>
          <a:prstGeom prst="rect">
            <a:avLst/>
          </a:prstGeom>
          <a:noFill/>
          <a:ln w="0">
            <a:noFill/>
          </a:ln>
        </p:spPr>
        <p:txBody>
          <a:bodyPr lIns="91440" rIns="91440" tIns="45720" bIns="45720" anchor="t">
            <a:normAutofit/>
          </a:bodyPr>
          <a:p>
            <a:pPr marL="228600" indent="0" defTabSz="914400">
              <a:lnSpc>
                <a:spcPct val="90000"/>
              </a:lnSpc>
              <a:spcBef>
                <a:spcPts val="1001"/>
              </a:spcBef>
              <a:buNone/>
              <a:tabLst>
                <a:tab algn="l" pos="0"/>
              </a:tabLst>
            </a:pPr>
            <a:r>
              <a:rPr b="1" lang="en-US" sz="2200" strike="noStrike" u="none">
                <a:solidFill>
                  <a:schemeClr val="dk1">
                    <a:lumMod val="65000"/>
                    <a:lumOff val="35000"/>
                  </a:schemeClr>
                </a:solidFill>
                <a:effectLst/>
                <a:uFillTx/>
                <a:latin typeface="Arial"/>
              </a:rPr>
              <a:t>Click to edit Master </a:t>
            </a:r>
            <a:r>
              <a:rPr b="1" lang="en-US" sz="2200" strike="noStrike" u="none">
                <a:solidFill>
                  <a:schemeClr val="dk1">
                    <a:lumMod val="65000"/>
                    <a:lumOff val="35000"/>
                  </a:schemeClr>
                </a:solidFill>
                <a:effectLst/>
                <a:uFillTx/>
                <a:latin typeface="Arial"/>
              </a:rPr>
              <a:t>text styles (left)</a:t>
            </a:r>
            <a:endParaRPr b="0" lang="en-US" sz="2200" strike="noStrike" u="none">
              <a:solidFill>
                <a:srgbClr val="000000"/>
              </a:solidFill>
              <a:effectLst/>
              <a:uFillTx/>
              <a:latin typeface="Arial"/>
            </a:endParaRPr>
          </a:p>
        </p:txBody>
      </p:sp>
      <p:sp>
        <p:nvSpPr>
          <p:cNvPr id="147" name="PlaceHolder 7"/>
          <p:cNvSpPr>
            <a:spLocks noGrp="1"/>
          </p:cNvSpPr>
          <p:nvPr>
            <p:ph type="body"/>
          </p:nvPr>
        </p:nvSpPr>
        <p:spPr>
          <a:xfrm>
            <a:off x="255960" y="2544480"/>
            <a:ext cx="2833560" cy="3270600"/>
          </a:xfrm>
          <a:prstGeom prst="rect">
            <a:avLst/>
          </a:prstGeom>
          <a:noFill/>
          <a:ln w="0">
            <a:noFill/>
          </a:ln>
        </p:spPr>
        <p:txBody>
          <a:bodyPr lIns="91440" rIns="91440" tIns="45720" bIns="45720" anchor="t">
            <a:normAutofit/>
          </a:bodyPr>
          <a:p>
            <a:pPr marL="228600" indent="0" defTabSz="914400">
              <a:lnSpc>
                <a:spcPct val="100000"/>
              </a:lnSpc>
              <a:spcBef>
                <a:spcPts val="1199"/>
              </a:spcBef>
              <a:buNone/>
              <a:tabLst>
                <a:tab algn="l" pos="0"/>
              </a:tabLst>
            </a:pPr>
            <a:r>
              <a:rPr b="0" lang="en-US" sz="2200" strike="noStrike" u="none">
                <a:solidFill>
                  <a:srgbClr val="ffffff"/>
                </a:solidFill>
                <a:effectLst/>
                <a:uFillTx/>
                <a:latin typeface="Arial"/>
              </a:rPr>
              <a:t>Edit Master text styles</a:t>
            </a:r>
            <a:endParaRPr b="0" lang="en-US" sz="2200" strike="noStrike" u="none">
              <a:solidFill>
                <a:srgbClr val="000000"/>
              </a:solidFill>
              <a:effectLst/>
              <a:uFillTx/>
              <a:latin typeface="Arial"/>
            </a:endParaRPr>
          </a:p>
        </p:txBody>
      </p:sp>
      <p:sp>
        <p:nvSpPr>
          <p:cNvPr id="148" name="PlaceHolder 8"/>
          <p:cNvSpPr>
            <a:spLocks noGrp="1"/>
          </p:cNvSpPr>
          <p:nvPr>
            <p:ph type="title"/>
          </p:nvPr>
        </p:nvSpPr>
        <p:spPr>
          <a:xfrm>
            <a:off x="255960" y="254520"/>
            <a:ext cx="2833560" cy="2121840"/>
          </a:xfrm>
          <a:prstGeom prst="rect">
            <a:avLst/>
          </a:prstGeom>
          <a:noFill/>
          <a:ln w="0">
            <a:noFill/>
          </a:ln>
        </p:spPr>
        <p:txBody>
          <a:bodyPr lIns="91440" rIns="91440" tIns="45720" bIns="45720" anchor="b">
            <a:normAutofit/>
          </a:bodyPr>
          <a:p>
            <a:pPr indent="0" defTabSz="914400">
              <a:lnSpc>
                <a:spcPct val="90000"/>
              </a:lnSpc>
              <a:buNone/>
              <a:tabLst>
                <a:tab algn="l" pos="0"/>
              </a:tabLst>
            </a:pPr>
            <a:r>
              <a:rPr b="0" lang="en-US" sz="3600" spc="-60" strike="noStrike" u="none">
                <a:solidFill>
                  <a:srgbClr val="ffffff"/>
                </a:solidFill>
                <a:effectLst/>
                <a:uFillTx/>
                <a:latin typeface="Arial"/>
              </a:rPr>
              <a:t>Click to edit Master title style</a:t>
            </a:r>
            <a:endParaRPr b="0" lang="en-US" sz="3600" strike="noStrike" u="none">
              <a:solidFill>
                <a:srgbClr val="000000"/>
              </a:solidFill>
              <a:effectLst/>
              <a:uFillTx/>
              <a:latin typeface="Arial"/>
            </a:endParaRPr>
          </a:p>
        </p:txBody>
      </p:sp>
      <p:sp>
        <p:nvSpPr>
          <p:cNvPr id="149" name="PlaceHolder 9"/>
          <p:cNvSpPr>
            <a:spLocks noGrp="1"/>
          </p:cNvSpPr>
          <p:nvPr>
            <p:ph type="dt" idx="34"/>
          </p:nvPr>
        </p:nvSpPr>
        <p:spPr>
          <a:xfrm>
            <a:off x="262440" y="6356520"/>
            <a:ext cx="274212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dk1">
                    <a:lumMod val="50000"/>
                    <a:lumOff val="50000"/>
                  </a:schemeClr>
                </a:solidFill>
                <a:effectLst/>
                <a:uFillTx/>
                <a:latin typeface="Arial"/>
              </a:defRPr>
            </a:lvl1pPr>
          </a:lstStyle>
          <a:p>
            <a:pPr indent="0" defTabSz="457200">
              <a:lnSpc>
                <a:spcPct val="100000"/>
              </a:lnSpc>
              <a:buNone/>
              <a:tabLst>
                <a:tab algn="l" pos="0"/>
              </a:tabLst>
            </a:pPr>
            <a:r>
              <a:rPr b="0" lang="en-US" sz="1100" strike="noStrike" u="none">
                <a:solidFill>
                  <a:schemeClr val="dk1">
                    <a:lumMod val="50000"/>
                    <a:lumOff val="50000"/>
                  </a:schemeClr>
                </a:solidFill>
                <a:effectLst/>
                <a:uFillTx/>
                <a:latin typeface="Arial"/>
              </a:rPr>
              <a:t>&lt;date/time&gt;</a:t>
            </a:r>
            <a:endParaRPr b="0" lang="en-US" sz="1100" strike="noStrike" u="none">
              <a:solidFill>
                <a:srgbClr val="000000"/>
              </a:solidFill>
              <a:effectLst/>
              <a:uFillTx/>
              <a:latin typeface="Times New Roman"/>
            </a:endParaRPr>
          </a:p>
        </p:txBody>
      </p:sp>
      <p:sp>
        <p:nvSpPr>
          <p:cNvPr id="150" name="PlaceHolder 10"/>
          <p:cNvSpPr>
            <a:spLocks noGrp="1"/>
          </p:cNvSpPr>
          <p:nvPr>
            <p:ph type="sldNum" idx="35"/>
          </p:nvPr>
        </p:nvSpPr>
        <p:spPr>
          <a:xfrm>
            <a:off x="10634040" y="6356520"/>
            <a:ext cx="15300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1" lang="en-US" sz="1200" strike="noStrike" u="none">
                <a:solidFill>
                  <a:schemeClr val="accent1"/>
                </a:solidFill>
                <a:effectLst/>
                <a:uFillTx/>
                <a:latin typeface="Arial"/>
              </a:defRPr>
            </a:lvl1pPr>
          </a:lstStyle>
          <a:p>
            <a:pPr indent="0" algn="r" defTabSz="457200">
              <a:lnSpc>
                <a:spcPct val="100000"/>
              </a:lnSpc>
              <a:buNone/>
              <a:tabLst>
                <a:tab algn="l" pos="0"/>
              </a:tabLst>
            </a:pPr>
            <a:fld id="{8AF3F178-16D7-4935-8CB5-27544EC65289}" type="slidenum">
              <a:rPr b="1" lang="en-US" sz="1200" strike="noStrike" u="none">
                <a:solidFill>
                  <a:schemeClr val="accent1"/>
                </a:solidFill>
                <a:effectLst/>
                <a:uFillTx/>
                <a:latin typeface="Arial"/>
              </a:rPr>
              <a:t>&lt;number&gt;</a:t>
            </a:fld>
            <a:endParaRPr b="0" lang="en-US" sz="1200" strike="noStrike" u="none">
              <a:solidFill>
                <a:srgbClr val="000000"/>
              </a:solidFill>
              <a:effectLst/>
              <a:uFillTx/>
              <a:latin typeface="Times New Roman"/>
            </a:endParaRPr>
          </a:p>
        </p:txBody>
      </p:sp>
      <p:sp>
        <p:nvSpPr>
          <p:cNvPr id="151" name="PlaceHolder 11"/>
          <p:cNvSpPr>
            <a:spLocks noGrp="1"/>
          </p:cNvSpPr>
          <p:nvPr>
            <p:ph type="ftr" idx="36"/>
          </p:nvPr>
        </p:nvSpPr>
        <p:spPr>
          <a:xfrm>
            <a:off x="3869280" y="6356520"/>
            <a:ext cx="591048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accent1"/>
                </a:solidFill>
                <a:effectLst/>
                <a:uFillTx/>
                <a:latin typeface="Arial"/>
              </a:defRPr>
            </a:lvl1pPr>
          </a:lstStyle>
          <a:p>
            <a:pPr indent="0" defTabSz="457200">
              <a:lnSpc>
                <a:spcPct val="100000"/>
              </a:lnSpc>
              <a:buNone/>
              <a:tabLst>
                <a:tab algn="l" pos="0"/>
              </a:tabLst>
            </a:pPr>
            <a:r>
              <a:rPr b="0" lang="en-US" sz="1100" strike="noStrike" u="none">
                <a:solidFill>
                  <a:schemeClr val="accent1"/>
                </a:solidFill>
                <a:effectLst/>
                <a:uFillTx/>
                <a:latin typeface="Arial"/>
              </a:rPr>
              <a:t>&lt;footer&gt;</a:t>
            </a:r>
            <a:endParaRPr b="0" lang="en-US" sz="1100" strike="noStrike" u="none">
              <a:solidFill>
                <a:srgbClr val="000000"/>
              </a:solidFill>
              <a:effectLst/>
              <a:uFillTx/>
              <a:latin typeface="Times New Roman"/>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 Image">
    <p:bg>
      <p:bgPr>
        <a:solidFill>
          <a:srgbClr val="ffffff"/>
        </a:solidFill>
      </p:bgPr>
    </p:bg>
    <p:spTree>
      <p:nvGrpSpPr>
        <p:cNvPr id="1" name=""/>
        <p:cNvGrpSpPr/>
        <p:nvPr/>
      </p:nvGrpSpPr>
      <p:grpSpPr>
        <a:xfrm>
          <a:off x="0" y="0"/>
          <a:ext cx="0" cy="0"/>
          <a:chOff x="0" y="0"/>
          <a:chExt cx="0" cy="0"/>
        </a:xfrm>
      </p:grpSpPr>
      <p:sp>
        <p:nvSpPr>
          <p:cNvPr id="152" name="Rectangle 6"/>
          <p:cNvSpPr/>
          <p:nvPr/>
        </p:nvSpPr>
        <p:spPr>
          <a:xfrm>
            <a:off x="0" y="0"/>
            <a:ext cx="3442680" cy="60886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Arial"/>
            </a:endParaRPr>
          </a:p>
        </p:txBody>
      </p:sp>
      <p:sp>
        <p:nvSpPr>
          <p:cNvPr id="153" name="Rectangle 37"/>
          <p:cNvSpPr/>
          <p:nvPr/>
        </p:nvSpPr>
        <p:spPr>
          <a:xfrm>
            <a:off x="11815920" y="0"/>
            <a:ext cx="383040" cy="608868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Corbel"/>
            </a:endParaRPr>
          </a:p>
        </p:txBody>
      </p:sp>
      <p:sp>
        <p:nvSpPr>
          <p:cNvPr id="154" name="PlaceHolder 1"/>
          <p:cNvSpPr>
            <a:spLocks noGrp="1"/>
          </p:cNvSpPr>
          <p:nvPr>
            <p:ph type="body"/>
          </p:nvPr>
        </p:nvSpPr>
        <p:spPr>
          <a:xfrm>
            <a:off x="3570480" y="0"/>
            <a:ext cx="8114040" cy="6097320"/>
          </a:xfrm>
          <a:prstGeom prst="rect">
            <a:avLst/>
          </a:prstGeom>
          <a:solidFill>
            <a:schemeClr val="lt1">
              <a:lumMod val="75000"/>
            </a:schemeClr>
          </a:solidFill>
          <a:ln w="0">
            <a:noFill/>
          </a:ln>
        </p:spPr>
        <p:txBody>
          <a:bodyPr lIns="90000" rIns="90000" tIns="45000" bIns="45000" anchor="t">
            <a:noAutofit/>
          </a:bodyPr>
          <a:p>
            <a:pPr marL="228600" indent="0" defTabSz="457200">
              <a:lnSpc>
                <a:spcPct val="100000"/>
              </a:lnSpc>
              <a:spcBef>
                <a:spcPts val="1001"/>
              </a:spcBef>
              <a:buNone/>
              <a:tabLst>
                <a:tab algn="l" pos="0"/>
              </a:tabLst>
            </a:pPr>
            <a:r>
              <a:rPr b="0" lang="en-US" sz="3200" strike="noStrike" u="none">
                <a:solidFill>
                  <a:schemeClr val="dk1"/>
                </a:solidFill>
                <a:effectLst/>
                <a:uFillTx/>
                <a:latin typeface="Corbel"/>
              </a:rPr>
              <a:t>Click icon to add picture</a:t>
            </a:r>
            <a:endParaRPr b="0" lang="en-US" sz="3200" strike="noStrike" u="none">
              <a:solidFill>
                <a:srgbClr val="000000"/>
              </a:solidFill>
              <a:effectLst/>
              <a:uFillTx/>
              <a:latin typeface="Arial"/>
            </a:endParaRPr>
          </a:p>
        </p:txBody>
      </p:sp>
      <p:sp>
        <p:nvSpPr>
          <p:cNvPr id="155" name="PlaceHolder 2"/>
          <p:cNvSpPr>
            <a:spLocks noGrp="1"/>
          </p:cNvSpPr>
          <p:nvPr>
            <p:ph type="dt" idx="37"/>
          </p:nvPr>
        </p:nvSpPr>
        <p:spPr>
          <a:xfrm>
            <a:off x="262440" y="6356520"/>
            <a:ext cx="274212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dk1">
                    <a:lumMod val="50000"/>
                    <a:lumOff val="50000"/>
                  </a:schemeClr>
                </a:solidFill>
                <a:effectLst/>
                <a:uFillTx/>
                <a:latin typeface="Arial"/>
              </a:defRPr>
            </a:lvl1pPr>
          </a:lstStyle>
          <a:p>
            <a:pPr indent="0" defTabSz="457200">
              <a:lnSpc>
                <a:spcPct val="100000"/>
              </a:lnSpc>
              <a:buNone/>
              <a:tabLst>
                <a:tab algn="l" pos="0"/>
              </a:tabLst>
            </a:pPr>
            <a:r>
              <a:rPr b="0" lang="en-US" sz="1100" strike="noStrike" u="none">
                <a:solidFill>
                  <a:schemeClr val="dk1">
                    <a:lumMod val="50000"/>
                    <a:lumOff val="50000"/>
                  </a:schemeClr>
                </a:solidFill>
                <a:effectLst/>
                <a:uFillTx/>
                <a:latin typeface="Arial"/>
              </a:rPr>
              <a:t>&lt;date/time&gt;</a:t>
            </a:r>
            <a:endParaRPr b="0" lang="en-US" sz="1100" strike="noStrike" u="none">
              <a:solidFill>
                <a:srgbClr val="000000"/>
              </a:solidFill>
              <a:effectLst/>
              <a:uFillTx/>
              <a:latin typeface="Times New Roman"/>
            </a:endParaRPr>
          </a:p>
        </p:txBody>
      </p:sp>
      <p:sp>
        <p:nvSpPr>
          <p:cNvPr id="156" name="PlaceHolder 3"/>
          <p:cNvSpPr>
            <a:spLocks noGrp="1"/>
          </p:cNvSpPr>
          <p:nvPr>
            <p:ph type="body"/>
          </p:nvPr>
        </p:nvSpPr>
        <p:spPr>
          <a:xfrm>
            <a:off x="255960" y="2544480"/>
            <a:ext cx="2833560" cy="3270600"/>
          </a:xfrm>
          <a:prstGeom prst="rect">
            <a:avLst/>
          </a:prstGeom>
          <a:noFill/>
          <a:ln w="0">
            <a:noFill/>
          </a:ln>
        </p:spPr>
        <p:txBody>
          <a:bodyPr lIns="91440" rIns="91440" tIns="45720" bIns="45720" anchor="t">
            <a:normAutofit/>
          </a:bodyPr>
          <a:p>
            <a:pPr marL="228600" indent="0" defTabSz="914400">
              <a:lnSpc>
                <a:spcPct val="100000"/>
              </a:lnSpc>
              <a:spcBef>
                <a:spcPts val="1199"/>
              </a:spcBef>
              <a:buNone/>
              <a:tabLst>
                <a:tab algn="l" pos="0"/>
              </a:tabLst>
            </a:pPr>
            <a:r>
              <a:rPr b="0" lang="en-US" sz="2200" strike="noStrike" u="none">
                <a:solidFill>
                  <a:srgbClr val="ffffff"/>
                </a:solidFill>
                <a:effectLst/>
                <a:uFillTx/>
                <a:latin typeface="Arial"/>
              </a:rPr>
              <a:t>Edit Master text styles</a:t>
            </a:r>
            <a:endParaRPr b="0" lang="en-US" sz="2200" strike="noStrike" u="none">
              <a:solidFill>
                <a:srgbClr val="000000"/>
              </a:solidFill>
              <a:effectLst/>
              <a:uFillTx/>
              <a:latin typeface="Arial"/>
            </a:endParaRPr>
          </a:p>
        </p:txBody>
      </p:sp>
      <p:sp>
        <p:nvSpPr>
          <p:cNvPr id="157" name="PlaceHolder 4"/>
          <p:cNvSpPr>
            <a:spLocks noGrp="1"/>
          </p:cNvSpPr>
          <p:nvPr>
            <p:ph type="title"/>
          </p:nvPr>
        </p:nvSpPr>
        <p:spPr>
          <a:xfrm>
            <a:off x="255960" y="254520"/>
            <a:ext cx="2833560" cy="2121840"/>
          </a:xfrm>
          <a:prstGeom prst="rect">
            <a:avLst/>
          </a:prstGeom>
          <a:noFill/>
          <a:ln w="0">
            <a:noFill/>
          </a:ln>
        </p:spPr>
        <p:txBody>
          <a:bodyPr lIns="91440" rIns="91440" tIns="45720" bIns="45720" anchor="b">
            <a:normAutofit/>
          </a:bodyPr>
          <a:p>
            <a:pPr indent="0" defTabSz="914400">
              <a:lnSpc>
                <a:spcPct val="90000"/>
              </a:lnSpc>
              <a:buNone/>
              <a:tabLst>
                <a:tab algn="l" pos="0"/>
              </a:tabLst>
            </a:pPr>
            <a:r>
              <a:rPr b="0" lang="en-US" sz="3600" spc="-60" strike="noStrike" u="none">
                <a:solidFill>
                  <a:srgbClr val="ffffff"/>
                </a:solidFill>
                <a:effectLst/>
                <a:uFillTx/>
                <a:latin typeface="Arial"/>
              </a:rPr>
              <a:t>Click to edit Master title style</a:t>
            </a:r>
            <a:endParaRPr b="0" lang="en-US" sz="3600" strike="noStrike" u="none">
              <a:solidFill>
                <a:srgbClr val="000000"/>
              </a:solidFill>
              <a:effectLst/>
              <a:uFillTx/>
              <a:latin typeface="Arial"/>
            </a:endParaRPr>
          </a:p>
        </p:txBody>
      </p:sp>
      <p:sp>
        <p:nvSpPr>
          <p:cNvPr id="158" name="PlaceHolder 5"/>
          <p:cNvSpPr>
            <a:spLocks noGrp="1"/>
          </p:cNvSpPr>
          <p:nvPr>
            <p:ph type="ftr" idx="38"/>
          </p:nvPr>
        </p:nvSpPr>
        <p:spPr>
          <a:xfrm>
            <a:off x="3499200" y="6356520"/>
            <a:ext cx="591048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accent1"/>
                </a:solidFill>
                <a:effectLst/>
                <a:uFillTx/>
                <a:latin typeface="Arial"/>
              </a:defRPr>
            </a:lvl1pPr>
          </a:lstStyle>
          <a:p>
            <a:pPr indent="0" defTabSz="457200">
              <a:lnSpc>
                <a:spcPct val="100000"/>
              </a:lnSpc>
              <a:buNone/>
              <a:tabLst>
                <a:tab algn="l" pos="0"/>
              </a:tabLst>
            </a:pPr>
            <a:r>
              <a:rPr b="0" lang="en-US" sz="1100" strike="noStrike" u="none">
                <a:solidFill>
                  <a:schemeClr val="accent1"/>
                </a:solidFill>
                <a:effectLst/>
                <a:uFillTx/>
                <a:latin typeface="Arial"/>
              </a:rPr>
              <a:t>&lt;footer&gt;</a:t>
            </a:r>
            <a:endParaRPr b="0" lang="en-US" sz="1100" strike="noStrike" u="none">
              <a:solidFill>
                <a:srgbClr val="000000"/>
              </a:solidFill>
              <a:effectLst/>
              <a:uFillTx/>
              <a:latin typeface="Times New Roman"/>
            </a:endParaRPr>
          </a:p>
        </p:txBody>
      </p:sp>
      <p:sp>
        <p:nvSpPr>
          <p:cNvPr id="159" name="PlaceHolder 6"/>
          <p:cNvSpPr>
            <a:spLocks noGrp="1"/>
          </p:cNvSpPr>
          <p:nvPr>
            <p:ph type="sldNum" idx="39"/>
          </p:nvPr>
        </p:nvSpPr>
        <p:spPr>
          <a:xfrm>
            <a:off x="10634040" y="6356520"/>
            <a:ext cx="15300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1" lang="en-US" sz="1200" strike="noStrike" u="none">
                <a:solidFill>
                  <a:schemeClr val="accent1"/>
                </a:solidFill>
                <a:effectLst/>
                <a:uFillTx/>
                <a:latin typeface="Arial"/>
              </a:defRPr>
            </a:lvl1pPr>
          </a:lstStyle>
          <a:p>
            <a:pPr indent="0" algn="r" defTabSz="457200">
              <a:lnSpc>
                <a:spcPct val="100000"/>
              </a:lnSpc>
              <a:buNone/>
              <a:tabLst>
                <a:tab algn="l" pos="0"/>
              </a:tabLst>
            </a:pPr>
            <a:fld id="{780CCF0B-64E7-4F49-A486-3B332EAB92ED}" type="slidenum">
              <a:rPr b="1" lang="en-US" sz="1200" strike="noStrike" u="none">
                <a:solidFill>
                  <a:schemeClr val="accent1"/>
                </a:solidFill>
                <a:effectLst/>
                <a:uFillTx/>
                <a:latin typeface="Arial"/>
              </a:rPr>
              <a:t>&lt;number&gt;</a:t>
            </a:fld>
            <a:endParaRPr b="0" lang="en-US" sz="1200" strike="noStrike" u="none">
              <a:solidFill>
                <a:srgbClr val="000000"/>
              </a:solidFill>
              <a:effectLst/>
              <a:uFillTx/>
              <a:latin typeface="Times New Roman"/>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Comparison">
    <p:bg>
      <p:bgPr>
        <a:solidFill>
          <a:srgbClr val="ffffff"/>
        </a:solidFill>
      </p:bgPr>
    </p:bg>
    <p:spTree>
      <p:nvGrpSpPr>
        <p:cNvPr id="1" name=""/>
        <p:cNvGrpSpPr/>
        <p:nvPr/>
      </p:nvGrpSpPr>
      <p:grpSpPr>
        <a:xfrm>
          <a:off x="0" y="0"/>
          <a:ext cx="0" cy="0"/>
          <a:chOff x="0" y="0"/>
          <a:chExt cx="0" cy="0"/>
        </a:xfrm>
      </p:grpSpPr>
      <p:sp>
        <p:nvSpPr>
          <p:cNvPr id="160" name="Rectangle 6"/>
          <p:cNvSpPr/>
          <p:nvPr/>
        </p:nvSpPr>
        <p:spPr>
          <a:xfrm>
            <a:off x="0" y="0"/>
            <a:ext cx="3442680" cy="60886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914400">
              <a:lnSpc>
                <a:spcPct val="100000"/>
              </a:lnSpc>
            </a:pPr>
            <a:endParaRPr b="0" lang="en-US" sz="1800" strike="noStrike" u="none">
              <a:solidFill>
                <a:schemeClr val="lt1"/>
              </a:solidFill>
              <a:effectLst/>
              <a:uFillTx/>
              <a:latin typeface="Arial"/>
            </a:endParaRPr>
          </a:p>
        </p:txBody>
      </p:sp>
      <p:sp>
        <p:nvSpPr>
          <p:cNvPr id="161" name="Rectangle 37"/>
          <p:cNvSpPr/>
          <p:nvPr/>
        </p:nvSpPr>
        <p:spPr>
          <a:xfrm>
            <a:off x="11815920" y="0"/>
            <a:ext cx="383040" cy="608868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914400">
              <a:lnSpc>
                <a:spcPct val="100000"/>
              </a:lnSpc>
            </a:pPr>
            <a:endParaRPr b="0" lang="en-US" sz="1800" strike="noStrike" u="none">
              <a:solidFill>
                <a:schemeClr val="lt1"/>
              </a:solidFill>
              <a:effectLst/>
              <a:uFillTx/>
              <a:latin typeface="Corbel"/>
            </a:endParaRPr>
          </a:p>
        </p:txBody>
      </p:sp>
      <p:sp>
        <p:nvSpPr>
          <p:cNvPr id="162" name="PlaceHolder 1"/>
          <p:cNvSpPr>
            <a:spLocks noGrp="1"/>
          </p:cNvSpPr>
          <p:nvPr>
            <p:ph type="body"/>
          </p:nvPr>
        </p:nvSpPr>
        <p:spPr>
          <a:xfrm>
            <a:off x="7818480" y="5748480"/>
            <a:ext cx="3473640" cy="36396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(right)</a:t>
            </a:r>
            <a:endParaRPr b="0" lang="en-US" sz="700" strike="noStrike" u="none">
              <a:solidFill>
                <a:srgbClr val="000000"/>
              </a:solidFill>
              <a:effectLst/>
              <a:uFillTx/>
              <a:latin typeface="Arial"/>
            </a:endParaRPr>
          </a:p>
        </p:txBody>
      </p:sp>
      <p:sp>
        <p:nvSpPr>
          <p:cNvPr id="163" name="PlaceHolder 2"/>
          <p:cNvSpPr>
            <a:spLocks noGrp="1"/>
          </p:cNvSpPr>
          <p:nvPr>
            <p:ph type="body"/>
          </p:nvPr>
        </p:nvSpPr>
        <p:spPr>
          <a:xfrm>
            <a:off x="7818480" y="1224360"/>
            <a:ext cx="3473640" cy="4373280"/>
          </a:xfrm>
          <a:prstGeom prst="rect">
            <a:avLst/>
          </a:prstGeom>
          <a:noFill/>
          <a:ln w="0">
            <a:noFill/>
          </a:ln>
        </p:spPr>
        <p:txBody>
          <a:bodyPr lIns="91440" rIns="91440" tIns="45720" bIns="45720" anchor="t">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a:t>
            </a:r>
            <a:r>
              <a:rPr b="0" lang="en-US" sz="2000" strike="noStrike" u="none">
                <a:solidFill>
                  <a:schemeClr val="dk1">
                    <a:lumMod val="65000"/>
                    <a:lumOff val="35000"/>
                  </a:schemeClr>
                </a:solidFill>
                <a:effectLst/>
                <a:uFillTx/>
                <a:latin typeface="Arial"/>
              </a:rPr>
              <a:t>styles (right)</a:t>
            </a:r>
            <a:endParaRPr b="0" lang="en-US" sz="2000" strike="noStrike" u="none">
              <a:solidFill>
                <a:srgbClr val="000000"/>
              </a:solidFill>
              <a:effectLst/>
              <a:uFillTx/>
              <a:latin typeface="Aria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rgbClr val="000000"/>
              </a:solidFill>
              <a:effectLst/>
              <a:uFillTx/>
              <a:latin typeface="Aria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rgbClr val="000000"/>
              </a:solidFill>
              <a:effectLst/>
              <a:uFillTx/>
              <a:latin typeface="Aria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rgbClr val="000000"/>
              </a:solidFill>
              <a:effectLst/>
              <a:uFillTx/>
              <a:latin typeface="Aria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rgbClr val="000000"/>
              </a:solidFill>
              <a:effectLst/>
              <a:uFillTx/>
              <a:latin typeface="Arial"/>
            </a:endParaRPr>
          </a:p>
        </p:txBody>
      </p:sp>
      <p:sp>
        <p:nvSpPr>
          <p:cNvPr id="164" name="PlaceHolder 3"/>
          <p:cNvSpPr>
            <a:spLocks noGrp="1"/>
          </p:cNvSpPr>
          <p:nvPr>
            <p:ph type="body"/>
          </p:nvPr>
        </p:nvSpPr>
        <p:spPr>
          <a:xfrm>
            <a:off x="7818480" y="261720"/>
            <a:ext cx="3473640" cy="812160"/>
          </a:xfrm>
          <a:prstGeom prst="rect">
            <a:avLst/>
          </a:prstGeom>
          <a:noFill/>
          <a:ln w="0">
            <a:noFill/>
          </a:ln>
        </p:spPr>
        <p:txBody>
          <a:bodyPr lIns="91440" rIns="91440" tIns="45720" bIns="45720" anchor="t">
            <a:normAutofit/>
          </a:bodyPr>
          <a:p>
            <a:pPr marL="228600" indent="0" defTabSz="914400">
              <a:lnSpc>
                <a:spcPct val="90000"/>
              </a:lnSpc>
              <a:spcBef>
                <a:spcPts val="1001"/>
              </a:spcBef>
              <a:buNone/>
              <a:tabLst>
                <a:tab algn="l" pos="0"/>
              </a:tabLst>
            </a:pPr>
            <a:r>
              <a:rPr b="1" lang="en-US" sz="2400" strike="noStrike" u="none">
                <a:solidFill>
                  <a:schemeClr val="dk1">
                    <a:lumMod val="65000"/>
                    <a:lumOff val="35000"/>
                  </a:schemeClr>
                </a:solidFill>
                <a:effectLst/>
                <a:uFillTx/>
                <a:latin typeface="Arial"/>
              </a:rPr>
              <a:t>Click to edit Master </a:t>
            </a:r>
            <a:r>
              <a:rPr b="1" lang="en-US" sz="2400" strike="noStrike" u="none">
                <a:solidFill>
                  <a:schemeClr val="dk1">
                    <a:lumMod val="65000"/>
                    <a:lumOff val="35000"/>
                  </a:schemeClr>
                </a:solidFill>
                <a:effectLst/>
                <a:uFillTx/>
                <a:latin typeface="Arial"/>
              </a:rPr>
              <a:t>text styles (right)</a:t>
            </a:r>
            <a:endParaRPr b="0" lang="en-US" sz="2400" strike="noStrike" u="none">
              <a:solidFill>
                <a:srgbClr val="000000"/>
              </a:solidFill>
              <a:effectLst/>
              <a:uFillTx/>
              <a:latin typeface="Arial"/>
            </a:endParaRPr>
          </a:p>
        </p:txBody>
      </p:sp>
      <p:sp>
        <p:nvSpPr>
          <p:cNvPr id="165" name="PlaceHolder 4"/>
          <p:cNvSpPr>
            <a:spLocks noGrp="1"/>
          </p:cNvSpPr>
          <p:nvPr>
            <p:ph type="body"/>
          </p:nvPr>
        </p:nvSpPr>
        <p:spPr>
          <a:xfrm>
            <a:off x="3858840" y="5748480"/>
            <a:ext cx="3473640" cy="36396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(left)</a:t>
            </a:r>
            <a:endParaRPr b="0" lang="en-US" sz="700" strike="noStrike" u="none">
              <a:solidFill>
                <a:srgbClr val="000000"/>
              </a:solidFill>
              <a:effectLst/>
              <a:uFillTx/>
              <a:latin typeface="Arial"/>
            </a:endParaRPr>
          </a:p>
        </p:txBody>
      </p:sp>
      <p:sp>
        <p:nvSpPr>
          <p:cNvPr id="166" name="PlaceHolder 5"/>
          <p:cNvSpPr>
            <a:spLocks noGrp="1"/>
          </p:cNvSpPr>
          <p:nvPr>
            <p:ph type="body"/>
          </p:nvPr>
        </p:nvSpPr>
        <p:spPr>
          <a:xfrm>
            <a:off x="3867840" y="1224360"/>
            <a:ext cx="3473640" cy="4373280"/>
          </a:xfrm>
          <a:prstGeom prst="rect">
            <a:avLst/>
          </a:prstGeom>
          <a:noFill/>
          <a:ln w="0">
            <a:noFill/>
          </a:ln>
        </p:spPr>
        <p:txBody>
          <a:bodyPr lIns="91440" rIns="91440" tIns="45720" bIns="45720" anchor="t">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a:t>
            </a:r>
            <a:r>
              <a:rPr b="0" lang="en-US" sz="2000" strike="noStrike" u="none">
                <a:solidFill>
                  <a:schemeClr val="dk1">
                    <a:lumMod val="65000"/>
                    <a:lumOff val="35000"/>
                  </a:schemeClr>
                </a:solidFill>
                <a:effectLst/>
                <a:uFillTx/>
                <a:latin typeface="Arial"/>
              </a:rPr>
              <a:t>styles (left)</a:t>
            </a:r>
            <a:endParaRPr b="0" lang="en-US" sz="2000" strike="noStrike" u="none">
              <a:solidFill>
                <a:srgbClr val="000000"/>
              </a:solidFill>
              <a:effectLst/>
              <a:uFillTx/>
              <a:latin typeface="Aria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rgbClr val="000000"/>
              </a:solidFill>
              <a:effectLst/>
              <a:uFillTx/>
              <a:latin typeface="Aria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rgbClr val="000000"/>
              </a:solidFill>
              <a:effectLst/>
              <a:uFillTx/>
              <a:latin typeface="Aria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rgbClr val="000000"/>
              </a:solidFill>
              <a:effectLst/>
              <a:uFillTx/>
              <a:latin typeface="Aria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rgbClr val="000000"/>
              </a:solidFill>
              <a:effectLst/>
              <a:uFillTx/>
              <a:latin typeface="Arial"/>
            </a:endParaRPr>
          </a:p>
        </p:txBody>
      </p:sp>
      <p:sp>
        <p:nvSpPr>
          <p:cNvPr id="167" name="PlaceHolder 6"/>
          <p:cNvSpPr>
            <a:spLocks noGrp="1"/>
          </p:cNvSpPr>
          <p:nvPr>
            <p:ph type="body"/>
          </p:nvPr>
        </p:nvSpPr>
        <p:spPr>
          <a:xfrm>
            <a:off x="3867840" y="254520"/>
            <a:ext cx="3473640" cy="806760"/>
          </a:xfrm>
          <a:prstGeom prst="rect">
            <a:avLst/>
          </a:prstGeom>
          <a:noFill/>
          <a:ln w="0">
            <a:noFill/>
          </a:ln>
        </p:spPr>
        <p:txBody>
          <a:bodyPr lIns="91440" rIns="91440" tIns="45720" bIns="45720" anchor="t">
            <a:normAutofit/>
          </a:bodyPr>
          <a:p>
            <a:pPr marL="228600" indent="0" defTabSz="914400">
              <a:lnSpc>
                <a:spcPct val="90000"/>
              </a:lnSpc>
              <a:spcBef>
                <a:spcPts val="1001"/>
              </a:spcBef>
              <a:buNone/>
              <a:tabLst>
                <a:tab algn="l" pos="0"/>
              </a:tabLst>
            </a:pPr>
            <a:r>
              <a:rPr b="1" lang="en-US" sz="2400" strike="noStrike" u="none">
                <a:solidFill>
                  <a:schemeClr val="dk1">
                    <a:lumMod val="65000"/>
                    <a:lumOff val="35000"/>
                  </a:schemeClr>
                </a:solidFill>
                <a:effectLst/>
                <a:uFillTx/>
                <a:latin typeface="Arial"/>
              </a:rPr>
              <a:t>Click to edit Master text styles (left)</a:t>
            </a:r>
            <a:endParaRPr b="0" lang="en-US" sz="2400" strike="noStrike" u="none">
              <a:solidFill>
                <a:srgbClr val="000000"/>
              </a:solidFill>
              <a:effectLst/>
              <a:uFillTx/>
              <a:latin typeface="Arial"/>
            </a:endParaRPr>
          </a:p>
        </p:txBody>
      </p:sp>
      <p:sp>
        <p:nvSpPr>
          <p:cNvPr id="168" name="PlaceHolder 7"/>
          <p:cNvSpPr>
            <a:spLocks noGrp="1"/>
          </p:cNvSpPr>
          <p:nvPr>
            <p:ph type="body"/>
          </p:nvPr>
        </p:nvSpPr>
        <p:spPr>
          <a:xfrm>
            <a:off x="255960" y="2544480"/>
            <a:ext cx="2833560" cy="3270600"/>
          </a:xfrm>
          <a:prstGeom prst="rect">
            <a:avLst/>
          </a:prstGeom>
          <a:noFill/>
          <a:ln w="0">
            <a:noFill/>
          </a:ln>
        </p:spPr>
        <p:txBody>
          <a:bodyPr lIns="91440" rIns="91440" tIns="45720" bIns="45720" anchor="t">
            <a:normAutofit/>
          </a:bodyPr>
          <a:p>
            <a:pPr marL="228600" indent="0" defTabSz="914400">
              <a:lnSpc>
                <a:spcPct val="100000"/>
              </a:lnSpc>
              <a:spcBef>
                <a:spcPts val="1199"/>
              </a:spcBef>
              <a:buNone/>
              <a:tabLst>
                <a:tab algn="l" pos="0"/>
              </a:tabLst>
            </a:pPr>
            <a:r>
              <a:rPr b="0" lang="en-US" sz="2200" strike="noStrike" u="none">
                <a:solidFill>
                  <a:srgbClr val="ffffff"/>
                </a:solidFill>
                <a:effectLst/>
                <a:uFillTx/>
                <a:latin typeface="Arial"/>
              </a:rPr>
              <a:t>Edit Master text styles</a:t>
            </a:r>
            <a:endParaRPr b="0" lang="en-US" sz="2200" strike="noStrike" u="none">
              <a:solidFill>
                <a:srgbClr val="000000"/>
              </a:solidFill>
              <a:effectLst/>
              <a:uFillTx/>
              <a:latin typeface="Arial"/>
            </a:endParaRPr>
          </a:p>
        </p:txBody>
      </p:sp>
      <p:sp>
        <p:nvSpPr>
          <p:cNvPr id="169" name="PlaceHolder 8"/>
          <p:cNvSpPr>
            <a:spLocks noGrp="1"/>
          </p:cNvSpPr>
          <p:nvPr>
            <p:ph type="title"/>
          </p:nvPr>
        </p:nvSpPr>
        <p:spPr>
          <a:xfrm>
            <a:off x="255960" y="254520"/>
            <a:ext cx="2833560" cy="2121840"/>
          </a:xfrm>
          <a:prstGeom prst="rect">
            <a:avLst/>
          </a:prstGeom>
          <a:noFill/>
          <a:ln w="0">
            <a:noFill/>
          </a:ln>
        </p:spPr>
        <p:txBody>
          <a:bodyPr lIns="91440" rIns="91440" tIns="45720" bIns="45720" anchor="b">
            <a:normAutofit/>
          </a:bodyPr>
          <a:p>
            <a:pPr indent="0" defTabSz="914400">
              <a:lnSpc>
                <a:spcPct val="90000"/>
              </a:lnSpc>
              <a:buNone/>
              <a:tabLst>
                <a:tab algn="l" pos="0"/>
              </a:tabLst>
            </a:pPr>
            <a:r>
              <a:rPr b="0" lang="en-US" sz="3600" spc="-60" strike="noStrike" u="none">
                <a:solidFill>
                  <a:srgbClr val="ffffff"/>
                </a:solidFill>
                <a:effectLst/>
                <a:uFillTx/>
                <a:latin typeface="Arial"/>
              </a:rPr>
              <a:t>Click to edit Master title style</a:t>
            </a:r>
            <a:endParaRPr b="0" lang="en-US" sz="3600" strike="noStrike" u="none">
              <a:solidFill>
                <a:srgbClr val="000000"/>
              </a:solidFill>
              <a:effectLst/>
              <a:uFillTx/>
              <a:latin typeface="Arial"/>
            </a:endParaRPr>
          </a:p>
        </p:txBody>
      </p:sp>
      <p:sp>
        <p:nvSpPr>
          <p:cNvPr id="170" name="PlaceHolder 9"/>
          <p:cNvSpPr>
            <a:spLocks noGrp="1"/>
          </p:cNvSpPr>
          <p:nvPr>
            <p:ph type="dt" idx="40"/>
          </p:nvPr>
        </p:nvSpPr>
        <p:spPr>
          <a:xfrm>
            <a:off x="262440" y="6356520"/>
            <a:ext cx="274212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dk1">
                    <a:lumMod val="50000"/>
                    <a:lumOff val="50000"/>
                  </a:schemeClr>
                </a:solidFill>
                <a:effectLst/>
                <a:uFillTx/>
                <a:latin typeface="Arial"/>
              </a:defRPr>
            </a:lvl1pPr>
          </a:lstStyle>
          <a:p>
            <a:pPr indent="0" defTabSz="457200">
              <a:lnSpc>
                <a:spcPct val="100000"/>
              </a:lnSpc>
              <a:buNone/>
              <a:tabLst>
                <a:tab algn="l" pos="0"/>
              </a:tabLst>
            </a:pPr>
            <a:r>
              <a:rPr b="0" lang="en-US" sz="1100" strike="noStrike" u="none">
                <a:solidFill>
                  <a:schemeClr val="dk1">
                    <a:lumMod val="50000"/>
                    <a:lumOff val="50000"/>
                  </a:schemeClr>
                </a:solidFill>
                <a:effectLst/>
                <a:uFillTx/>
                <a:latin typeface="Arial"/>
              </a:rPr>
              <a:t>&lt;date/time&gt;</a:t>
            </a:r>
            <a:endParaRPr b="0" lang="en-US" sz="1100" strike="noStrike" u="none">
              <a:solidFill>
                <a:srgbClr val="000000"/>
              </a:solidFill>
              <a:effectLst/>
              <a:uFillTx/>
              <a:latin typeface="Times New Roman"/>
            </a:endParaRPr>
          </a:p>
        </p:txBody>
      </p:sp>
      <p:sp>
        <p:nvSpPr>
          <p:cNvPr id="171" name="PlaceHolder 10"/>
          <p:cNvSpPr>
            <a:spLocks noGrp="1"/>
          </p:cNvSpPr>
          <p:nvPr>
            <p:ph type="ftr" idx="41"/>
          </p:nvPr>
        </p:nvSpPr>
        <p:spPr>
          <a:xfrm>
            <a:off x="3869280" y="6356520"/>
            <a:ext cx="591048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accent1"/>
                </a:solidFill>
                <a:effectLst/>
                <a:uFillTx/>
                <a:latin typeface="Arial"/>
              </a:defRPr>
            </a:lvl1pPr>
          </a:lstStyle>
          <a:p>
            <a:pPr indent="0" defTabSz="457200">
              <a:lnSpc>
                <a:spcPct val="100000"/>
              </a:lnSpc>
              <a:buNone/>
              <a:tabLst>
                <a:tab algn="l" pos="0"/>
              </a:tabLst>
            </a:pPr>
            <a:r>
              <a:rPr b="0" lang="en-US" sz="1100" strike="noStrike" u="none">
                <a:solidFill>
                  <a:schemeClr val="accent1"/>
                </a:solidFill>
                <a:effectLst/>
                <a:uFillTx/>
                <a:latin typeface="Arial"/>
              </a:rPr>
              <a:t>&lt;footer&gt;</a:t>
            </a:r>
            <a:endParaRPr b="0" lang="en-US" sz="1100" strike="noStrike" u="none">
              <a:solidFill>
                <a:srgbClr val="000000"/>
              </a:solidFill>
              <a:effectLst/>
              <a:uFillTx/>
              <a:latin typeface="Times New Roman"/>
            </a:endParaRPr>
          </a:p>
        </p:txBody>
      </p:sp>
      <p:sp>
        <p:nvSpPr>
          <p:cNvPr id="172" name="PlaceHolder 11"/>
          <p:cNvSpPr>
            <a:spLocks noGrp="1"/>
          </p:cNvSpPr>
          <p:nvPr>
            <p:ph type="sldNum" idx="42"/>
          </p:nvPr>
        </p:nvSpPr>
        <p:spPr>
          <a:xfrm>
            <a:off x="10634040" y="6356520"/>
            <a:ext cx="15300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1" lang="en-US" sz="1200" strike="noStrike" u="none">
                <a:solidFill>
                  <a:schemeClr val="accent1"/>
                </a:solidFill>
                <a:effectLst/>
                <a:uFillTx/>
                <a:latin typeface="Arial"/>
              </a:defRPr>
            </a:lvl1pPr>
          </a:lstStyle>
          <a:p>
            <a:pPr indent="0" algn="r" defTabSz="457200">
              <a:lnSpc>
                <a:spcPct val="100000"/>
              </a:lnSpc>
              <a:buNone/>
              <a:tabLst>
                <a:tab algn="l" pos="0"/>
              </a:tabLst>
            </a:pPr>
            <a:fld id="{EBF75BAA-B8E9-4E9F-9B1F-6C148F387AFE}" type="slidenum">
              <a:rPr b="1" lang="en-US" sz="1200" strike="noStrike" u="none">
                <a:solidFill>
                  <a:schemeClr val="accent1"/>
                </a:solidFill>
                <a:effectLst/>
                <a:uFillTx/>
                <a:latin typeface="Arial"/>
              </a:rPr>
              <a:t>&lt;number&gt;</a:t>
            </a:fld>
            <a:endParaRPr b="0" lang="en-US" sz="1200" strike="noStrike" u="none">
              <a:solidFill>
                <a:srgbClr val="000000"/>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Title and Content">
    <p:bg>
      <p:bgPr>
        <a:solidFill>
          <a:srgbClr val="ffffff"/>
        </a:solidFill>
      </p:bgPr>
    </p:bg>
    <p:spTree>
      <p:nvGrpSpPr>
        <p:cNvPr id="1" name=""/>
        <p:cNvGrpSpPr/>
        <p:nvPr/>
      </p:nvGrpSpPr>
      <p:grpSpPr>
        <a:xfrm>
          <a:off x="0" y="0"/>
          <a:ext cx="0" cy="0"/>
          <a:chOff x="0" y="0"/>
          <a:chExt cx="0" cy="0"/>
        </a:xfrm>
      </p:grpSpPr>
      <p:sp>
        <p:nvSpPr>
          <p:cNvPr id="173" name="Rectangle 6"/>
          <p:cNvSpPr/>
          <p:nvPr/>
        </p:nvSpPr>
        <p:spPr>
          <a:xfrm>
            <a:off x="0" y="0"/>
            <a:ext cx="3442680" cy="60886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914400">
              <a:lnSpc>
                <a:spcPct val="100000"/>
              </a:lnSpc>
            </a:pPr>
            <a:endParaRPr b="0" lang="en-US" sz="1800" strike="noStrike" u="none">
              <a:solidFill>
                <a:schemeClr val="lt1"/>
              </a:solidFill>
              <a:effectLst/>
              <a:uFillTx/>
              <a:latin typeface="Arial"/>
            </a:endParaRPr>
          </a:p>
        </p:txBody>
      </p:sp>
      <p:sp>
        <p:nvSpPr>
          <p:cNvPr id="174" name="Rectangle 37"/>
          <p:cNvSpPr/>
          <p:nvPr/>
        </p:nvSpPr>
        <p:spPr>
          <a:xfrm>
            <a:off x="11815920" y="0"/>
            <a:ext cx="383040" cy="608868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914400">
              <a:lnSpc>
                <a:spcPct val="100000"/>
              </a:lnSpc>
            </a:pPr>
            <a:endParaRPr b="0" lang="en-US" sz="1800" strike="noStrike" u="none">
              <a:solidFill>
                <a:schemeClr val="lt1"/>
              </a:solidFill>
              <a:effectLst/>
              <a:uFillTx/>
              <a:latin typeface="Corbel"/>
            </a:endParaRPr>
          </a:p>
        </p:txBody>
      </p:sp>
      <p:sp>
        <p:nvSpPr>
          <p:cNvPr id="175" name="PlaceHolder 1"/>
          <p:cNvSpPr>
            <a:spLocks noGrp="1"/>
          </p:cNvSpPr>
          <p:nvPr>
            <p:ph type="title"/>
          </p:nvPr>
        </p:nvSpPr>
        <p:spPr>
          <a:xfrm>
            <a:off x="253080" y="254520"/>
            <a:ext cx="2946240" cy="546948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3600" spc="-60" strike="noStrike" u="none">
                <a:solidFill>
                  <a:srgbClr val="ffffff"/>
                </a:solidFill>
                <a:effectLst/>
                <a:uFillTx/>
                <a:latin typeface="Arial"/>
              </a:rPr>
              <a:t>Click to edit Master title style</a:t>
            </a:r>
            <a:endParaRPr b="0" lang="en-US" sz="3600" strike="noStrike" u="none">
              <a:solidFill>
                <a:srgbClr val="000000"/>
              </a:solidFill>
              <a:effectLst/>
              <a:uFillTx/>
              <a:latin typeface="Arial"/>
            </a:endParaRPr>
          </a:p>
        </p:txBody>
      </p:sp>
      <p:sp>
        <p:nvSpPr>
          <p:cNvPr id="176" name="PlaceHolder 2"/>
          <p:cNvSpPr>
            <a:spLocks noGrp="1"/>
          </p:cNvSpPr>
          <p:nvPr>
            <p:ph type="body"/>
          </p:nvPr>
        </p:nvSpPr>
        <p:spPr>
          <a:xfrm>
            <a:off x="3869280" y="254520"/>
            <a:ext cx="7314120" cy="5353920"/>
          </a:xfrm>
          <a:prstGeom prst="rect">
            <a:avLst/>
          </a:prstGeom>
          <a:noFill/>
          <a:ln w="0">
            <a:noFill/>
          </a:ln>
        </p:spPr>
        <p:txBody>
          <a:bodyPr lIns="91440" rIns="91440" tIns="45720" bIns="45720" anchor="ctr">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Edit Master text styles</a:t>
            </a:r>
            <a:endParaRPr b="0" lang="en-US" sz="2000" strike="noStrike" u="none">
              <a:solidFill>
                <a:srgbClr val="000000"/>
              </a:solidFill>
              <a:effectLst/>
              <a:uFillTx/>
              <a:latin typeface="Aria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rgbClr val="000000"/>
              </a:solidFill>
              <a:effectLst/>
              <a:uFillTx/>
              <a:latin typeface="Aria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rgbClr val="000000"/>
              </a:solidFill>
              <a:effectLst/>
              <a:uFillTx/>
              <a:latin typeface="Aria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rgbClr val="000000"/>
              </a:solidFill>
              <a:effectLst/>
              <a:uFillTx/>
              <a:latin typeface="Aria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rgbClr val="000000"/>
              </a:solidFill>
              <a:effectLst/>
              <a:uFillTx/>
              <a:latin typeface="Arial"/>
            </a:endParaRPr>
          </a:p>
        </p:txBody>
      </p:sp>
      <p:sp>
        <p:nvSpPr>
          <p:cNvPr id="177" name="PlaceHolder 3"/>
          <p:cNvSpPr>
            <a:spLocks noGrp="1"/>
          </p:cNvSpPr>
          <p:nvPr>
            <p:ph type="dt" idx="43"/>
          </p:nvPr>
        </p:nvSpPr>
        <p:spPr>
          <a:xfrm>
            <a:off x="262440" y="6356520"/>
            <a:ext cx="274212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dk1">
                    <a:lumMod val="50000"/>
                    <a:lumOff val="50000"/>
                  </a:schemeClr>
                </a:solidFill>
                <a:effectLst/>
                <a:uFillTx/>
                <a:latin typeface="Arial"/>
              </a:defRPr>
            </a:lvl1pPr>
          </a:lstStyle>
          <a:p>
            <a:pPr indent="0" defTabSz="457200">
              <a:lnSpc>
                <a:spcPct val="100000"/>
              </a:lnSpc>
              <a:buNone/>
              <a:tabLst>
                <a:tab algn="l" pos="0"/>
              </a:tabLst>
            </a:pPr>
            <a:r>
              <a:rPr b="0" lang="en-US" sz="1100" strike="noStrike" u="none">
                <a:solidFill>
                  <a:schemeClr val="dk1">
                    <a:lumMod val="50000"/>
                    <a:lumOff val="50000"/>
                  </a:schemeClr>
                </a:solidFill>
                <a:effectLst/>
                <a:uFillTx/>
                <a:latin typeface="Arial"/>
              </a:rPr>
              <a:t>&lt;date/time&gt;</a:t>
            </a:r>
            <a:endParaRPr b="0" lang="en-US" sz="1100" strike="noStrike" u="none">
              <a:solidFill>
                <a:srgbClr val="000000"/>
              </a:solidFill>
              <a:effectLst/>
              <a:uFillTx/>
              <a:latin typeface="Times New Roman"/>
            </a:endParaRPr>
          </a:p>
        </p:txBody>
      </p:sp>
      <p:sp>
        <p:nvSpPr>
          <p:cNvPr id="178" name="PlaceHolder 4"/>
          <p:cNvSpPr>
            <a:spLocks noGrp="1"/>
          </p:cNvSpPr>
          <p:nvPr>
            <p:ph type="ftr" idx="44"/>
          </p:nvPr>
        </p:nvSpPr>
        <p:spPr>
          <a:xfrm>
            <a:off x="3869280" y="6356520"/>
            <a:ext cx="591048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accent1"/>
                </a:solidFill>
                <a:effectLst/>
                <a:uFillTx/>
                <a:latin typeface="Arial"/>
              </a:defRPr>
            </a:lvl1pPr>
          </a:lstStyle>
          <a:p>
            <a:pPr indent="0" defTabSz="457200">
              <a:lnSpc>
                <a:spcPct val="100000"/>
              </a:lnSpc>
              <a:buNone/>
              <a:tabLst>
                <a:tab algn="l" pos="0"/>
              </a:tabLst>
            </a:pPr>
            <a:r>
              <a:rPr b="0" lang="en-US" sz="1100" strike="noStrike" u="none">
                <a:solidFill>
                  <a:schemeClr val="accent1"/>
                </a:solidFill>
                <a:effectLst/>
                <a:uFillTx/>
                <a:latin typeface="Arial"/>
              </a:rPr>
              <a:t>&lt;footer&gt;</a:t>
            </a:r>
            <a:endParaRPr b="0" lang="en-US" sz="1100" strike="noStrike" u="none">
              <a:solidFill>
                <a:srgbClr val="000000"/>
              </a:solidFill>
              <a:effectLst/>
              <a:uFillTx/>
              <a:latin typeface="Times New Roman"/>
            </a:endParaRPr>
          </a:p>
        </p:txBody>
      </p:sp>
      <p:sp>
        <p:nvSpPr>
          <p:cNvPr id="179" name="PlaceHolder 5"/>
          <p:cNvSpPr>
            <a:spLocks noGrp="1"/>
          </p:cNvSpPr>
          <p:nvPr>
            <p:ph type="sldNum" idx="45"/>
          </p:nvPr>
        </p:nvSpPr>
        <p:spPr>
          <a:xfrm>
            <a:off x="10634040" y="6356520"/>
            <a:ext cx="15300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1" lang="en-US" sz="1200" strike="noStrike" u="none">
                <a:solidFill>
                  <a:schemeClr val="accent1"/>
                </a:solidFill>
                <a:effectLst/>
                <a:uFillTx/>
                <a:latin typeface="Arial"/>
              </a:defRPr>
            </a:lvl1pPr>
          </a:lstStyle>
          <a:p>
            <a:pPr indent="0" algn="r" defTabSz="457200">
              <a:lnSpc>
                <a:spcPct val="100000"/>
              </a:lnSpc>
              <a:buNone/>
              <a:tabLst>
                <a:tab algn="l" pos="0"/>
              </a:tabLst>
            </a:pPr>
            <a:fld id="{6D1228D8-92E7-4E11-94BB-C62D2E89E4C9}" type="slidenum">
              <a:rPr b="1" lang="en-US" sz="1200" strike="noStrike" u="none">
                <a:solidFill>
                  <a:schemeClr val="accent1"/>
                </a:solidFill>
                <a:effectLst/>
                <a:uFillTx/>
                <a:latin typeface="Arial"/>
              </a:rPr>
              <a:t>&lt;number&gt;</a:t>
            </a:fld>
            <a:endParaRPr b="0" lang="en-US" sz="1200" strike="noStrike" u="none">
              <a:solidFill>
                <a:srgbClr val="000000"/>
              </a:solidFill>
              <a:effectLst/>
              <a:uFillTx/>
              <a:latin typeface="Times New Roman"/>
            </a:endParaRPr>
          </a:p>
        </p:txBody>
      </p:sp>
      <p:sp>
        <p:nvSpPr>
          <p:cNvPr id="180" name="PlaceHolder 6"/>
          <p:cNvSpPr>
            <a:spLocks noGrp="1"/>
          </p:cNvSpPr>
          <p:nvPr>
            <p:ph type="body"/>
          </p:nvPr>
        </p:nvSpPr>
        <p:spPr>
          <a:xfrm>
            <a:off x="3858840" y="5748480"/>
            <a:ext cx="7324200" cy="36396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(letf)</a:t>
            </a:r>
            <a:endParaRPr b="0" lang="en-US" sz="700" strike="noStrike" u="none">
              <a:solidFill>
                <a:srgbClr val="000000"/>
              </a:solidFill>
              <a:effectLst/>
              <a:uFillTx/>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Figure Palette">
    <p:bg>
      <p:bgPr>
        <a:solidFill>
          <a:srgbClr val="ffffff"/>
        </a:solidFill>
      </p:bgPr>
    </p:bg>
    <p:spTree>
      <p:nvGrpSpPr>
        <p:cNvPr id="1" name=""/>
        <p:cNvGrpSpPr/>
        <p:nvPr/>
      </p:nvGrpSpPr>
      <p:grpSpPr>
        <a:xfrm>
          <a:off x="0" y="0"/>
          <a:ext cx="0" cy="0"/>
          <a:chOff x="0" y="0"/>
          <a:chExt cx="0" cy="0"/>
        </a:xfrm>
      </p:grpSpPr>
      <p:sp>
        <p:nvSpPr>
          <p:cNvPr id="181" name="Rectangle 6"/>
          <p:cNvSpPr/>
          <p:nvPr/>
        </p:nvSpPr>
        <p:spPr>
          <a:xfrm>
            <a:off x="0" y="0"/>
            <a:ext cx="3442680" cy="60886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Arial"/>
            </a:endParaRPr>
          </a:p>
        </p:txBody>
      </p:sp>
      <p:sp>
        <p:nvSpPr>
          <p:cNvPr id="182" name="Rectangle 37"/>
          <p:cNvSpPr/>
          <p:nvPr/>
        </p:nvSpPr>
        <p:spPr>
          <a:xfrm>
            <a:off x="11815920" y="0"/>
            <a:ext cx="383040" cy="608868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Corbel"/>
            </a:endParaRPr>
          </a:p>
        </p:txBody>
      </p:sp>
      <p:sp>
        <p:nvSpPr>
          <p:cNvPr id="183" name="PlaceHolder 1"/>
          <p:cNvSpPr>
            <a:spLocks noGrp="1"/>
          </p:cNvSpPr>
          <p:nvPr>
            <p:ph type="body"/>
          </p:nvPr>
        </p:nvSpPr>
        <p:spPr>
          <a:xfrm>
            <a:off x="255960" y="2544480"/>
            <a:ext cx="2833560" cy="3270600"/>
          </a:xfrm>
          <a:prstGeom prst="rect">
            <a:avLst/>
          </a:prstGeom>
          <a:noFill/>
          <a:ln w="0">
            <a:noFill/>
          </a:ln>
        </p:spPr>
        <p:txBody>
          <a:bodyPr lIns="91440" rIns="91440" tIns="45720" bIns="45720" anchor="t">
            <a:normAutofit/>
          </a:bodyPr>
          <a:p>
            <a:pPr marL="228600" indent="0" defTabSz="914400">
              <a:lnSpc>
                <a:spcPct val="100000"/>
              </a:lnSpc>
              <a:spcBef>
                <a:spcPts val="1199"/>
              </a:spcBef>
              <a:buNone/>
              <a:tabLst>
                <a:tab algn="l" pos="0"/>
              </a:tabLst>
            </a:pPr>
            <a:r>
              <a:rPr b="0" lang="en-US" sz="2200" strike="noStrike" u="none">
                <a:solidFill>
                  <a:srgbClr val="ffffff"/>
                </a:solidFill>
                <a:effectLst/>
                <a:uFillTx/>
                <a:latin typeface="Arial"/>
              </a:rPr>
              <a:t>Edit Master text styles</a:t>
            </a:r>
            <a:endParaRPr b="0" lang="en-US" sz="2200" strike="noStrike" u="none">
              <a:solidFill>
                <a:srgbClr val="000000"/>
              </a:solidFill>
              <a:effectLst/>
              <a:uFillTx/>
              <a:latin typeface="Arial"/>
            </a:endParaRPr>
          </a:p>
        </p:txBody>
      </p:sp>
      <p:sp>
        <p:nvSpPr>
          <p:cNvPr id="184" name="PlaceHolder 2"/>
          <p:cNvSpPr>
            <a:spLocks noGrp="1"/>
          </p:cNvSpPr>
          <p:nvPr>
            <p:ph type="title"/>
          </p:nvPr>
        </p:nvSpPr>
        <p:spPr>
          <a:xfrm>
            <a:off x="255960" y="254520"/>
            <a:ext cx="2833560" cy="2121840"/>
          </a:xfrm>
          <a:prstGeom prst="rect">
            <a:avLst/>
          </a:prstGeom>
          <a:noFill/>
          <a:ln w="0">
            <a:noFill/>
          </a:ln>
        </p:spPr>
        <p:txBody>
          <a:bodyPr lIns="91440" rIns="91440" tIns="45720" bIns="45720" anchor="b">
            <a:normAutofit/>
          </a:bodyPr>
          <a:p>
            <a:pPr indent="0" defTabSz="914400">
              <a:lnSpc>
                <a:spcPct val="90000"/>
              </a:lnSpc>
              <a:buNone/>
              <a:tabLst>
                <a:tab algn="l" pos="0"/>
              </a:tabLst>
            </a:pPr>
            <a:r>
              <a:rPr b="0" lang="en-US" sz="3600" spc="-60" strike="noStrike" u="none">
                <a:solidFill>
                  <a:srgbClr val="ffffff"/>
                </a:solidFill>
                <a:effectLst/>
                <a:uFillTx/>
                <a:latin typeface="Arial"/>
              </a:rPr>
              <a:t>Click to edit Master title style</a:t>
            </a:r>
            <a:endParaRPr b="0" lang="en-US" sz="3600" strike="noStrike" u="none">
              <a:solidFill>
                <a:srgbClr val="000000"/>
              </a:solidFill>
              <a:effectLst/>
              <a:uFillTx/>
              <a:latin typeface="Arial"/>
            </a:endParaRPr>
          </a:p>
        </p:txBody>
      </p:sp>
      <p:sp>
        <p:nvSpPr>
          <p:cNvPr id="185" name="PlaceHolder 3"/>
          <p:cNvSpPr>
            <a:spLocks noGrp="1"/>
          </p:cNvSpPr>
          <p:nvPr>
            <p:ph type="dt" idx="46"/>
          </p:nvPr>
        </p:nvSpPr>
        <p:spPr>
          <a:xfrm>
            <a:off x="262440" y="6356520"/>
            <a:ext cx="274212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dk1">
                    <a:lumMod val="50000"/>
                    <a:lumOff val="50000"/>
                  </a:schemeClr>
                </a:solidFill>
                <a:effectLst/>
                <a:uFillTx/>
                <a:latin typeface="Arial"/>
              </a:defRPr>
            </a:lvl1pPr>
          </a:lstStyle>
          <a:p>
            <a:pPr indent="0" defTabSz="457200">
              <a:lnSpc>
                <a:spcPct val="100000"/>
              </a:lnSpc>
              <a:buNone/>
              <a:tabLst>
                <a:tab algn="l" pos="0"/>
              </a:tabLst>
            </a:pPr>
            <a:r>
              <a:rPr b="0" lang="en-US" sz="1100" strike="noStrike" u="none">
                <a:solidFill>
                  <a:schemeClr val="dk1">
                    <a:lumMod val="50000"/>
                    <a:lumOff val="50000"/>
                  </a:schemeClr>
                </a:solidFill>
                <a:effectLst/>
                <a:uFillTx/>
                <a:latin typeface="Arial"/>
              </a:rPr>
              <a:t>&lt;date/time&gt;</a:t>
            </a:r>
            <a:endParaRPr b="0" lang="en-US" sz="1100" strike="noStrike" u="none">
              <a:solidFill>
                <a:srgbClr val="000000"/>
              </a:solidFill>
              <a:effectLst/>
              <a:uFillTx/>
              <a:latin typeface="Times New Roman"/>
            </a:endParaRPr>
          </a:p>
        </p:txBody>
      </p:sp>
      <p:sp>
        <p:nvSpPr>
          <p:cNvPr id="186" name="PlaceHolder 4"/>
          <p:cNvSpPr>
            <a:spLocks noGrp="1"/>
          </p:cNvSpPr>
          <p:nvPr>
            <p:ph type="ftr" idx="47"/>
          </p:nvPr>
        </p:nvSpPr>
        <p:spPr>
          <a:xfrm>
            <a:off x="3869280" y="6356520"/>
            <a:ext cx="591048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accent1"/>
                </a:solidFill>
                <a:effectLst/>
                <a:uFillTx/>
                <a:latin typeface="Arial"/>
              </a:defRPr>
            </a:lvl1pPr>
          </a:lstStyle>
          <a:p>
            <a:pPr indent="0" defTabSz="457200">
              <a:lnSpc>
                <a:spcPct val="100000"/>
              </a:lnSpc>
              <a:buNone/>
              <a:tabLst>
                <a:tab algn="l" pos="0"/>
              </a:tabLst>
            </a:pPr>
            <a:r>
              <a:rPr b="0" lang="en-US" sz="1100" strike="noStrike" u="none">
                <a:solidFill>
                  <a:schemeClr val="accent1"/>
                </a:solidFill>
                <a:effectLst/>
                <a:uFillTx/>
                <a:latin typeface="Arial"/>
              </a:rPr>
              <a:t>&lt;footer&gt;</a:t>
            </a:r>
            <a:endParaRPr b="0" lang="en-US" sz="1100" strike="noStrike" u="none">
              <a:solidFill>
                <a:srgbClr val="000000"/>
              </a:solidFill>
              <a:effectLst/>
              <a:uFillTx/>
              <a:latin typeface="Times New Roman"/>
            </a:endParaRPr>
          </a:p>
        </p:txBody>
      </p:sp>
      <p:sp>
        <p:nvSpPr>
          <p:cNvPr id="187" name="PlaceHolder 5"/>
          <p:cNvSpPr>
            <a:spLocks noGrp="1"/>
          </p:cNvSpPr>
          <p:nvPr>
            <p:ph type="sldNum" idx="48"/>
          </p:nvPr>
        </p:nvSpPr>
        <p:spPr>
          <a:xfrm>
            <a:off x="10634040" y="6356520"/>
            <a:ext cx="15300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1" lang="en-US" sz="1200" strike="noStrike" u="none">
                <a:solidFill>
                  <a:schemeClr val="accent1"/>
                </a:solidFill>
                <a:effectLst/>
                <a:uFillTx/>
                <a:latin typeface="Arial"/>
              </a:defRPr>
            </a:lvl1pPr>
          </a:lstStyle>
          <a:p>
            <a:pPr indent="0" algn="r" defTabSz="457200">
              <a:lnSpc>
                <a:spcPct val="100000"/>
              </a:lnSpc>
              <a:buNone/>
              <a:tabLst>
                <a:tab algn="l" pos="0"/>
              </a:tabLst>
            </a:pPr>
            <a:fld id="{247743B6-12CC-4639-A98C-5B7C033F0ECA}" type="slidenum">
              <a:rPr b="1" lang="en-US" sz="1200" strike="noStrike" u="none">
                <a:solidFill>
                  <a:schemeClr val="accent1"/>
                </a:solidFill>
                <a:effectLst/>
                <a:uFillTx/>
                <a:latin typeface="Arial"/>
              </a:rPr>
              <a:t>&lt;number&gt;</a:t>
            </a:fld>
            <a:endParaRPr b="0" lang="en-US" sz="1200" strike="noStrike" u="none">
              <a:solidFill>
                <a:srgbClr val="000000"/>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_Comparison">
    <p:bg>
      <p:bgPr>
        <a:solidFill>
          <a:srgbClr val="ffffff"/>
        </a:solidFill>
      </p:bgPr>
    </p:bg>
    <p:spTree>
      <p:nvGrpSpPr>
        <p:cNvPr id="1" name=""/>
        <p:cNvGrpSpPr/>
        <p:nvPr/>
      </p:nvGrpSpPr>
      <p:grpSpPr>
        <a:xfrm>
          <a:off x="0" y="0"/>
          <a:ext cx="0" cy="0"/>
          <a:chOff x="0" y="0"/>
          <a:chExt cx="0" cy="0"/>
        </a:xfrm>
      </p:grpSpPr>
      <p:sp>
        <p:nvSpPr>
          <p:cNvPr id="188" name="Rectangle 6"/>
          <p:cNvSpPr/>
          <p:nvPr/>
        </p:nvSpPr>
        <p:spPr>
          <a:xfrm>
            <a:off x="0" y="0"/>
            <a:ext cx="3442680" cy="60886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trike="noStrike" u="none">
              <a:solidFill>
                <a:schemeClr val="lt1"/>
              </a:solidFill>
              <a:effectLst/>
              <a:uFillTx/>
              <a:latin typeface="Arial"/>
            </a:endParaRPr>
          </a:p>
        </p:txBody>
      </p:sp>
      <p:sp>
        <p:nvSpPr>
          <p:cNvPr id="189" name="Rectangle 37"/>
          <p:cNvSpPr/>
          <p:nvPr/>
        </p:nvSpPr>
        <p:spPr>
          <a:xfrm>
            <a:off x="11815920" y="0"/>
            <a:ext cx="383040" cy="608868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US" sz="1800" strike="noStrike" u="none">
              <a:solidFill>
                <a:schemeClr val="lt1"/>
              </a:solidFill>
              <a:effectLst/>
              <a:uFillTx/>
              <a:latin typeface="Corbel"/>
            </a:endParaRPr>
          </a:p>
        </p:txBody>
      </p:sp>
      <p:sp>
        <p:nvSpPr>
          <p:cNvPr id="190" name="PlaceHolder 1"/>
          <p:cNvSpPr>
            <a:spLocks noGrp="1"/>
          </p:cNvSpPr>
          <p:nvPr>
            <p:ph type="body"/>
          </p:nvPr>
        </p:nvSpPr>
        <p:spPr>
          <a:xfrm>
            <a:off x="7818480" y="5748480"/>
            <a:ext cx="3473640" cy="36396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(right)</a:t>
            </a:r>
            <a:endParaRPr b="0" lang="en-US" sz="700" strike="noStrike" u="none">
              <a:solidFill>
                <a:srgbClr val="000000"/>
              </a:solidFill>
              <a:effectLst/>
              <a:uFillTx/>
              <a:latin typeface="Arial"/>
            </a:endParaRPr>
          </a:p>
        </p:txBody>
      </p:sp>
      <p:sp>
        <p:nvSpPr>
          <p:cNvPr id="191" name="PlaceHolder 2"/>
          <p:cNvSpPr>
            <a:spLocks noGrp="1"/>
          </p:cNvSpPr>
          <p:nvPr>
            <p:ph type="body"/>
          </p:nvPr>
        </p:nvSpPr>
        <p:spPr>
          <a:xfrm>
            <a:off x="7818480" y="1224360"/>
            <a:ext cx="3473640" cy="4373280"/>
          </a:xfrm>
          <a:prstGeom prst="rect">
            <a:avLst/>
          </a:prstGeom>
          <a:noFill/>
          <a:ln w="0">
            <a:noFill/>
          </a:ln>
        </p:spPr>
        <p:txBody>
          <a:bodyPr lIns="91440" rIns="91440" tIns="45720" bIns="45720" anchor="t">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styles (right)</a:t>
            </a:r>
            <a:endParaRPr b="0" lang="en-US" sz="2000" strike="noStrike" u="none">
              <a:solidFill>
                <a:srgbClr val="000000"/>
              </a:solidFill>
              <a:effectLst/>
              <a:uFillTx/>
              <a:latin typeface="Aria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rgbClr val="000000"/>
              </a:solidFill>
              <a:effectLst/>
              <a:uFillTx/>
              <a:latin typeface="Aria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rgbClr val="000000"/>
              </a:solidFill>
              <a:effectLst/>
              <a:uFillTx/>
              <a:latin typeface="Aria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rgbClr val="000000"/>
              </a:solidFill>
              <a:effectLst/>
              <a:uFillTx/>
              <a:latin typeface="Aria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rgbClr val="000000"/>
              </a:solidFill>
              <a:effectLst/>
              <a:uFillTx/>
              <a:latin typeface="Arial"/>
            </a:endParaRPr>
          </a:p>
        </p:txBody>
      </p:sp>
      <p:sp>
        <p:nvSpPr>
          <p:cNvPr id="192" name="PlaceHolder 3"/>
          <p:cNvSpPr>
            <a:spLocks noGrp="1"/>
          </p:cNvSpPr>
          <p:nvPr>
            <p:ph type="body"/>
          </p:nvPr>
        </p:nvSpPr>
        <p:spPr>
          <a:xfrm>
            <a:off x="7818480" y="261720"/>
            <a:ext cx="3473640" cy="812160"/>
          </a:xfrm>
          <a:prstGeom prst="rect">
            <a:avLst/>
          </a:prstGeom>
          <a:noFill/>
          <a:ln w="0">
            <a:noFill/>
          </a:ln>
        </p:spPr>
        <p:txBody>
          <a:bodyPr lIns="91440" rIns="91440" tIns="45720" bIns="45720" anchor="t">
            <a:normAutofit/>
          </a:bodyPr>
          <a:p>
            <a:pPr marL="228600" indent="0" defTabSz="914400">
              <a:lnSpc>
                <a:spcPct val="90000"/>
              </a:lnSpc>
              <a:spcBef>
                <a:spcPts val="1001"/>
              </a:spcBef>
              <a:buNone/>
              <a:tabLst>
                <a:tab algn="l" pos="0"/>
              </a:tabLst>
            </a:pPr>
            <a:r>
              <a:rPr b="1" lang="en-US" sz="2400" strike="noStrike" u="none">
                <a:solidFill>
                  <a:schemeClr val="dk1">
                    <a:lumMod val="65000"/>
                    <a:lumOff val="35000"/>
                  </a:schemeClr>
                </a:solidFill>
                <a:effectLst/>
                <a:uFillTx/>
                <a:latin typeface="Arial"/>
              </a:rPr>
              <a:t>Click to edit Master text </a:t>
            </a:r>
            <a:r>
              <a:rPr b="1" lang="en-US" sz="2400" strike="noStrike" u="none">
                <a:solidFill>
                  <a:schemeClr val="dk1">
                    <a:lumMod val="65000"/>
                    <a:lumOff val="35000"/>
                  </a:schemeClr>
                </a:solidFill>
                <a:effectLst/>
                <a:uFillTx/>
                <a:latin typeface="Arial"/>
              </a:rPr>
              <a:t>styles (right)</a:t>
            </a:r>
            <a:endParaRPr b="0" lang="en-US" sz="2400" strike="noStrike" u="none">
              <a:solidFill>
                <a:srgbClr val="000000"/>
              </a:solidFill>
              <a:effectLst/>
              <a:uFillTx/>
              <a:latin typeface="Arial"/>
            </a:endParaRPr>
          </a:p>
        </p:txBody>
      </p:sp>
      <p:sp>
        <p:nvSpPr>
          <p:cNvPr id="193" name="PlaceHolder 4"/>
          <p:cNvSpPr>
            <a:spLocks noGrp="1"/>
          </p:cNvSpPr>
          <p:nvPr>
            <p:ph type="body"/>
          </p:nvPr>
        </p:nvSpPr>
        <p:spPr>
          <a:xfrm>
            <a:off x="3858840" y="5748480"/>
            <a:ext cx="3473640" cy="363960"/>
          </a:xfrm>
          <a:prstGeom prst="rect">
            <a:avLst/>
          </a:prstGeom>
          <a:noFill/>
          <a:ln w="0">
            <a:noFill/>
          </a:ln>
        </p:spPr>
        <p:txBody>
          <a:bodyPr lIns="91440" rIns="91440" tIns="45720" bIns="45720" anchor="b">
            <a:noAutofit/>
          </a:bodyPr>
          <a:p>
            <a:pPr marL="228600" indent="0" defTabSz="914400">
              <a:lnSpc>
                <a:spcPct val="90000"/>
              </a:lnSpc>
              <a:spcBef>
                <a:spcPts val="1001"/>
              </a:spcBef>
              <a:buNone/>
              <a:tabLst>
                <a:tab algn="l" pos="0"/>
              </a:tabLst>
            </a:pPr>
            <a:r>
              <a:rPr b="0" lang="en-US" sz="700" strike="noStrike" u="none">
                <a:solidFill>
                  <a:schemeClr val="dk1">
                    <a:lumMod val="65000"/>
                    <a:lumOff val="35000"/>
                  </a:schemeClr>
                </a:solidFill>
                <a:effectLst/>
                <a:uFillTx/>
                <a:latin typeface="Arial"/>
              </a:rPr>
              <a:t>Click to edit Master text styles (left)</a:t>
            </a:r>
            <a:endParaRPr b="0" lang="en-US" sz="700" strike="noStrike" u="none">
              <a:solidFill>
                <a:srgbClr val="000000"/>
              </a:solidFill>
              <a:effectLst/>
              <a:uFillTx/>
              <a:latin typeface="Arial"/>
            </a:endParaRPr>
          </a:p>
        </p:txBody>
      </p:sp>
      <p:sp>
        <p:nvSpPr>
          <p:cNvPr id="194" name="PlaceHolder 5"/>
          <p:cNvSpPr>
            <a:spLocks noGrp="1"/>
          </p:cNvSpPr>
          <p:nvPr>
            <p:ph type="body"/>
          </p:nvPr>
        </p:nvSpPr>
        <p:spPr>
          <a:xfrm>
            <a:off x="3867840" y="1224360"/>
            <a:ext cx="3473640" cy="4373280"/>
          </a:xfrm>
          <a:prstGeom prst="rect">
            <a:avLst/>
          </a:prstGeom>
          <a:noFill/>
          <a:ln w="0">
            <a:noFill/>
          </a:ln>
        </p:spPr>
        <p:txBody>
          <a:bodyPr lIns="91440" rIns="91440" tIns="45720" bIns="45720" anchor="t">
            <a:noAutofit/>
          </a:bodyPr>
          <a:p>
            <a:pPr marL="182880" indent="-182880" defTabSz="914400">
              <a:lnSpc>
                <a:spcPct val="90000"/>
              </a:lnSpc>
              <a:spcBef>
                <a:spcPts val="1199"/>
              </a:spcBef>
              <a:buClr>
                <a:srgbClr val="55b4e8"/>
              </a:buClr>
              <a:buFont typeface="Wingdings 2" charset="2"/>
              <a:buChar char=""/>
            </a:pPr>
            <a:r>
              <a:rPr b="0" lang="en-US" sz="2000" strike="noStrike" u="none">
                <a:solidFill>
                  <a:schemeClr val="dk1">
                    <a:lumMod val="65000"/>
                    <a:lumOff val="35000"/>
                  </a:schemeClr>
                </a:solidFill>
                <a:effectLst/>
                <a:uFillTx/>
                <a:latin typeface="Arial"/>
              </a:rPr>
              <a:t>Click to edit Master text styles (left)</a:t>
            </a:r>
            <a:endParaRPr b="0" lang="en-US" sz="2000" strike="noStrike" u="none">
              <a:solidFill>
                <a:srgbClr val="000000"/>
              </a:solidFill>
              <a:effectLst/>
              <a:uFillTx/>
              <a:latin typeface="Arial"/>
            </a:endParaRPr>
          </a:p>
          <a:p>
            <a:pPr lvl="1" marL="685800" indent="-182880" defTabSz="914400">
              <a:lnSpc>
                <a:spcPct val="90000"/>
              </a:lnSpc>
              <a:spcBef>
                <a:spcPts val="249"/>
              </a:spcBef>
              <a:spcAft>
                <a:spcPts val="249"/>
              </a:spcAft>
              <a:buClr>
                <a:srgbClr val="55b4e8"/>
              </a:buClr>
              <a:buFont typeface="Wingdings 2" charset="2"/>
              <a:buChar char=""/>
            </a:pPr>
            <a:r>
              <a:rPr b="0" lang="en-US" sz="1800" strike="noStrike" u="none">
                <a:solidFill>
                  <a:schemeClr val="dk1">
                    <a:lumMod val="65000"/>
                    <a:lumOff val="35000"/>
                  </a:schemeClr>
                </a:solidFill>
                <a:effectLst/>
                <a:uFillTx/>
                <a:latin typeface="Arial"/>
              </a:rPr>
              <a:t>Second level</a:t>
            </a:r>
            <a:endParaRPr b="0" lang="en-US" sz="1800" strike="noStrike" u="none">
              <a:solidFill>
                <a:srgbClr val="000000"/>
              </a:solidFill>
              <a:effectLst/>
              <a:uFillTx/>
              <a:latin typeface="Arial"/>
            </a:endParaRPr>
          </a:p>
          <a:p>
            <a:pPr lvl="2" marL="1143000" indent="-182880" defTabSz="914400">
              <a:lnSpc>
                <a:spcPct val="90000"/>
              </a:lnSpc>
              <a:spcBef>
                <a:spcPts val="249"/>
              </a:spcBef>
              <a:spcAft>
                <a:spcPts val="249"/>
              </a:spcAft>
              <a:buClr>
                <a:srgbClr val="55b4e8"/>
              </a:buClr>
              <a:buFont typeface="Wingdings 2" charset="2"/>
              <a:buChar char=""/>
            </a:pPr>
            <a:r>
              <a:rPr b="0" lang="en-US" sz="1600" strike="noStrike" u="none">
                <a:solidFill>
                  <a:schemeClr val="dk1">
                    <a:lumMod val="65000"/>
                    <a:lumOff val="35000"/>
                  </a:schemeClr>
                </a:solidFill>
                <a:effectLst/>
                <a:uFillTx/>
                <a:latin typeface="Arial"/>
              </a:rPr>
              <a:t>Third level</a:t>
            </a:r>
            <a:endParaRPr b="0" lang="en-US" sz="1600" strike="noStrike" u="none">
              <a:solidFill>
                <a:srgbClr val="000000"/>
              </a:solidFill>
              <a:effectLst/>
              <a:uFillTx/>
              <a:latin typeface="Arial"/>
            </a:endParaRPr>
          </a:p>
          <a:p>
            <a:pPr lvl="3" marL="16002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Fourth level</a:t>
            </a:r>
            <a:endParaRPr b="0" lang="en-US" sz="1400" strike="noStrike" u="none">
              <a:solidFill>
                <a:srgbClr val="000000"/>
              </a:solidFill>
              <a:effectLst/>
              <a:uFillTx/>
              <a:latin typeface="Arial"/>
            </a:endParaRPr>
          </a:p>
          <a:p>
            <a:pPr lvl="4" marL="2057400" indent="-182880" defTabSz="914400">
              <a:lnSpc>
                <a:spcPct val="90000"/>
              </a:lnSpc>
              <a:spcBef>
                <a:spcPts val="249"/>
              </a:spcBef>
              <a:spcAft>
                <a:spcPts val="249"/>
              </a:spcAft>
              <a:buClr>
                <a:srgbClr val="55b4e8"/>
              </a:buClr>
              <a:buFont typeface="Wingdings 2" charset="2"/>
              <a:buChar char=""/>
            </a:pPr>
            <a:r>
              <a:rPr b="0" lang="en-US" sz="1400" strike="noStrike" u="none">
                <a:solidFill>
                  <a:schemeClr val="dk1">
                    <a:lumMod val="65000"/>
                    <a:lumOff val="35000"/>
                  </a:schemeClr>
                </a:solidFill>
                <a:effectLst/>
                <a:uFillTx/>
                <a:latin typeface="Arial"/>
              </a:rPr>
              <a:t>Fifth level</a:t>
            </a:r>
            <a:endParaRPr b="0" lang="en-US" sz="1400" strike="noStrike" u="none">
              <a:solidFill>
                <a:srgbClr val="000000"/>
              </a:solidFill>
              <a:effectLst/>
              <a:uFillTx/>
              <a:latin typeface="Arial"/>
            </a:endParaRPr>
          </a:p>
        </p:txBody>
      </p:sp>
      <p:sp>
        <p:nvSpPr>
          <p:cNvPr id="195" name="PlaceHolder 6"/>
          <p:cNvSpPr>
            <a:spLocks noGrp="1"/>
          </p:cNvSpPr>
          <p:nvPr>
            <p:ph type="body"/>
          </p:nvPr>
        </p:nvSpPr>
        <p:spPr>
          <a:xfrm>
            <a:off x="3867840" y="254520"/>
            <a:ext cx="3473640" cy="806760"/>
          </a:xfrm>
          <a:prstGeom prst="rect">
            <a:avLst/>
          </a:prstGeom>
          <a:noFill/>
          <a:ln w="0">
            <a:noFill/>
          </a:ln>
        </p:spPr>
        <p:txBody>
          <a:bodyPr lIns="91440" rIns="91440" tIns="45720" bIns="45720" anchor="t">
            <a:normAutofit/>
          </a:bodyPr>
          <a:p>
            <a:pPr marL="228600" indent="0" defTabSz="914400">
              <a:lnSpc>
                <a:spcPct val="90000"/>
              </a:lnSpc>
              <a:spcBef>
                <a:spcPts val="1001"/>
              </a:spcBef>
              <a:buNone/>
              <a:tabLst>
                <a:tab algn="l" pos="0"/>
              </a:tabLst>
            </a:pPr>
            <a:r>
              <a:rPr b="1" lang="en-US" sz="2400" strike="noStrike" u="none">
                <a:solidFill>
                  <a:schemeClr val="dk1">
                    <a:lumMod val="65000"/>
                    <a:lumOff val="35000"/>
                  </a:schemeClr>
                </a:solidFill>
                <a:effectLst/>
                <a:uFillTx/>
                <a:latin typeface="Arial"/>
              </a:rPr>
              <a:t>Click to edit Master text styles (left)</a:t>
            </a:r>
            <a:endParaRPr b="0" lang="en-US" sz="2400" strike="noStrike" u="none">
              <a:solidFill>
                <a:srgbClr val="000000"/>
              </a:solidFill>
              <a:effectLst/>
              <a:uFillTx/>
              <a:latin typeface="Arial"/>
            </a:endParaRPr>
          </a:p>
        </p:txBody>
      </p:sp>
      <p:sp>
        <p:nvSpPr>
          <p:cNvPr id="196" name="PlaceHolder 7"/>
          <p:cNvSpPr>
            <a:spLocks noGrp="1"/>
          </p:cNvSpPr>
          <p:nvPr>
            <p:ph type="body"/>
          </p:nvPr>
        </p:nvSpPr>
        <p:spPr>
          <a:xfrm>
            <a:off x="255960" y="2544480"/>
            <a:ext cx="2833560" cy="3270600"/>
          </a:xfrm>
          <a:prstGeom prst="rect">
            <a:avLst/>
          </a:prstGeom>
          <a:noFill/>
          <a:ln w="0">
            <a:noFill/>
          </a:ln>
        </p:spPr>
        <p:txBody>
          <a:bodyPr lIns="91440" rIns="91440" tIns="45720" bIns="45720" anchor="t">
            <a:normAutofit/>
          </a:bodyPr>
          <a:p>
            <a:pPr marL="228600" indent="0" defTabSz="914400">
              <a:lnSpc>
                <a:spcPct val="100000"/>
              </a:lnSpc>
              <a:spcBef>
                <a:spcPts val="1199"/>
              </a:spcBef>
              <a:buNone/>
              <a:tabLst>
                <a:tab algn="l" pos="0"/>
              </a:tabLst>
            </a:pPr>
            <a:r>
              <a:rPr b="0" lang="en-US" sz="2200" strike="noStrike" u="none">
                <a:solidFill>
                  <a:srgbClr val="ffffff"/>
                </a:solidFill>
                <a:effectLst/>
                <a:uFillTx/>
                <a:latin typeface="Arial"/>
              </a:rPr>
              <a:t>Edit Master text styles</a:t>
            </a:r>
            <a:endParaRPr b="0" lang="en-US" sz="2200" strike="noStrike" u="none">
              <a:solidFill>
                <a:srgbClr val="000000"/>
              </a:solidFill>
              <a:effectLst/>
              <a:uFillTx/>
              <a:latin typeface="Arial"/>
            </a:endParaRPr>
          </a:p>
        </p:txBody>
      </p:sp>
      <p:sp>
        <p:nvSpPr>
          <p:cNvPr id="197" name="PlaceHolder 8"/>
          <p:cNvSpPr>
            <a:spLocks noGrp="1"/>
          </p:cNvSpPr>
          <p:nvPr>
            <p:ph type="title"/>
          </p:nvPr>
        </p:nvSpPr>
        <p:spPr>
          <a:xfrm>
            <a:off x="255960" y="254520"/>
            <a:ext cx="2833560" cy="2121840"/>
          </a:xfrm>
          <a:prstGeom prst="rect">
            <a:avLst/>
          </a:prstGeom>
          <a:noFill/>
          <a:ln w="0">
            <a:noFill/>
          </a:ln>
        </p:spPr>
        <p:txBody>
          <a:bodyPr lIns="91440" rIns="91440" tIns="45720" bIns="45720" anchor="b">
            <a:normAutofit/>
          </a:bodyPr>
          <a:p>
            <a:pPr indent="0" defTabSz="914400">
              <a:lnSpc>
                <a:spcPct val="90000"/>
              </a:lnSpc>
              <a:buNone/>
              <a:tabLst>
                <a:tab algn="l" pos="0"/>
              </a:tabLst>
            </a:pPr>
            <a:r>
              <a:rPr b="0" lang="en-US" sz="3600" spc="-60" strike="noStrike" u="none">
                <a:solidFill>
                  <a:srgbClr val="ffffff"/>
                </a:solidFill>
                <a:effectLst/>
                <a:uFillTx/>
                <a:latin typeface="Arial"/>
              </a:rPr>
              <a:t>Click to edit Master title style</a:t>
            </a:r>
            <a:endParaRPr b="0" lang="en-US" sz="3600" strike="noStrike" u="none">
              <a:solidFill>
                <a:srgbClr val="000000"/>
              </a:solidFill>
              <a:effectLst/>
              <a:uFillTx/>
              <a:latin typeface="Arial"/>
            </a:endParaRPr>
          </a:p>
        </p:txBody>
      </p:sp>
      <p:sp>
        <p:nvSpPr>
          <p:cNvPr id="198" name="PlaceHolder 9"/>
          <p:cNvSpPr>
            <a:spLocks noGrp="1"/>
          </p:cNvSpPr>
          <p:nvPr>
            <p:ph type="dt" idx="49"/>
          </p:nvPr>
        </p:nvSpPr>
        <p:spPr>
          <a:xfrm>
            <a:off x="262440" y="6356520"/>
            <a:ext cx="274212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dk1">
                    <a:lumMod val="50000"/>
                    <a:lumOff val="50000"/>
                  </a:schemeClr>
                </a:solidFill>
                <a:effectLst/>
                <a:uFillTx/>
                <a:latin typeface="Arial"/>
              </a:defRPr>
            </a:lvl1pPr>
          </a:lstStyle>
          <a:p>
            <a:pPr indent="0" defTabSz="457200">
              <a:lnSpc>
                <a:spcPct val="100000"/>
              </a:lnSpc>
              <a:buNone/>
              <a:tabLst>
                <a:tab algn="l" pos="0"/>
              </a:tabLst>
            </a:pPr>
            <a:r>
              <a:rPr b="0" lang="en-US" sz="1100" strike="noStrike" u="none">
                <a:solidFill>
                  <a:schemeClr val="dk1">
                    <a:lumMod val="50000"/>
                    <a:lumOff val="50000"/>
                  </a:schemeClr>
                </a:solidFill>
                <a:effectLst/>
                <a:uFillTx/>
                <a:latin typeface="Arial"/>
              </a:rPr>
              <a:t>&lt;date/time&gt;</a:t>
            </a:r>
            <a:endParaRPr b="0" lang="en-US" sz="1100" strike="noStrike" u="none">
              <a:solidFill>
                <a:srgbClr val="000000"/>
              </a:solidFill>
              <a:effectLst/>
              <a:uFillTx/>
              <a:latin typeface="Times New Roman"/>
            </a:endParaRPr>
          </a:p>
        </p:txBody>
      </p:sp>
      <p:sp>
        <p:nvSpPr>
          <p:cNvPr id="199" name="PlaceHolder 10"/>
          <p:cNvSpPr>
            <a:spLocks noGrp="1"/>
          </p:cNvSpPr>
          <p:nvPr>
            <p:ph type="ftr" idx="50"/>
          </p:nvPr>
        </p:nvSpPr>
        <p:spPr>
          <a:xfrm>
            <a:off x="3869280" y="6356520"/>
            <a:ext cx="591048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accent1"/>
                </a:solidFill>
                <a:effectLst/>
                <a:uFillTx/>
                <a:latin typeface="Arial"/>
              </a:defRPr>
            </a:lvl1pPr>
          </a:lstStyle>
          <a:p>
            <a:pPr indent="0" defTabSz="457200">
              <a:lnSpc>
                <a:spcPct val="100000"/>
              </a:lnSpc>
              <a:buNone/>
              <a:tabLst>
                <a:tab algn="l" pos="0"/>
              </a:tabLst>
            </a:pPr>
            <a:r>
              <a:rPr b="0" lang="en-US" sz="1100" strike="noStrike" u="none">
                <a:solidFill>
                  <a:schemeClr val="accent1"/>
                </a:solidFill>
                <a:effectLst/>
                <a:uFillTx/>
                <a:latin typeface="Arial"/>
              </a:rPr>
              <a:t>&lt;footer&gt;</a:t>
            </a:r>
            <a:endParaRPr b="0" lang="en-US" sz="1100" strike="noStrike" u="none">
              <a:solidFill>
                <a:srgbClr val="000000"/>
              </a:solidFill>
              <a:effectLst/>
              <a:uFillTx/>
              <a:latin typeface="Times New Roman"/>
            </a:endParaRPr>
          </a:p>
        </p:txBody>
      </p:sp>
      <p:sp>
        <p:nvSpPr>
          <p:cNvPr id="200" name="PlaceHolder 11"/>
          <p:cNvSpPr>
            <a:spLocks noGrp="1"/>
          </p:cNvSpPr>
          <p:nvPr>
            <p:ph type="sldNum" idx="51"/>
          </p:nvPr>
        </p:nvSpPr>
        <p:spPr>
          <a:xfrm>
            <a:off x="10634040" y="6356520"/>
            <a:ext cx="15300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1" lang="en-US" sz="1200" strike="noStrike" u="none">
                <a:solidFill>
                  <a:schemeClr val="accent1"/>
                </a:solidFill>
                <a:effectLst/>
                <a:uFillTx/>
                <a:latin typeface="Arial"/>
              </a:defRPr>
            </a:lvl1pPr>
          </a:lstStyle>
          <a:p>
            <a:pPr indent="0" algn="r" defTabSz="457200">
              <a:lnSpc>
                <a:spcPct val="100000"/>
              </a:lnSpc>
              <a:buNone/>
              <a:tabLst>
                <a:tab algn="l" pos="0"/>
              </a:tabLst>
            </a:pPr>
            <a:fld id="{C6388390-1AAF-4250-8D5B-2CF7E79028D6}" type="slidenum">
              <a:rPr b="1" lang="en-US" sz="1200" strike="noStrike" u="none">
                <a:solidFill>
                  <a:schemeClr val="accent1"/>
                </a:solidFill>
                <a:effectLst/>
                <a:uFillTx/>
                <a:latin typeface="Arial"/>
              </a:rPr>
              <a:t>&lt;number&gt;</a:t>
            </a:fld>
            <a:endParaRPr b="0" lang="en-US" sz="12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Rectangle 6"/>
          <p:cNvSpPr/>
          <p:nvPr/>
        </p:nvSpPr>
        <p:spPr>
          <a:xfrm>
            <a:off x="0" y="0"/>
            <a:ext cx="3442680" cy="60886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Arial"/>
            </a:endParaRPr>
          </a:p>
        </p:txBody>
      </p:sp>
      <p:sp>
        <p:nvSpPr>
          <p:cNvPr id="3" name="Rectangle 37"/>
          <p:cNvSpPr/>
          <p:nvPr/>
        </p:nvSpPr>
        <p:spPr>
          <a:xfrm>
            <a:off x="11815920" y="0"/>
            <a:ext cx="383040" cy="6088680"/>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defTabSz="457200">
              <a:lnSpc>
                <a:spcPct val="100000"/>
              </a:lnSpc>
            </a:pPr>
            <a:endParaRPr b="0" lang="en-US" sz="1800" strike="noStrike" u="none">
              <a:solidFill>
                <a:schemeClr val="lt1"/>
              </a:solidFill>
              <a:effectLst/>
              <a:uFillTx/>
              <a:latin typeface="Corbel"/>
            </a:endParaRPr>
          </a:p>
        </p:txBody>
      </p:sp>
      <p:grpSp>
        <p:nvGrpSpPr>
          <p:cNvPr id="4" name="Group 27"/>
          <p:cNvGrpSpPr/>
          <p:nvPr/>
        </p:nvGrpSpPr>
        <p:grpSpPr>
          <a:xfrm>
            <a:off x="7057080" y="4461840"/>
            <a:ext cx="1741680" cy="1155960"/>
            <a:chOff x="7057080" y="4461840"/>
            <a:chExt cx="1741680" cy="1155960"/>
          </a:xfrm>
        </p:grpSpPr>
        <p:sp>
          <p:nvSpPr>
            <p:cNvPr id="5" name="Rounded Rectangle 12"/>
            <p:cNvSpPr/>
            <p:nvPr/>
          </p:nvSpPr>
          <p:spPr>
            <a:xfrm>
              <a:off x="7057080" y="4887360"/>
              <a:ext cx="1741680" cy="730440"/>
            </a:xfrm>
            <a:prstGeom prst="roundRect">
              <a:avLst>
                <a:gd name="adj" fmla="val 16667"/>
              </a:avLst>
            </a:prstGeom>
            <a:solidFill>
              <a:srgbClr val="55b4e8"/>
            </a:solidFill>
            <a:ln>
              <a:solidFill>
                <a:srgbClr val="3e85a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0" lang="en-US" sz="1800" strike="noStrike" u="none">
                  <a:solidFill>
                    <a:schemeClr val="lt1"/>
                  </a:solidFill>
                  <a:effectLst/>
                  <a:uFillTx/>
                  <a:latin typeface="Helvetica Light"/>
                </a:rPr>
                <a:t>Two line text box</a:t>
              </a:r>
              <a:endParaRPr b="0" lang="en-US" sz="1800" strike="noStrike" u="none">
                <a:solidFill>
                  <a:srgbClr val="000000"/>
                </a:solidFill>
                <a:effectLst/>
                <a:uFillTx/>
                <a:latin typeface="Arial"/>
              </a:endParaRPr>
            </a:p>
          </p:txBody>
        </p:sp>
        <p:cxnSp>
          <p:nvCxnSpPr>
            <p:cNvPr id="6" name="Straight Arrow Connector 15"/>
            <p:cNvCxnSpPr>
              <a:stCxn id="7" idx="2"/>
              <a:endCxn id="5" idx="0"/>
            </p:cNvCxnSpPr>
            <p:nvPr/>
          </p:nvCxnSpPr>
          <p:spPr>
            <a:xfrm>
              <a:off x="7927920" y="4461840"/>
              <a:ext cx="360" cy="425880"/>
            </a:xfrm>
            <a:prstGeom prst="straightConnector1">
              <a:avLst/>
            </a:prstGeom>
            <a:ln w="60325">
              <a:solidFill>
                <a:srgbClr val="bfbfbf"/>
              </a:solidFill>
              <a:round/>
              <a:tailEnd len="med" type="triangle" w="med"/>
            </a:ln>
          </p:spPr>
        </p:cxnSp>
      </p:grpSp>
      <p:grpSp>
        <p:nvGrpSpPr>
          <p:cNvPr id="8" name="Group 26"/>
          <p:cNvGrpSpPr/>
          <p:nvPr/>
        </p:nvGrpSpPr>
        <p:grpSpPr>
          <a:xfrm>
            <a:off x="7057080" y="3355200"/>
            <a:ext cx="1741680" cy="1106640"/>
            <a:chOff x="7057080" y="3355200"/>
            <a:chExt cx="1741680" cy="1106640"/>
          </a:xfrm>
        </p:grpSpPr>
        <p:sp>
          <p:nvSpPr>
            <p:cNvPr id="7" name="Rounded Rectangle 11"/>
            <p:cNvSpPr/>
            <p:nvPr/>
          </p:nvSpPr>
          <p:spPr>
            <a:xfrm>
              <a:off x="7057080" y="3731400"/>
              <a:ext cx="1741680" cy="730440"/>
            </a:xfrm>
            <a:prstGeom prst="roundRect">
              <a:avLst>
                <a:gd name="adj" fmla="val 16667"/>
              </a:avLst>
            </a:prstGeom>
            <a:solidFill>
              <a:srgbClr val="55b4e8"/>
            </a:solidFill>
            <a:ln>
              <a:solidFill>
                <a:srgbClr val="3e85a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0" lang="en-US" sz="1800" strike="noStrike" u="none">
                  <a:solidFill>
                    <a:schemeClr val="lt1"/>
                  </a:solidFill>
                  <a:effectLst/>
                  <a:uFillTx/>
                  <a:latin typeface="Helvetica Light"/>
                </a:rPr>
                <a:t>Two line text box</a:t>
              </a:r>
              <a:endParaRPr b="0" lang="en-US" sz="1800" strike="noStrike" u="none">
                <a:solidFill>
                  <a:srgbClr val="000000"/>
                </a:solidFill>
                <a:effectLst/>
                <a:uFillTx/>
                <a:latin typeface="Arial"/>
              </a:endParaRPr>
            </a:p>
          </p:txBody>
        </p:sp>
        <p:cxnSp>
          <p:nvCxnSpPr>
            <p:cNvPr id="9" name="Straight Arrow Connector 14"/>
            <p:cNvCxnSpPr>
              <a:stCxn id="10" idx="2"/>
              <a:endCxn id="7" idx="0"/>
            </p:cNvCxnSpPr>
            <p:nvPr/>
          </p:nvCxnSpPr>
          <p:spPr>
            <a:xfrm>
              <a:off x="7927920" y="3355200"/>
              <a:ext cx="360" cy="376560"/>
            </a:xfrm>
            <a:prstGeom prst="straightConnector1">
              <a:avLst/>
            </a:prstGeom>
            <a:ln w="60325">
              <a:solidFill>
                <a:srgbClr val="bfbfbf"/>
              </a:solidFill>
              <a:round/>
              <a:tailEnd len="med" type="triangle" w="med"/>
            </a:ln>
          </p:spPr>
        </p:cxnSp>
      </p:grpSp>
      <p:grpSp>
        <p:nvGrpSpPr>
          <p:cNvPr id="11" name="Group 25"/>
          <p:cNvGrpSpPr/>
          <p:nvPr/>
        </p:nvGrpSpPr>
        <p:grpSpPr>
          <a:xfrm>
            <a:off x="7057080" y="2203560"/>
            <a:ext cx="1741680" cy="1151640"/>
            <a:chOff x="7057080" y="2203560"/>
            <a:chExt cx="1741680" cy="1151640"/>
          </a:xfrm>
        </p:grpSpPr>
        <p:sp>
          <p:nvSpPr>
            <p:cNvPr id="10" name="Rounded Rectangle 10"/>
            <p:cNvSpPr/>
            <p:nvPr/>
          </p:nvSpPr>
          <p:spPr>
            <a:xfrm>
              <a:off x="7057080" y="2624760"/>
              <a:ext cx="1741680" cy="730440"/>
            </a:xfrm>
            <a:prstGeom prst="roundRect">
              <a:avLst>
                <a:gd name="adj" fmla="val 16667"/>
              </a:avLst>
            </a:prstGeom>
            <a:solidFill>
              <a:srgbClr val="55b4e8"/>
            </a:solidFill>
            <a:ln>
              <a:solidFill>
                <a:srgbClr val="3e85a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0" lang="en-US" sz="1800" strike="noStrike" u="none">
                  <a:solidFill>
                    <a:schemeClr val="lt1"/>
                  </a:solidFill>
                  <a:effectLst/>
                  <a:uFillTx/>
                  <a:latin typeface="Helvetica Light"/>
                </a:rPr>
                <a:t>Two line text box</a:t>
              </a:r>
              <a:endParaRPr b="0" lang="en-US" sz="1800" strike="noStrike" u="none">
                <a:solidFill>
                  <a:srgbClr val="000000"/>
                </a:solidFill>
                <a:effectLst/>
                <a:uFillTx/>
                <a:latin typeface="Arial"/>
              </a:endParaRPr>
            </a:p>
          </p:txBody>
        </p:sp>
        <p:cxnSp>
          <p:nvCxnSpPr>
            <p:cNvPr id="12" name="Straight Arrow Connector 13"/>
            <p:cNvCxnSpPr>
              <a:stCxn id="13" idx="2"/>
              <a:endCxn id="10" idx="0"/>
            </p:cNvCxnSpPr>
            <p:nvPr/>
          </p:nvCxnSpPr>
          <p:spPr>
            <a:xfrm>
              <a:off x="7927920" y="2203560"/>
              <a:ext cx="360" cy="421560"/>
            </a:xfrm>
            <a:prstGeom prst="straightConnector1">
              <a:avLst/>
            </a:prstGeom>
            <a:ln w="60325">
              <a:solidFill>
                <a:srgbClr val="bfbfbf"/>
              </a:solidFill>
              <a:round/>
              <a:tailEnd len="med" type="triangle" w="med"/>
            </a:ln>
          </p:spPr>
        </p:cxnSp>
      </p:grpSp>
      <p:grpSp>
        <p:nvGrpSpPr>
          <p:cNvPr id="14" name="Group 24"/>
          <p:cNvGrpSpPr/>
          <p:nvPr/>
        </p:nvGrpSpPr>
        <p:grpSpPr>
          <a:xfrm>
            <a:off x="7057080" y="1092240"/>
            <a:ext cx="1741680" cy="1111320"/>
            <a:chOff x="7057080" y="1092240"/>
            <a:chExt cx="1741680" cy="1111320"/>
          </a:xfrm>
        </p:grpSpPr>
        <p:sp>
          <p:nvSpPr>
            <p:cNvPr id="13" name="Rounded Rectangle 9"/>
            <p:cNvSpPr/>
            <p:nvPr/>
          </p:nvSpPr>
          <p:spPr>
            <a:xfrm>
              <a:off x="7057080" y="1473120"/>
              <a:ext cx="1741680" cy="730440"/>
            </a:xfrm>
            <a:prstGeom prst="roundRect">
              <a:avLst>
                <a:gd name="adj" fmla="val 16667"/>
              </a:avLst>
            </a:prstGeom>
            <a:solidFill>
              <a:srgbClr val="55b4e8"/>
            </a:solidFill>
            <a:ln>
              <a:solidFill>
                <a:srgbClr val="3e85a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0" lang="en-US" sz="1800" strike="noStrike" u="none">
                  <a:solidFill>
                    <a:schemeClr val="lt1"/>
                  </a:solidFill>
                  <a:effectLst/>
                  <a:uFillTx/>
                  <a:latin typeface="Helvetica Light"/>
                </a:rPr>
                <a:t>Two line text box</a:t>
              </a:r>
              <a:endParaRPr b="0" lang="en-US" sz="1800" strike="noStrike" u="none">
                <a:solidFill>
                  <a:srgbClr val="000000"/>
                </a:solidFill>
                <a:effectLst/>
                <a:uFillTx/>
                <a:latin typeface="Arial"/>
              </a:endParaRPr>
            </a:p>
          </p:txBody>
        </p:sp>
        <p:cxnSp>
          <p:nvCxnSpPr>
            <p:cNvPr id="15" name="Straight Arrow Connector 4"/>
            <p:cNvCxnSpPr>
              <a:stCxn id="16" idx="2"/>
              <a:endCxn id="13" idx="0"/>
            </p:cNvCxnSpPr>
            <p:nvPr/>
          </p:nvCxnSpPr>
          <p:spPr>
            <a:xfrm>
              <a:off x="7927920" y="1092240"/>
              <a:ext cx="360" cy="381240"/>
            </a:xfrm>
            <a:prstGeom prst="straightConnector1">
              <a:avLst/>
            </a:prstGeom>
            <a:ln w="60325">
              <a:solidFill>
                <a:srgbClr val="bfbfbf"/>
              </a:solidFill>
              <a:round/>
              <a:tailEnd len="med" type="triangle" w="med"/>
            </a:ln>
          </p:spPr>
        </p:cxnSp>
      </p:grpSp>
      <p:sp>
        <p:nvSpPr>
          <p:cNvPr id="16" name="Rounded Rectangle 2"/>
          <p:cNvSpPr/>
          <p:nvPr/>
        </p:nvSpPr>
        <p:spPr>
          <a:xfrm>
            <a:off x="7057080" y="361800"/>
            <a:ext cx="1741680" cy="730440"/>
          </a:xfrm>
          <a:prstGeom prst="roundRect">
            <a:avLst>
              <a:gd name="adj" fmla="val 16667"/>
            </a:avLst>
          </a:prstGeom>
          <a:solidFill>
            <a:srgbClr val="55b4e8"/>
          </a:solidFill>
          <a:ln>
            <a:solidFill>
              <a:srgbClr val="3e85a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0" lang="en-US" sz="1800" strike="noStrike" u="none">
                <a:solidFill>
                  <a:schemeClr val="lt1"/>
                </a:solidFill>
                <a:effectLst/>
                <a:uFillTx/>
                <a:latin typeface="Corbel"/>
              </a:rPr>
              <a:t>Two line text box</a:t>
            </a:r>
            <a:endParaRPr b="0" lang="en-US" sz="1800" strike="noStrike" u="none">
              <a:solidFill>
                <a:srgbClr val="000000"/>
              </a:solidFill>
              <a:effectLst/>
              <a:uFillTx/>
              <a:latin typeface="Arial"/>
            </a:endParaRPr>
          </a:p>
        </p:txBody>
      </p:sp>
      <p:sp>
        <p:nvSpPr>
          <p:cNvPr id="17" name="PlaceHolder 1"/>
          <p:cNvSpPr>
            <a:spLocks noGrp="1"/>
          </p:cNvSpPr>
          <p:nvPr>
            <p:ph type="body"/>
          </p:nvPr>
        </p:nvSpPr>
        <p:spPr>
          <a:xfrm>
            <a:off x="255960" y="2544480"/>
            <a:ext cx="2833560" cy="3270600"/>
          </a:xfrm>
          <a:prstGeom prst="rect">
            <a:avLst/>
          </a:prstGeom>
          <a:noFill/>
          <a:ln w="0">
            <a:noFill/>
          </a:ln>
        </p:spPr>
        <p:txBody>
          <a:bodyPr lIns="91440" rIns="91440" tIns="45720" bIns="45720" anchor="t">
            <a:normAutofit/>
          </a:bodyPr>
          <a:p>
            <a:pPr marL="228600" indent="0" defTabSz="914400">
              <a:lnSpc>
                <a:spcPct val="100000"/>
              </a:lnSpc>
              <a:spcBef>
                <a:spcPts val="1199"/>
              </a:spcBef>
              <a:buNone/>
              <a:tabLst>
                <a:tab algn="l" pos="0"/>
              </a:tabLst>
            </a:pPr>
            <a:r>
              <a:rPr b="0" lang="en-US" sz="2200" strike="noStrike" u="none">
                <a:solidFill>
                  <a:srgbClr val="ffffff"/>
                </a:solidFill>
                <a:effectLst/>
                <a:uFillTx/>
                <a:latin typeface="Arial"/>
              </a:rPr>
              <a:t>Edit Master text </a:t>
            </a:r>
            <a:r>
              <a:rPr b="0" lang="en-US" sz="2200" strike="noStrike" u="none">
                <a:solidFill>
                  <a:srgbClr val="ffffff"/>
                </a:solidFill>
                <a:effectLst/>
                <a:uFillTx/>
                <a:latin typeface="Arial"/>
              </a:rPr>
              <a:t>styles</a:t>
            </a:r>
            <a:endParaRPr b="0" lang="en-US" sz="2200" strike="noStrike" u="none">
              <a:solidFill>
                <a:srgbClr val="000000"/>
              </a:solidFill>
              <a:effectLst/>
              <a:uFillTx/>
              <a:latin typeface="Arial"/>
            </a:endParaRPr>
          </a:p>
        </p:txBody>
      </p:sp>
      <p:sp>
        <p:nvSpPr>
          <p:cNvPr id="18" name="PlaceHolder 2"/>
          <p:cNvSpPr>
            <a:spLocks noGrp="1"/>
          </p:cNvSpPr>
          <p:nvPr>
            <p:ph type="title"/>
          </p:nvPr>
        </p:nvSpPr>
        <p:spPr>
          <a:xfrm>
            <a:off x="255960" y="254520"/>
            <a:ext cx="2833560" cy="2121840"/>
          </a:xfrm>
          <a:prstGeom prst="rect">
            <a:avLst/>
          </a:prstGeom>
          <a:noFill/>
          <a:ln w="0">
            <a:noFill/>
          </a:ln>
        </p:spPr>
        <p:txBody>
          <a:bodyPr lIns="91440" rIns="91440" tIns="45720" bIns="45720" anchor="b">
            <a:normAutofit/>
          </a:bodyPr>
          <a:p>
            <a:pPr indent="0" defTabSz="914400">
              <a:lnSpc>
                <a:spcPct val="90000"/>
              </a:lnSpc>
              <a:buNone/>
              <a:tabLst>
                <a:tab algn="l" pos="0"/>
              </a:tabLst>
            </a:pPr>
            <a:r>
              <a:rPr b="0" lang="en-US" sz="3600" spc="-60" strike="noStrike" u="none">
                <a:solidFill>
                  <a:srgbClr val="ffffff"/>
                </a:solidFill>
                <a:effectLst/>
                <a:uFillTx/>
                <a:latin typeface="Arial"/>
              </a:rPr>
              <a:t>Click to edit </a:t>
            </a:r>
            <a:r>
              <a:rPr b="0" lang="en-US" sz="3600" spc="-60" strike="noStrike" u="none">
                <a:solidFill>
                  <a:srgbClr val="ffffff"/>
                </a:solidFill>
                <a:effectLst/>
                <a:uFillTx/>
                <a:latin typeface="Arial"/>
              </a:rPr>
              <a:t>Master title </a:t>
            </a:r>
            <a:r>
              <a:rPr b="0" lang="en-US" sz="3600" spc="-60" strike="noStrike" u="none">
                <a:solidFill>
                  <a:srgbClr val="ffffff"/>
                </a:solidFill>
                <a:effectLst/>
                <a:uFillTx/>
                <a:latin typeface="Arial"/>
              </a:rPr>
              <a:t>style</a:t>
            </a:r>
            <a:endParaRPr b="0" lang="en-US" sz="3600" strike="noStrike" u="none">
              <a:solidFill>
                <a:srgbClr val="000000"/>
              </a:solidFill>
              <a:effectLst/>
              <a:uFillTx/>
              <a:latin typeface="Arial"/>
            </a:endParaRPr>
          </a:p>
        </p:txBody>
      </p:sp>
      <p:sp>
        <p:nvSpPr>
          <p:cNvPr id="19" name="PlaceHolder 3"/>
          <p:cNvSpPr>
            <a:spLocks noGrp="1"/>
          </p:cNvSpPr>
          <p:nvPr>
            <p:ph type="dt" idx="1"/>
          </p:nvPr>
        </p:nvSpPr>
        <p:spPr>
          <a:xfrm>
            <a:off x="262440" y="6356520"/>
            <a:ext cx="274212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dk1">
                    <a:lumMod val="50000"/>
                    <a:lumOff val="50000"/>
                  </a:schemeClr>
                </a:solidFill>
                <a:effectLst/>
                <a:uFillTx/>
                <a:latin typeface="Arial"/>
              </a:defRPr>
            </a:lvl1pPr>
          </a:lstStyle>
          <a:p>
            <a:pPr indent="0" defTabSz="457200">
              <a:lnSpc>
                <a:spcPct val="100000"/>
              </a:lnSpc>
              <a:buNone/>
              <a:tabLst>
                <a:tab algn="l" pos="0"/>
              </a:tabLst>
            </a:pPr>
            <a:r>
              <a:rPr b="0" lang="en-US" sz="1100" strike="noStrike" u="none">
                <a:solidFill>
                  <a:schemeClr val="dk1">
                    <a:lumMod val="50000"/>
                    <a:lumOff val="50000"/>
                  </a:schemeClr>
                </a:solidFill>
                <a:effectLst/>
                <a:uFillTx/>
                <a:latin typeface="Arial"/>
              </a:rPr>
              <a:t>&lt;date/time&gt;</a:t>
            </a:r>
            <a:endParaRPr b="0" lang="en-US" sz="1100" strike="noStrike" u="none">
              <a:solidFill>
                <a:srgbClr val="000000"/>
              </a:solidFill>
              <a:effectLst/>
              <a:uFillTx/>
              <a:latin typeface="Times New Roman"/>
            </a:endParaRPr>
          </a:p>
        </p:txBody>
      </p:sp>
      <p:sp>
        <p:nvSpPr>
          <p:cNvPr id="20" name="PlaceHolder 4"/>
          <p:cNvSpPr>
            <a:spLocks noGrp="1"/>
          </p:cNvSpPr>
          <p:nvPr>
            <p:ph type="ftr" idx="2"/>
          </p:nvPr>
        </p:nvSpPr>
        <p:spPr>
          <a:xfrm>
            <a:off x="3869280" y="6356520"/>
            <a:ext cx="5910480" cy="363960"/>
          </a:xfrm>
          <a:prstGeom prst="rect">
            <a:avLst/>
          </a:prstGeom>
          <a:noFill/>
          <a:ln w="0">
            <a:noFill/>
          </a:ln>
        </p:spPr>
        <p:txBody>
          <a:bodyPr lIns="91440" rIns="91440" tIns="45720" bIns="45720" anchor="ctr">
            <a:noAutofit/>
          </a:bodyPr>
          <a:lstStyle>
            <a:lvl1pPr indent="0" defTabSz="457200">
              <a:lnSpc>
                <a:spcPct val="100000"/>
              </a:lnSpc>
              <a:buNone/>
              <a:tabLst>
                <a:tab algn="l" pos="0"/>
              </a:tabLst>
              <a:defRPr b="0" lang="en-US" sz="1100" strike="noStrike" u="none">
                <a:solidFill>
                  <a:schemeClr val="accent1"/>
                </a:solidFill>
                <a:effectLst/>
                <a:uFillTx/>
                <a:latin typeface="Arial"/>
              </a:defRPr>
            </a:lvl1pPr>
          </a:lstStyle>
          <a:p>
            <a:pPr indent="0" defTabSz="457200">
              <a:lnSpc>
                <a:spcPct val="100000"/>
              </a:lnSpc>
              <a:buNone/>
              <a:tabLst>
                <a:tab algn="l" pos="0"/>
              </a:tabLst>
            </a:pPr>
            <a:r>
              <a:rPr b="0" lang="en-US" sz="1100" strike="noStrike" u="none">
                <a:solidFill>
                  <a:schemeClr val="accent1"/>
                </a:solidFill>
                <a:effectLst/>
                <a:uFillTx/>
                <a:latin typeface="Arial"/>
              </a:rPr>
              <a:t>&lt;footer&gt;</a:t>
            </a:r>
            <a:endParaRPr b="0" lang="en-US" sz="1100" strike="noStrike" u="none">
              <a:solidFill>
                <a:srgbClr val="000000"/>
              </a:solidFill>
              <a:effectLst/>
              <a:uFillTx/>
              <a:latin typeface="Times New Roman"/>
            </a:endParaRPr>
          </a:p>
        </p:txBody>
      </p:sp>
      <p:sp>
        <p:nvSpPr>
          <p:cNvPr id="21" name="PlaceHolder 5"/>
          <p:cNvSpPr>
            <a:spLocks noGrp="1"/>
          </p:cNvSpPr>
          <p:nvPr>
            <p:ph type="sldNum" idx="3"/>
          </p:nvPr>
        </p:nvSpPr>
        <p:spPr>
          <a:xfrm>
            <a:off x="10634040" y="6356520"/>
            <a:ext cx="15300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1" lang="en-US" sz="1200" strike="noStrike" u="none">
                <a:solidFill>
                  <a:schemeClr val="accent1"/>
                </a:solidFill>
                <a:effectLst/>
                <a:uFillTx/>
                <a:latin typeface="Arial"/>
              </a:defRPr>
            </a:lvl1pPr>
          </a:lstStyle>
          <a:p>
            <a:pPr indent="0" algn="r" defTabSz="457200">
              <a:lnSpc>
                <a:spcPct val="100000"/>
              </a:lnSpc>
              <a:buNone/>
              <a:tabLst>
                <a:tab algn="l" pos="0"/>
              </a:tabLst>
            </a:pPr>
            <a:fld id="{0AF55E85-7073-421F-A9A1-3065C414E8B1}" type="slidenum">
              <a:rPr b="1" lang="en-US" sz="1200" strike="noStrike" u="none">
                <a:solidFill>
                  <a:schemeClr val="accent1"/>
                </a:solidFill>
                <a:effectLst/>
                <a:uFillTx/>
                <a:latin typeface="Arial"/>
              </a:rPr>
              <a:t>&lt;number&gt;</a:t>
            </a:fld>
            <a:endParaRPr b="0" lang="en-US"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8.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hyperlink" Target="https://www.wired.com/story/the-5-instagram-features-that-us-states-say-ruin-teens-mental-health/" TargetMode="External"/><Relationship Id="rId2" Type="http://schemas.openxmlformats.org/officeDocument/2006/relationships/slideLayout" Target="../slideLayouts/slideLayout8.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7.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7.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hyperlink" Target="https://knightcolumbia.org/content/understanding-social-media-recommendation-algorithms" TargetMode="External"/><Relationship Id="rId2" Type="http://schemas.openxmlformats.org/officeDocument/2006/relationships/image" Target="../media/image4.png"/><Relationship Id="rId3" Type="http://schemas.openxmlformats.org/officeDocument/2006/relationships/slideLayout" Target="../slideLayouts/slideLayout17.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hyperlink" Target="https://www.npr.org/sections/thetwo-way/2012/11/13/165033882/motor-trend-names-tesla-s-car-of-the-year-first-electric-car-to-receive-honor" TargetMode="External"/><Relationship Id="rId2" Type="http://schemas.openxmlformats.org/officeDocument/2006/relationships/image" Target="../media/image5.png"/><Relationship Id="rId3" Type="http://schemas.openxmlformats.org/officeDocument/2006/relationships/slideLayout" Target="../slideLayouts/slideLayout17.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8.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8.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hyperlink" Target="https://nickclegg.medium.com/you-and-the-algorithm-it-takes-two-to-tango-7722b19aa1c2" TargetMode="External"/><Relationship Id="rId2" Type="http://schemas.openxmlformats.org/officeDocument/2006/relationships/hyperlink" Target="https://www.nature.com/articles/d41586-023-01521-z" TargetMode="External"/><Relationship Id="rId3" Type="http://schemas.openxmlformats.org/officeDocument/2006/relationships/slideLayout" Target="../slideLayouts/slideLayout17.xml"/><Relationship Id="rId4"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8.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PlaceHolder 1"/>
          <p:cNvSpPr>
            <a:spLocks noGrp="1"/>
          </p:cNvSpPr>
          <p:nvPr>
            <p:ph type="title"/>
          </p:nvPr>
        </p:nvSpPr>
        <p:spPr>
          <a:xfrm>
            <a:off x="1069920" y="1298520"/>
            <a:ext cx="7314120" cy="325404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5900" spc="-99" strike="noStrike" u="none">
                <a:solidFill>
                  <a:srgbClr val="ffffff"/>
                </a:solidFill>
                <a:effectLst/>
                <a:uFillTx/>
                <a:latin typeface="Arial"/>
              </a:rPr>
              <a:t>COMM 4940: How do AI Systems Work? What Does It Mean to Fail?</a:t>
            </a:r>
            <a:endParaRPr b="0" lang="en-US" sz="5900" strike="noStrike" u="none">
              <a:solidFill>
                <a:srgbClr val="000000"/>
              </a:solidFill>
              <a:effectLst/>
              <a:uFillTx/>
              <a:latin typeface="Arial"/>
            </a:endParaRPr>
          </a:p>
        </p:txBody>
      </p:sp>
      <p:sp>
        <p:nvSpPr>
          <p:cNvPr id="208" name="PlaceHolder 2"/>
          <p:cNvSpPr>
            <a:spLocks noGrp="1"/>
          </p:cNvSpPr>
          <p:nvPr>
            <p:ph type="subTitle"/>
          </p:nvPr>
        </p:nvSpPr>
        <p:spPr>
          <a:xfrm>
            <a:off x="1100160" y="4670280"/>
            <a:ext cx="7314120" cy="913320"/>
          </a:xfrm>
          <a:prstGeom prst="rect">
            <a:avLst/>
          </a:prstGeom>
          <a:noFill/>
          <a:ln w="0">
            <a:noFill/>
          </a:ln>
        </p:spPr>
        <p:txBody>
          <a:bodyPr lIns="91440" rIns="91440" tIns="45720" bIns="45720" anchor="t">
            <a:noAutofit/>
          </a:bodyPr>
          <a:p>
            <a:pPr marL="228600" indent="0" defTabSz="914400">
              <a:lnSpc>
                <a:spcPct val="90000"/>
              </a:lnSpc>
              <a:spcBef>
                <a:spcPts val="1199"/>
              </a:spcBef>
              <a:buNone/>
              <a:tabLst>
                <a:tab algn="l" pos="0"/>
              </a:tabLst>
            </a:pPr>
            <a:r>
              <a:rPr b="0" lang="en-US" sz="2200" strike="noStrike" u="none">
                <a:solidFill>
                  <a:schemeClr val="accent1">
                    <a:lumMod val="20000"/>
                    <a:lumOff val="80000"/>
                  </a:schemeClr>
                </a:solidFill>
                <a:effectLst/>
                <a:uFillTx/>
                <a:latin typeface="Arial"/>
              </a:rPr>
              <a:t>J. Nathan Matias, January 2026</a:t>
            </a:r>
            <a:endParaRPr b="0" lang="en-US" sz="2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PlaceHolder 1"/>
          <p:cNvSpPr>
            <a:spLocks noGrp="1"/>
          </p:cNvSpPr>
          <p:nvPr>
            <p:ph/>
          </p:nvPr>
        </p:nvSpPr>
        <p:spPr>
          <a:xfrm>
            <a:off x="7818480" y="5748480"/>
            <a:ext cx="3473640" cy="363960"/>
          </a:xfrm>
          <a:prstGeom prst="rect">
            <a:avLst/>
          </a:prstGeom>
          <a:noFill/>
          <a:ln w="0">
            <a:noFill/>
          </a:ln>
        </p:spPr>
        <p:txBody>
          <a:bodyPr lIns="91440" rIns="91440" tIns="45720" bIns="45720" anchor="b">
            <a:noAutofit/>
          </a:bodyPr>
          <a:p>
            <a:pPr indent="0">
              <a:spcBef>
                <a:spcPts val="1417"/>
              </a:spcBef>
              <a:buNone/>
            </a:pPr>
            <a:endParaRPr b="0" lang="en-US" sz="1800" strike="noStrike" u="none">
              <a:solidFill>
                <a:srgbClr val="000000"/>
              </a:solidFill>
              <a:effectLst/>
              <a:uFillTx/>
              <a:latin typeface="Arial"/>
            </a:endParaRPr>
          </a:p>
        </p:txBody>
      </p:sp>
      <p:sp>
        <p:nvSpPr>
          <p:cNvPr id="210" name="PlaceHolder 2"/>
          <p:cNvSpPr>
            <a:spLocks noGrp="1"/>
          </p:cNvSpPr>
          <p:nvPr>
            <p:ph/>
          </p:nvPr>
        </p:nvSpPr>
        <p:spPr>
          <a:xfrm>
            <a:off x="7818480" y="1224360"/>
            <a:ext cx="3473640" cy="4373280"/>
          </a:xfrm>
          <a:prstGeom prst="rect">
            <a:avLst/>
          </a:prstGeom>
          <a:noFill/>
          <a:ln w="0">
            <a:noFill/>
          </a:ln>
        </p:spPr>
        <p:txBody>
          <a:bodyPr lIns="91440" rIns="91440" tIns="45720" bIns="45720" anchor="t">
            <a:normAutofit fontScale="85000" lnSpcReduction="9999"/>
          </a:bodyPr>
          <a:p>
            <a:pPr indent="0">
              <a:lnSpc>
                <a:spcPct val="90000"/>
              </a:lnSpc>
              <a:spcBef>
                <a:spcPts val="1191"/>
              </a:spcBef>
              <a:spcAft>
                <a:spcPts val="992"/>
              </a:spcAft>
              <a:buNone/>
              <a:tabLst>
                <a:tab algn="l" pos="0"/>
              </a:tabLst>
            </a:pPr>
            <a:r>
              <a:rPr b="0" lang="en-US" sz="1800" strike="noStrike" u="none">
                <a:solidFill>
                  <a:schemeClr val="dk1"/>
                </a:solidFill>
                <a:effectLst/>
                <a:uFillTx/>
                <a:latin typeface="Corbel"/>
              </a:rPr>
              <a:t>Paresh Dave (2023) </a:t>
            </a:r>
            <a:r>
              <a:rPr b="1" lang="en-US" sz="1800" strike="noStrike" u="none">
                <a:solidFill>
                  <a:schemeClr val="dk1"/>
                </a:solidFill>
                <a:effectLst/>
                <a:uFillTx/>
                <a:latin typeface="Corbel"/>
              </a:rPr>
              <a:t>The 5 Instagram Features That US States Say Ruin Teens’ Mental Health.</a:t>
            </a:r>
            <a:r>
              <a:rPr b="0" lang="en-US" sz="1800" strike="noStrike" u="none">
                <a:solidFill>
                  <a:schemeClr val="dk1"/>
                </a:solidFill>
                <a:effectLst/>
                <a:uFillTx/>
                <a:latin typeface="Corbel"/>
              </a:rPr>
              <a:t> WIRED</a:t>
            </a:r>
            <a:endParaRPr b="0" lang="en-US" sz="18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1800" strike="noStrike" u="none">
                <a:solidFill>
                  <a:schemeClr val="dk1"/>
                </a:solidFill>
                <a:effectLst/>
                <a:uFillTx/>
                <a:latin typeface="Corbel"/>
              </a:rPr>
              <a:t>Narayanan, A. (2023). </a:t>
            </a:r>
            <a:r>
              <a:rPr b="1" lang="en-US" sz="1800" strike="noStrike" u="none">
                <a:solidFill>
                  <a:schemeClr val="dk1"/>
                </a:solidFill>
                <a:effectLst/>
                <a:uFillTx/>
                <a:latin typeface="Corbel"/>
              </a:rPr>
              <a:t>Understanding social media recommendation algorithms .</a:t>
            </a:r>
            <a:r>
              <a:rPr b="0" lang="en-US" sz="1800" strike="noStrike" u="none">
                <a:solidFill>
                  <a:schemeClr val="dk1"/>
                </a:solidFill>
                <a:effectLst/>
                <a:uFillTx/>
                <a:latin typeface="Corbel"/>
              </a:rPr>
              <a:t> Knight First Amendement Institute.</a:t>
            </a:r>
            <a:endParaRPr b="0" lang="en-US" sz="18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1800" strike="noStrike" u="none">
                <a:solidFill>
                  <a:schemeClr val="dk1"/>
                </a:solidFill>
                <a:effectLst/>
                <a:uFillTx/>
                <a:latin typeface="Corbel"/>
              </a:rPr>
              <a:t>Graduate student reading:</a:t>
            </a:r>
            <a:endParaRPr b="0" lang="en-US" sz="18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1800" strike="noStrike" u="none">
                <a:solidFill>
                  <a:schemeClr val="dk1"/>
                </a:solidFill>
                <a:effectLst/>
                <a:uFillTx/>
                <a:latin typeface="Corbel"/>
              </a:rPr>
              <a:t>Angel, M. P., &amp; boyd, d. (2024, March). </a:t>
            </a:r>
            <a:r>
              <a:rPr b="1" lang="en-US" sz="1800" strike="noStrike" u="none">
                <a:solidFill>
                  <a:schemeClr val="dk1"/>
                </a:solidFill>
                <a:effectLst/>
                <a:uFillTx/>
                <a:latin typeface="Corbel"/>
              </a:rPr>
              <a:t>Techno-legal solutionism: Regulating children's online safety in the United States.</a:t>
            </a:r>
            <a:r>
              <a:rPr b="0" lang="en-US" sz="1800" strike="noStrike" u="none">
                <a:solidFill>
                  <a:schemeClr val="dk1"/>
                </a:solidFill>
                <a:effectLst/>
                <a:uFillTx/>
                <a:latin typeface="Corbel"/>
              </a:rPr>
              <a:t> In Proceedings of the 2024 Symposium on Computer Science and Law (pp. 86-97).</a:t>
            </a:r>
            <a:endParaRPr b="0" lang="en-US" sz="1800" strike="noStrike" u="none">
              <a:solidFill>
                <a:srgbClr val="000000"/>
              </a:solidFill>
              <a:effectLst/>
              <a:uFillTx/>
              <a:latin typeface="Arial"/>
            </a:endParaRPr>
          </a:p>
        </p:txBody>
      </p:sp>
      <p:sp>
        <p:nvSpPr>
          <p:cNvPr id="211" name="PlaceHolder 3"/>
          <p:cNvSpPr>
            <a:spLocks noGrp="1"/>
          </p:cNvSpPr>
          <p:nvPr>
            <p:ph/>
          </p:nvPr>
        </p:nvSpPr>
        <p:spPr>
          <a:xfrm>
            <a:off x="7818480" y="261720"/>
            <a:ext cx="3473640" cy="812160"/>
          </a:xfrm>
          <a:prstGeom prst="rect">
            <a:avLst/>
          </a:prstGeom>
          <a:noFill/>
          <a:ln w="0">
            <a:noFill/>
          </a:ln>
        </p:spPr>
        <p:txBody>
          <a:bodyPr lIns="91440" rIns="91440" tIns="45720" bIns="45720" anchor="t">
            <a:normAutofit/>
          </a:bodyPr>
          <a:p>
            <a:pPr indent="0">
              <a:spcBef>
                <a:spcPts val="1417"/>
              </a:spcBef>
              <a:buNone/>
            </a:pPr>
            <a:endParaRPr b="0" lang="en-US" sz="1800" strike="noStrike" u="none">
              <a:solidFill>
                <a:srgbClr val="000000"/>
              </a:solidFill>
              <a:effectLst/>
              <a:uFillTx/>
              <a:latin typeface="Arial"/>
            </a:endParaRPr>
          </a:p>
        </p:txBody>
      </p:sp>
      <p:sp>
        <p:nvSpPr>
          <p:cNvPr id="212" name="PlaceHolder 4"/>
          <p:cNvSpPr>
            <a:spLocks noGrp="1"/>
          </p:cNvSpPr>
          <p:nvPr>
            <p:ph/>
          </p:nvPr>
        </p:nvSpPr>
        <p:spPr>
          <a:xfrm>
            <a:off x="3858840" y="5748480"/>
            <a:ext cx="3473640" cy="363960"/>
          </a:xfrm>
          <a:prstGeom prst="rect">
            <a:avLst/>
          </a:prstGeom>
          <a:noFill/>
          <a:ln w="0">
            <a:noFill/>
          </a:ln>
        </p:spPr>
        <p:txBody>
          <a:bodyPr lIns="91440" rIns="91440" tIns="45720" bIns="45720" anchor="b">
            <a:noAutofit/>
          </a:bodyPr>
          <a:p>
            <a:pPr indent="0">
              <a:spcBef>
                <a:spcPts val="1417"/>
              </a:spcBef>
              <a:buNone/>
            </a:pPr>
            <a:endParaRPr b="0" lang="en-US" sz="1800" strike="noStrike" u="none">
              <a:solidFill>
                <a:srgbClr val="000000"/>
              </a:solidFill>
              <a:effectLst/>
              <a:uFillTx/>
              <a:latin typeface="Arial"/>
            </a:endParaRPr>
          </a:p>
        </p:txBody>
      </p:sp>
      <p:sp>
        <p:nvSpPr>
          <p:cNvPr id="213" name="PlaceHolder 5"/>
          <p:cNvSpPr>
            <a:spLocks noGrp="1"/>
          </p:cNvSpPr>
          <p:nvPr>
            <p:ph/>
          </p:nvPr>
        </p:nvSpPr>
        <p:spPr>
          <a:xfrm>
            <a:off x="3867840" y="254520"/>
            <a:ext cx="3473640" cy="806760"/>
          </a:xfrm>
          <a:prstGeom prst="rect">
            <a:avLst/>
          </a:prstGeom>
          <a:noFill/>
          <a:ln w="0">
            <a:noFill/>
          </a:ln>
        </p:spPr>
        <p:txBody>
          <a:bodyPr lIns="91440" rIns="91440" tIns="45720" bIns="45720" anchor="t">
            <a:normAutofit/>
          </a:bodyPr>
          <a:p>
            <a:pPr indent="0">
              <a:spcBef>
                <a:spcPts val="1417"/>
              </a:spcBef>
              <a:buNone/>
            </a:pPr>
            <a:endParaRPr b="0" lang="en-US" sz="1800" strike="noStrike" u="none">
              <a:solidFill>
                <a:srgbClr val="000000"/>
              </a:solidFill>
              <a:effectLst/>
              <a:uFillTx/>
              <a:latin typeface="Arial"/>
            </a:endParaRPr>
          </a:p>
        </p:txBody>
      </p:sp>
      <p:sp>
        <p:nvSpPr>
          <p:cNvPr id="214" name="PlaceHolder 6"/>
          <p:cNvSpPr>
            <a:spLocks noGrp="1"/>
          </p:cNvSpPr>
          <p:nvPr>
            <p:ph/>
          </p:nvPr>
        </p:nvSpPr>
        <p:spPr>
          <a:xfrm>
            <a:off x="255960" y="2544480"/>
            <a:ext cx="2833560" cy="3270600"/>
          </a:xfrm>
          <a:prstGeom prst="rect">
            <a:avLst/>
          </a:prstGeom>
          <a:noFill/>
          <a:ln w="0">
            <a:noFill/>
          </a:ln>
        </p:spPr>
        <p:txBody>
          <a:bodyPr lIns="91440" rIns="91440" tIns="45720" bIns="45720" anchor="t">
            <a:noAutofit/>
          </a:bodyPr>
          <a:p>
            <a:pPr indent="0">
              <a:spcBef>
                <a:spcPts val="1417"/>
              </a:spcBef>
              <a:buNone/>
            </a:pPr>
            <a:endParaRPr b="0" lang="en-US" sz="1800" strike="noStrike" u="none">
              <a:solidFill>
                <a:srgbClr val="000000"/>
              </a:solidFill>
              <a:effectLst/>
              <a:uFillTx/>
              <a:latin typeface="Arial"/>
            </a:endParaRPr>
          </a:p>
        </p:txBody>
      </p:sp>
      <p:sp>
        <p:nvSpPr>
          <p:cNvPr id="215" name="PlaceHolder 7"/>
          <p:cNvSpPr>
            <a:spLocks noGrp="1"/>
          </p:cNvSpPr>
          <p:nvPr>
            <p:ph type="title"/>
          </p:nvPr>
        </p:nvSpPr>
        <p:spPr>
          <a:xfrm>
            <a:off x="255960" y="254520"/>
            <a:ext cx="2833560" cy="212184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3600" spc="-60" strike="noStrike" u="none">
                <a:solidFill>
                  <a:srgbClr val="ffffff"/>
                </a:solidFill>
                <a:effectLst/>
                <a:uFillTx/>
                <a:latin typeface="Arial"/>
              </a:rPr>
              <a:t>Reading for Today</a:t>
            </a:r>
            <a:endParaRPr b="0" lang="en-US" sz="3600" strike="noStrike" u="none">
              <a:solidFill>
                <a:srgbClr val="000000"/>
              </a:solidFill>
              <a:effectLst/>
              <a:uFillTx/>
              <a:latin typeface="Arial"/>
            </a:endParaRPr>
          </a:p>
        </p:txBody>
      </p:sp>
      <p:sp>
        <p:nvSpPr>
          <p:cNvPr id="216" name="PlaceHolder 162"/>
          <p:cNvSpPr/>
          <p:nvPr/>
        </p:nvSpPr>
        <p:spPr>
          <a:xfrm>
            <a:off x="3886200" y="1251000"/>
            <a:ext cx="3473640" cy="4373280"/>
          </a:xfrm>
          <a:prstGeom prst="rect">
            <a:avLst/>
          </a:prstGeom>
          <a:noFill/>
          <a:ln w="0">
            <a:noFill/>
          </a:ln>
        </p:spPr>
        <p:style>
          <a:lnRef idx="0"/>
          <a:fillRef idx="0"/>
          <a:effectRef idx="0"/>
          <a:fontRef idx="minor"/>
        </p:style>
        <p:txBody>
          <a:bodyPr lIns="90000" rIns="90000" tIns="45000" bIns="45000" anchor="t">
            <a:normAutofit/>
          </a:bodyPr>
          <a:p>
            <a:pPr>
              <a:lnSpc>
                <a:spcPct val="90000"/>
              </a:lnSpc>
              <a:spcBef>
                <a:spcPts val="1417"/>
              </a:spcBef>
            </a:pPr>
            <a:r>
              <a:rPr b="1" lang="en-US" sz="1800" strike="noStrike" u="none">
                <a:solidFill>
                  <a:schemeClr val="dk1"/>
                </a:solidFill>
                <a:effectLst/>
                <a:uFillTx/>
                <a:latin typeface="Corbel"/>
              </a:rPr>
              <a:t>1.2 Tech and Methods: How Do AI Systems Work? What Does It Mean to Fail?</a:t>
            </a:r>
            <a:endParaRPr b="0" lang="en-US" sz="1800" strike="noStrike" u="none">
              <a:solidFill>
                <a:srgbClr val="000000"/>
              </a:solidFill>
              <a:effectLst/>
              <a:uFillTx/>
              <a:latin typeface="Arial"/>
            </a:endParaRPr>
          </a:p>
          <a:p>
            <a:pPr>
              <a:lnSpc>
                <a:spcPct val="90000"/>
              </a:lnSpc>
              <a:spcBef>
                <a:spcPts val="1417"/>
              </a:spcBef>
            </a:pPr>
            <a:endParaRPr b="0" lang="en-US" sz="1800" strike="noStrike" u="none">
              <a:solidFill>
                <a:srgbClr val="000000"/>
              </a:solidFill>
              <a:effectLst/>
              <a:uFillTx/>
              <a:latin typeface="Arial"/>
            </a:endParaRPr>
          </a:p>
          <a:p>
            <a:pPr>
              <a:lnSpc>
                <a:spcPct val="90000"/>
              </a:lnSpc>
              <a:spcBef>
                <a:spcPts val="1417"/>
              </a:spcBef>
            </a:pPr>
            <a:r>
              <a:rPr b="0" lang="en-US" sz="1800" strike="noStrike" u="none">
                <a:solidFill>
                  <a:schemeClr val="dk1"/>
                </a:solidFill>
                <a:effectLst/>
                <a:uFillTx/>
                <a:latin typeface="Corbel"/>
              </a:rPr>
              <a:t>In this class, we will discuss the code and mathematics behind adaptive algorithms, as well as what it means for an AI system to fail.</a:t>
            </a:r>
            <a:endParaRPr b="0" lang="en-US" sz="1800" strike="noStrike" u="none">
              <a:solidFill>
                <a:srgbClr val="000000"/>
              </a:solidFill>
              <a:effectLst/>
              <a:uFillTx/>
              <a:latin typeface="Arial"/>
            </a:endParaRPr>
          </a:p>
        </p:txBody>
      </p:sp>
      <p:pic>
        <p:nvPicPr>
          <p:cNvPr id="217" name="" descr=""/>
          <p:cNvPicPr/>
          <p:nvPr/>
        </p:nvPicPr>
        <p:blipFill>
          <a:blip r:embed="rId1"/>
          <a:stretch/>
        </p:blipFill>
        <p:spPr>
          <a:xfrm>
            <a:off x="267120" y="2553120"/>
            <a:ext cx="2822760" cy="282276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p:nvPr>
        </p:nvSpPr>
        <p:spPr>
          <a:xfrm>
            <a:off x="7818480" y="5748480"/>
            <a:ext cx="3473640" cy="363960"/>
          </a:xfrm>
          <a:prstGeom prst="rect">
            <a:avLst/>
          </a:prstGeom>
          <a:noFill/>
          <a:ln w="0">
            <a:noFill/>
          </a:ln>
        </p:spPr>
        <p:txBody>
          <a:bodyPr lIns="91440" rIns="91440" tIns="45720" bIns="45720" anchor="b">
            <a:noAutofit/>
          </a:bodyPr>
          <a:p>
            <a:pPr indent="0">
              <a:spcBef>
                <a:spcPts val="1417"/>
              </a:spcBef>
              <a:buNone/>
            </a:pPr>
            <a:endParaRPr b="0" lang="en-US" sz="1800" strike="noStrike" u="none">
              <a:solidFill>
                <a:srgbClr val="000000"/>
              </a:solidFill>
              <a:effectLst/>
              <a:uFillTx/>
              <a:latin typeface="Arial"/>
            </a:endParaRPr>
          </a:p>
        </p:txBody>
      </p:sp>
      <p:sp>
        <p:nvSpPr>
          <p:cNvPr id="219" name="PlaceHolder 2"/>
          <p:cNvSpPr>
            <a:spLocks noGrp="1"/>
          </p:cNvSpPr>
          <p:nvPr>
            <p:ph/>
          </p:nvPr>
        </p:nvSpPr>
        <p:spPr>
          <a:xfrm>
            <a:off x="7818480" y="1224360"/>
            <a:ext cx="3473640" cy="4373280"/>
          </a:xfrm>
          <a:prstGeom prst="rect">
            <a:avLst/>
          </a:prstGeom>
          <a:noFill/>
          <a:ln w="0">
            <a:noFill/>
          </a:ln>
        </p:spPr>
        <p:txBody>
          <a:bodyPr lIns="91440" rIns="91440" tIns="45720" bIns="45720" anchor="t">
            <a:normAutofit/>
          </a:bodyPr>
          <a:p>
            <a:pPr marL="432000" indent="-324000">
              <a:spcBef>
                <a:spcPts val="1417"/>
              </a:spcBef>
              <a:buClr>
                <a:srgbClr val="000000"/>
              </a:buClr>
              <a:buSzPct val="45000"/>
              <a:buFont typeface="Wingdings" charset="2"/>
              <a:buChar char=""/>
            </a:pPr>
            <a:r>
              <a:rPr b="0" lang="en-US" sz="2800" strike="noStrike" u="none">
                <a:solidFill>
                  <a:srgbClr val="000000"/>
                </a:solidFill>
                <a:effectLst/>
                <a:uFillTx/>
                <a:latin typeface="Arial"/>
              </a:rPr>
              <a:t>Addiction</a:t>
            </a:r>
            <a:endParaRPr b="0" lang="en-US" sz="2800" strike="noStrike" u="none">
              <a:solidFill>
                <a:srgbClr val="000000"/>
              </a:solidFill>
              <a:effectLst/>
              <a:uFillTx/>
              <a:latin typeface="Arial"/>
            </a:endParaRPr>
          </a:p>
          <a:p>
            <a:pPr marL="432000" indent="-324000">
              <a:spcBef>
                <a:spcPts val="1417"/>
              </a:spcBef>
              <a:buClr>
                <a:srgbClr val="000000"/>
              </a:buClr>
              <a:buSzPct val="45000"/>
              <a:buFont typeface="Wingdings" charset="2"/>
              <a:buChar char=""/>
            </a:pPr>
            <a:r>
              <a:rPr b="0" lang="en-US" sz="2800" strike="noStrike" u="none">
                <a:solidFill>
                  <a:srgbClr val="000000"/>
                </a:solidFill>
                <a:effectLst/>
                <a:uFillTx/>
                <a:latin typeface="Arial"/>
              </a:rPr>
              <a:t>Social </a:t>
            </a:r>
            <a:r>
              <a:rPr b="0" lang="en-US" sz="2800" strike="noStrike" u="none">
                <a:solidFill>
                  <a:srgbClr val="000000"/>
                </a:solidFill>
                <a:effectLst/>
                <a:uFillTx/>
                <a:latin typeface="Arial"/>
              </a:rPr>
              <a:t>comparison</a:t>
            </a:r>
            <a:endParaRPr b="0" lang="en-US" sz="2800" strike="noStrike" u="none">
              <a:solidFill>
                <a:srgbClr val="000000"/>
              </a:solidFill>
              <a:effectLst/>
              <a:uFillTx/>
              <a:latin typeface="Arial"/>
            </a:endParaRPr>
          </a:p>
          <a:p>
            <a:pPr marL="432000" indent="-324000">
              <a:spcBef>
                <a:spcPts val="1417"/>
              </a:spcBef>
              <a:buClr>
                <a:srgbClr val="000000"/>
              </a:buClr>
              <a:buSzPct val="45000"/>
              <a:buFont typeface="Wingdings" charset="2"/>
              <a:buChar char=""/>
            </a:pPr>
            <a:r>
              <a:rPr b="0" lang="en-US" sz="2800" strike="noStrike" u="none">
                <a:solidFill>
                  <a:srgbClr val="000000"/>
                </a:solidFill>
                <a:effectLst/>
                <a:uFillTx/>
                <a:latin typeface="Arial"/>
              </a:rPr>
              <a:t>Body image</a:t>
            </a:r>
            <a:endParaRPr b="0" lang="en-US" sz="2800" strike="noStrike" u="none">
              <a:solidFill>
                <a:srgbClr val="000000"/>
              </a:solidFill>
              <a:effectLst/>
              <a:uFillTx/>
              <a:latin typeface="Arial"/>
            </a:endParaRPr>
          </a:p>
        </p:txBody>
      </p:sp>
      <p:sp>
        <p:nvSpPr>
          <p:cNvPr id="220" name="PlaceHolder 3"/>
          <p:cNvSpPr>
            <a:spLocks noGrp="1"/>
          </p:cNvSpPr>
          <p:nvPr>
            <p:ph/>
          </p:nvPr>
        </p:nvSpPr>
        <p:spPr>
          <a:xfrm>
            <a:off x="7818480" y="261720"/>
            <a:ext cx="3473640" cy="812160"/>
          </a:xfrm>
          <a:prstGeom prst="rect">
            <a:avLst/>
          </a:prstGeom>
          <a:noFill/>
          <a:ln w="0">
            <a:noFill/>
          </a:ln>
        </p:spPr>
        <p:txBody>
          <a:bodyPr lIns="91440" rIns="91440" tIns="45720" bIns="45720" anchor="t">
            <a:normAutofit/>
          </a:bodyPr>
          <a:p>
            <a:pPr indent="0">
              <a:spcBef>
                <a:spcPts val="1417"/>
              </a:spcBef>
              <a:buNone/>
            </a:pPr>
            <a:r>
              <a:rPr b="1" lang="en-US" sz="3200" strike="noStrike" u="none">
                <a:solidFill>
                  <a:srgbClr val="000000"/>
                </a:solidFill>
                <a:effectLst/>
                <a:uFillTx/>
                <a:latin typeface="Arial"/>
              </a:rPr>
              <a:t>Core concepts</a:t>
            </a:r>
            <a:endParaRPr b="1" lang="en-US" sz="3200" strike="noStrike" u="none">
              <a:solidFill>
                <a:srgbClr val="000000"/>
              </a:solidFill>
              <a:effectLst/>
              <a:uFillTx/>
              <a:latin typeface="Arial"/>
            </a:endParaRPr>
          </a:p>
        </p:txBody>
      </p:sp>
      <p:sp>
        <p:nvSpPr>
          <p:cNvPr id="221" name="PlaceHolder 4"/>
          <p:cNvSpPr>
            <a:spLocks noGrp="1"/>
          </p:cNvSpPr>
          <p:nvPr>
            <p:ph/>
          </p:nvPr>
        </p:nvSpPr>
        <p:spPr>
          <a:xfrm>
            <a:off x="3858840" y="5748480"/>
            <a:ext cx="3473640" cy="363960"/>
          </a:xfrm>
          <a:prstGeom prst="rect">
            <a:avLst/>
          </a:prstGeom>
          <a:noFill/>
          <a:ln w="0">
            <a:noFill/>
          </a:ln>
        </p:spPr>
        <p:txBody>
          <a:bodyPr lIns="91440" rIns="91440" tIns="45720" bIns="45720" anchor="b">
            <a:noAutofit/>
          </a:bodyPr>
          <a:p>
            <a:pPr indent="0">
              <a:spcBef>
                <a:spcPts val="1417"/>
              </a:spcBef>
              <a:buNone/>
            </a:pPr>
            <a:endParaRPr b="0" lang="en-US" sz="1800" strike="noStrike" u="none">
              <a:solidFill>
                <a:srgbClr val="000000"/>
              </a:solidFill>
              <a:effectLst/>
              <a:uFillTx/>
              <a:latin typeface="Arial"/>
            </a:endParaRPr>
          </a:p>
        </p:txBody>
      </p:sp>
      <p:sp>
        <p:nvSpPr>
          <p:cNvPr id="222" name="PlaceHolder 5"/>
          <p:cNvSpPr>
            <a:spLocks noGrp="1"/>
          </p:cNvSpPr>
          <p:nvPr>
            <p:ph/>
          </p:nvPr>
        </p:nvSpPr>
        <p:spPr>
          <a:xfrm>
            <a:off x="3867840" y="254520"/>
            <a:ext cx="3473640" cy="806760"/>
          </a:xfrm>
          <a:prstGeom prst="rect">
            <a:avLst/>
          </a:prstGeom>
          <a:noFill/>
          <a:ln w="0">
            <a:noFill/>
          </a:ln>
        </p:spPr>
        <p:txBody>
          <a:bodyPr lIns="91440" rIns="91440" tIns="45720" bIns="45720" anchor="t">
            <a:normAutofit fontScale="92500" lnSpcReduction="9999"/>
          </a:bodyPr>
          <a:p>
            <a:pPr indent="0" defTabSz="914400">
              <a:lnSpc>
                <a:spcPct val="100000"/>
              </a:lnSpc>
              <a:buNone/>
              <a:tabLst>
                <a:tab algn="l" pos="0"/>
              </a:tabLst>
            </a:pPr>
            <a:r>
              <a:rPr b="1" lang="en-US" sz="3200" strike="noStrike" u="none">
                <a:solidFill>
                  <a:schemeClr val="dk1"/>
                </a:solidFill>
                <a:effectLst/>
                <a:uFillTx/>
                <a:latin typeface="Corbel"/>
              </a:rPr>
              <a:t>Accused features</a:t>
            </a:r>
            <a:endParaRPr b="0" lang="en-US" sz="3200" strike="noStrike" u="none">
              <a:solidFill>
                <a:srgbClr val="000000"/>
              </a:solidFill>
              <a:effectLst/>
              <a:uFillTx/>
              <a:latin typeface="Arial"/>
            </a:endParaRPr>
          </a:p>
        </p:txBody>
      </p:sp>
      <p:sp>
        <p:nvSpPr>
          <p:cNvPr id="223" name="PlaceHolder 6"/>
          <p:cNvSpPr>
            <a:spLocks noGrp="1"/>
          </p:cNvSpPr>
          <p:nvPr>
            <p:ph/>
          </p:nvPr>
        </p:nvSpPr>
        <p:spPr>
          <a:xfrm>
            <a:off x="255960" y="2544480"/>
            <a:ext cx="2833560" cy="3270600"/>
          </a:xfrm>
          <a:prstGeom prst="rect">
            <a:avLst/>
          </a:prstGeom>
          <a:noFill/>
          <a:ln w="0">
            <a:noFill/>
          </a:ln>
        </p:spPr>
        <p:txBody>
          <a:bodyPr lIns="91440" rIns="91440" tIns="45720" bIns="45720" anchor="t">
            <a:noAutofit/>
          </a:bodyPr>
          <a:p>
            <a:pPr indent="0">
              <a:spcBef>
                <a:spcPts val="1191"/>
              </a:spcBef>
              <a:spcAft>
                <a:spcPts val="992"/>
              </a:spcAft>
              <a:buNone/>
            </a:pPr>
            <a:r>
              <a:rPr b="0" lang="en-US" sz="1000" strike="noStrike" u="none">
                <a:solidFill>
                  <a:srgbClr val="ffffff"/>
                </a:solidFill>
                <a:effectLst/>
                <a:uFillTx/>
                <a:latin typeface="Arial"/>
              </a:rPr>
              <a:t>Paresh Dave (2023) </a:t>
            </a:r>
            <a:r>
              <a:rPr b="0" lang="en-US" sz="1000" strike="noStrike" u="none">
                <a:solidFill>
                  <a:srgbClr val="ffffff"/>
                </a:solidFill>
                <a:effectLst/>
                <a:uFillTx/>
                <a:latin typeface="Arial"/>
                <a:hlinkClick r:id="rId1"/>
              </a:rPr>
              <a:t>The 5 Instagram Features That US States Say Ruin Teens’ Mental Health</a:t>
            </a:r>
            <a:r>
              <a:rPr b="0" lang="en-US" sz="1000" strike="noStrike" u="none">
                <a:solidFill>
                  <a:srgbClr val="ffffff"/>
                </a:solidFill>
                <a:effectLst/>
                <a:uFillTx/>
                <a:latin typeface="Arial"/>
              </a:rPr>
              <a:t>. WIRED</a:t>
            </a:r>
            <a:endParaRPr b="0" lang="en-US" sz="1000" strike="noStrike" u="none">
              <a:solidFill>
                <a:srgbClr val="ffffff"/>
              </a:solidFill>
              <a:effectLst/>
              <a:uFillTx/>
              <a:latin typeface="Arial"/>
            </a:endParaRPr>
          </a:p>
          <a:p>
            <a:pPr indent="0">
              <a:spcBef>
                <a:spcPts val="1191"/>
              </a:spcBef>
              <a:spcAft>
                <a:spcPts val="992"/>
              </a:spcAft>
              <a:buNone/>
            </a:pPr>
            <a:endParaRPr b="0" lang="en-US" sz="1000" strike="noStrike" u="none">
              <a:solidFill>
                <a:srgbClr val="ffffff"/>
              </a:solidFill>
              <a:effectLst/>
              <a:uFillTx/>
              <a:latin typeface="Arial"/>
            </a:endParaRPr>
          </a:p>
        </p:txBody>
      </p:sp>
      <p:sp>
        <p:nvSpPr>
          <p:cNvPr id="224" name="PlaceHolder 7"/>
          <p:cNvSpPr>
            <a:spLocks noGrp="1"/>
          </p:cNvSpPr>
          <p:nvPr>
            <p:ph type="title"/>
          </p:nvPr>
        </p:nvSpPr>
        <p:spPr>
          <a:xfrm>
            <a:off x="255960" y="254520"/>
            <a:ext cx="2833560" cy="212184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3600" strike="noStrike" u="none">
                <a:solidFill>
                  <a:srgbClr val="ffffff"/>
                </a:solidFill>
                <a:effectLst/>
                <a:uFillTx/>
                <a:latin typeface="Arial"/>
              </a:rPr>
              <a:t>Harms and possible causes</a:t>
            </a:r>
            <a:endParaRPr b="0" lang="en-US" sz="3600" strike="noStrike" u="none">
              <a:solidFill>
                <a:srgbClr val="ffffff"/>
              </a:solidFill>
              <a:effectLst/>
              <a:uFillTx/>
              <a:latin typeface="Arial"/>
            </a:endParaRPr>
          </a:p>
        </p:txBody>
      </p:sp>
      <p:sp>
        <p:nvSpPr>
          <p:cNvPr id="225" name="PlaceHolder 63"/>
          <p:cNvSpPr/>
          <p:nvPr/>
        </p:nvSpPr>
        <p:spPr>
          <a:xfrm>
            <a:off x="3886200" y="1251000"/>
            <a:ext cx="3473640" cy="4373280"/>
          </a:xfrm>
          <a:prstGeom prst="rect">
            <a:avLst/>
          </a:prstGeom>
          <a:noFill/>
          <a:ln w="0">
            <a:noFill/>
          </a:ln>
        </p:spPr>
        <p:style>
          <a:lnRef idx="0"/>
          <a:fillRef idx="0"/>
          <a:effectRef idx="0"/>
          <a:fontRef idx="minor"/>
        </p:style>
        <p:txBody>
          <a:bodyPr lIns="90000" rIns="90000" tIns="45000" bIns="45000" anchor="t">
            <a:normAutofit/>
          </a:bodyPr>
          <a:p>
            <a:pPr marL="432000" indent="-324000">
              <a:lnSpc>
                <a:spcPct val="90000"/>
              </a:lnSpc>
              <a:spcBef>
                <a:spcPts val="1417"/>
              </a:spcBef>
              <a:buClr>
                <a:srgbClr val="000000"/>
              </a:buClr>
              <a:buSzPct val="45000"/>
              <a:buFont typeface="Wingdings" charset="2"/>
              <a:buChar char=""/>
            </a:pPr>
            <a:r>
              <a:rPr b="0" lang="en-US" sz="2000" strike="noStrike" u="none">
                <a:solidFill>
                  <a:schemeClr val="dk1"/>
                </a:solidFill>
                <a:effectLst/>
                <a:uFillTx/>
                <a:latin typeface="Corbel"/>
              </a:rPr>
              <a:t>Recommendation algorithms (keep teens scrolling)</a:t>
            </a:r>
            <a:endParaRPr b="0" lang="en-US" sz="2000" strike="noStrike" u="none">
              <a:solidFill>
                <a:srgbClr val="000000"/>
              </a:solidFill>
              <a:effectLst/>
              <a:uFillTx/>
              <a:latin typeface="Arial"/>
            </a:endParaRPr>
          </a:p>
          <a:p>
            <a:pPr marL="432000" indent="-324000">
              <a:lnSpc>
                <a:spcPct val="90000"/>
              </a:lnSpc>
              <a:spcBef>
                <a:spcPts val="1417"/>
              </a:spcBef>
              <a:buClr>
                <a:srgbClr val="000000"/>
              </a:buClr>
              <a:buSzPct val="45000"/>
              <a:buFont typeface="Wingdings" charset="2"/>
              <a:buChar char=""/>
            </a:pPr>
            <a:r>
              <a:rPr b="0" lang="en-US" sz="2000" strike="noStrike" u="none">
                <a:solidFill>
                  <a:schemeClr val="dk1"/>
                </a:solidFill>
                <a:effectLst/>
                <a:uFillTx/>
                <a:latin typeface="Corbel"/>
              </a:rPr>
              <a:t>Likes (social comparison)</a:t>
            </a:r>
            <a:endParaRPr b="0" lang="en-US" sz="2000" strike="noStrike" u="none">
              <a:solidFill>
                <a:srgbClr val="000000"/>
              </a:solidFill>
              <a:effectLst/>
              <a:uFillTx/>
              <a:latin typeface="Arial"/>
            </a:endParaRPr>
          </a:p>
          <a:p>
            <a:pPr marL="432000" indent="-324000">
              <a:lnSpc>
                <a:spcPct val="90000"/>
              </a:lnSpc>
              <a:spcBef>
                <a:spcPts val="1417"/>
              </a:spcBef>
              <a:buClr>
                <a:srgbClr val="000000"/>
              </a:buClr>
              <a:buSzPct val="45000"/>
              <a:buFont typeface="Wingdings" charset="2"/>
              <a:buChar char=""/>
            </a:pPr>
            <a:r>
              <a:rPr b="0" lang="en-US" sz="2000" strike="noStrike" u="none">
                <a:solidFill>
                  <a:schemeClr val="dk1"/>
                </a:solidFill>
                <a:effectLst/>
                <a:uFillTx/>
                <a:latin typeface="Corbel"/>
              </a:rPr>
              <a:t>Notifications (distracting)</a:t>
            </a:r>
            <a:endParaRPr b="0" lang="en-US" sz="2000" strike="noStrike" u="none">
              <a:solidFill>
                <a:srgbClr val="000000"/>
              </a:solidFill>
              <a:effectLst/>
              <a:uFillTx/>
              <a:latin typeface="Arial"/>
            </a:endParaRPr>
          </a:p>
          <a:p>
            <a:pPr marL="432000" indent="-324000">
              <a:lnSpc>
                <a:spcPct val="90000"/>
              </a:lnSpc>
              <a:spcBef>
                <a:spcPts val="1417"/>
              </a:spcBef>
              <a:buClr>
                <a:srgbClr val="000000"/>
              </a:buClr>
              <a:buSzPct val="45000"/>
              <a:buFont typeface="Wingdings" charset="2"/>
              <a:buChar char=""/>
            </a:pPr>
            <a:r>
              <a:rPr b="0" lang="en-US" sz="2000" strike="noStrike" u="none">
                <a:solidFill>
                  <a:schemeClr val="dk1"/>
                </a:solidFill>
                <a:effectLst/>
                <a:uFillTx/>
                <a:latin typeface="Corbel"/>
              </a:rPr>
              <a:t>Photo filters (body image)</a:t>
            </a:r>
            <a:endParaRPr b="0" lang="en-US" sz="2000" strike="noStrike" u="none">
              <a:solidFill>
                <a:srgbClr val="000000"/>
              </a:solidFill>
              <a:effectLst/>
              <a:uFillTx/>
              <a:latin typeface="Arial"/>
            </a:endParaRPr>
          </a:p>
          <a:p>
            <a:pPr marL="432000" indent="-324000">
              <a:lnSpc>
                <a:spcPct val="90000"/>
              </a:lnSpc>
              <a:spcBef>
                <a:spcPts val="1417"/>
              </a:spcBef>
              <a:buClr>
                <a:srgbClr val="000000"/>
              </a:buClr>
              <a:buSzPct val="45000"/>
              <a:buFont typeface="Wingdings" charset="2"/>
              <a:buChar char=""/>
            </a:pPr>
            <a:r>
              <a:rPr b="0" lang="en-US" sz="2000" strike="noStrike" u="none">
                <a:solidFill>
                  <a:schemeClr val="dk1"/>
                </a:solidFill>
                <a:effectLst/>
                <a:uFillTx/>
                <a:latin typeface="Corbel"/>
              </a:rPr>
              <a:t>Stories (must view before vanish)</a:t>
            </a:r>
            <a:endParaRPr b="0" lang="en-US"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PlaceHolder 1"/>
          <p:cNvSpPr>
            <a:spLocks noGrp="1"/>
          </p:cNvSpPr>
          <p:nvPr>
            <p:ph/>
          </p:nvPr>
        </p:nvSpPr>
        <p:spPr>
          <a:xfrm>
            <a:off x="7818480" y="5748480"/>
            <a:ext cx="3473640" cy="363960"/>
          </a:xfrm>
          <a:prstGeom prst="rect">
            <a:avLst/>
          </a:prstGeom>
          <a:noFill/>
          <a:ln w="0">
            <a:noFill/>
          </a:ln>
        </p:spPr>
        <p:txBody>
          <a:bodyPr lIns="91440" rIns="91440" tIns="45720" bIns="45720" anchor="b">
            <a:noAutofit/>
          </a:bodyPr>
          <a:p>
            <a:pPr indent="0">
              <a:spcBef>
                <a:spcPts val="1417"/>
              </a:spcBef>
              <a:buNone/>
            </a:pPr>
            <a:endParaRPr b="0" lang="en-US" sz="1800" strike="noStrike" u="none">
              <a:solidFill>
                <a:srgbClr val="000000"/>
              </a:solidFill>
              <a:effectLst/>
              <a:uFillTx/>
              <a:latin typeface="Arial"/>
            </a:endParaRPr>
          </a:p>
        </p:txBody>
      </p:sp>
      <p:sp>
        <p:nvSpPr>
          <p:cNvPr id="227" name="PlaceHolder 2"/>
          <p:cNvSpPr>
            <a:spLocks noGrp="1"/>
          </p:cNvSpPr>
          <p:nvPr>
            <p:ph/>
          </p:nvPr>
        </p:nvSpPr>
        <p:spPr>
          <a:xfrm>
            <a:off x="3858840" y="5748480"/>
            <a:ext cx="3473640" cy="363960"/>
          </a:xfrm>
          <a:prstGeom prst="rect">
            <a:avLst/>
          </a:prstGeom>
          <a:noFill/>
          <a:ln w="0">
            <a:noFill/>
          </a:ln>
        </p:spPr>
        <p:txBody>
          <a:bodyPr lIns="91440" rIns="91440" tIns="45720" bIns="45720" anchor="b">
            <a:noAutofit/>
          </a:bodyPr>
          <a:p>
            <a:pPr indent="0">
              <a:spcBef>
                <a:spcPts val="1417"/>
              </a:spcBef>
              <a:buNone/>
            </a:pPr>
            <a:endParaRPr b="0" lang="en-US" sz="1800" strike="noStrike" u="none">
              <a:solidFill>
                <a:srgbClr val="000000"/>
              </a:solidFill>
              <a:effectLst/>
              <a:uFillTx/>
              <a:latin typeface="Arial"/>
            </a:endParaRPr>
          </a:p>
        </p:txBody>
      </p:sp>
      <p:sp>
        <p:nvSpPr>
          <p:cNvPr id="228" name="PlaceHolder 3"/>
          <p:cNvSpPr>
            <a:spLocks noGrp="1"/>
          </p:cNvSpPr>
          <p:nvPr>
            <p:ph/>
          </p:nvPr>
        </p:nvSpPr>
        <p:spPr>
          <a:xfrm>
            <a:off x="255960" y="2544480"/>
            <a:ext cx="2833560" cy="3270600"/>
          </a:xfrm>
          <a:prstGeom prst="rect">
            <a:avLst/>
          </a:prstGeom>
          <a:noFill/>
          <a:ln w="0">
            <a:noFill/>
          </a:ln>
        </p:spPr>
        <p:txBody>
          <a:bodyPr lIns="91440" rIns="91440" tIns="45720" bIns="45720" anchor="t">
            <a:noAutofit/>
          </a:bodyPr>
          <a:p>
            <a:pPr indent="0">
              <a:spcBef>
                <a:spcPts val="1191"/>
              </a:spcBef>
              <a:spcAft>
                <a:spcPts val="992"/>
              </a:spcAft>
              <a:buNone/>
            </a:pPr>
            <a:r>
              <a:rPr b="0" lang="en-US" sz="1000" strike="noStrike" u="none">
                <a:solidFill>
                  <a:srgbClr val="ffffff"/>
                </a:solidFill>
                <a:effectLst/>
                <a:uFillTx/>
                <a:latin typeface="Arial"/>
              </a:rPr>
              <a:t>Orben, A., Meier, A., Dalgleish, T., &amp; Blakemore, </a:t>
            </a:r>
            <a:r>
              <a:rPr b="0" lang="en-US" sz="1000" strike="noStrike" u="none">
                <a:solidFill>
                  <a:srgbClr val="ffffff"/>
                </a:solidFill>
                <a:effectLst/>
                <a:uFillTx/>
                <a:latin typeface="Arial"/>
              </a:rPr>
              <a:t>S. J. (2024). Mechanisms linking social media </a:t>
            </a:r>
            <a:r>
              <a:rPr b="0" lang="en-US" sz="1000" strike="noStrike" u="none">
                <a:solidFill>
                  <a:srgbClr val="ffffff"/>
                </a:solidFill>
                <a:effectLst/>
                <a:uFillTx/>
                <a:latin typeface="Arial"/>
              </a:rPr>
              <a:t>use to adolescent mental health vulnerability. </a:t>
            </a:r>
            <a:r>
              <a:rPr b="0" lang="en-US" sz="1000" strike="noStrike" u="none">
                <a:solidFill>
                  <a:srgbClr val="ffffff"/>
                </a:solidFill>
                <a:effectLst/>
                <a:uFillTx/>
                <a:latin typeface="Arial"/>
              </a:rPr>
              <a:t>Nature Reviews Psychology, 3(6), 407-423.</a:t>
            </a:r>
            <a:endParaRPr b="0" lang="en-US" sz="1000" strike="noStrike" u="none">
              <a:solidFill>
                <a:srgbClr val="ffffff"/>
              </a:solidFill>
              <a:effectLst/>
              <a:uFillTx/>
              <a:latin typeface="Arial"/>
            </a:endParaRPr>
          </a:p>
        </p:txBody>
      </p:sp>
      <p:sp>
        <p:nvSpPr>
          <p:cNvPr id="229" name="PlaceHolder 4"/>
          <p:cNvSpPr>
            <a:spLocks noGrp="1"/>
          </p:cNvSpPr>
          <p:nvPr>
            <p:ph type="title"/>
          </p:nvPr>
        </p:nvSpPr>
        <p:spPr>
          <a:xfrm>
            <a:off x="255960" y="254520"/>
            <a:ext cx="2833560" cy="212184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3600" strike="noStrike" u="none">
                <a:solidFill>
                  <a:srgbClr val="ffffff"/>
                </a:solidFill>
                <a:effectLst/>
                <a:uFillTx/>
                <a:latin typeface="Arial"/>
              </a:rPr>
              <a:t>How do scientists think about it?</a:t>
            </a:r>
            <a:endParaRPr b="0" lang="en-US" sz="3600" strike="noStrike" u="none">
              <a:solidFill>
                <a:srgbClr val="ffffff"/>
              </a:solidFill>
              <a:effectLst/>
              <a:uFillTx/>
              <a:latin typeface="Arial"/>
            </a:endParaRPr>
          </a:p>
        </p:txBody>
      </p:sp>
      <p:pic>
        <p:nvPicPr>
          <p:cNvPr id="230" name="" descr=""/>
          <p:cNvPicPr/>
          <p:nvPr/>
        </p:nvPicPr>
        <p:blipFill>
          <a:blip r:embed="rId1"/>
          <a:stretch/>
        </p:blipFill>
        <p:spPr>
          <a:xfrm>
            <a:off x="3657600" y="19440"/>
            <a:ext cx="8324640" cy="569556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PlaceHolder 1"/>
          <p:cNvSpPr>
            <a:spLocks noGrp="1"/>
          </p:cNvSpPr>
          <p:nvPr>
            <p:ph/>
          </p:nvPr>
        </p:nvSpPr>
        <p:spPr>
          <a:xfrm>
            <a:off x="7818480" y="5748480"/>
            <a:ext cx="3473640" cy="363960"/>
          </a:xfrm>
          <a:prstGeom prst="rect">
            <a:avLst/>
          </a:prstGeom>
          <a:noFill/>
          <a:ln w="0">
            <a:noFill/>
          </a:ln>
        </p:spPr>
        <p:txBody>
          <a:bodyPr lIns="91440" rIns="91440" tIns="45720" bIns="45720" anchor="b">
            <a:noAutofit/>
          </a:bodyPr>
          <a:p>
            <a:pPr indent="0">
              <a:spcBef>
                <a:spcPts val="1417"/>
              </a:spcBef>
              <a:buNone/>
            </a:pPr>
            <a:endParaRPr b="0" lang="en-US" sz="1800" strike="noStrike" u="none">
              <a:solidFill>
                <a:srgbClr val="000000"/>
              </a:solidFill>
              <a:effectLst/>
              <a:uFillTx/>
              <a:latin typeface="Arial"/>
            </a:endParaRPr>
          </a:p>
        </p:txBody>
      </p:sp>
      <p:sp>
        <p:nvSpPr>
          <p:cNvPr id="232" name="PlaceHolder 2"/>
          <p:cNvSpPr>
            <a:spLocks noGrp="1"/>
          </p:cNvSpPr>
          <p:nvPr>
            <p:ph/>
          </p:nvPr>
        </p:nvSpPr>
        <p:spPr>
          <a:xfrm>
            <a:off x="3858840" y="5748480"/>
            <a:ext cx="3473640" cy="363960"/>
          </a:xfrm>
          <a:prstGeom prst="rect">
            <a:avLst/>
          </a:prstGeom>
          <a:noFill/>
          <a:ln w="0">
            <a:noFill/>
          </a:ln>
        </p:spPr>
        <p:txBody>
          <a:bodyPr lIns="91440" rIns="91440" tIns="45720" bIns="45720" anchor="b">
            <a:noAutofit/>
          </a:bodyPr>
          <a:p>
            <a:pPr indent="0">
              <a:spcBef>
                <a:spcPts val="1417"/>
              </a:spcBef>
              <a:buNone/>
            </a:pPr>
            <a:endParaRPr b="0" lang="en-US" sz="1800" strike="noStrike" u="none">
              <a:solidFill>
                <a:srgbClr val="000000"/>
              </a:solidFill>
              <a:effectLst/>
              <a:uFillTx/>
              <a:latin typeface="Arial"/>
            </a:endParaRPr>
          </a:p>
        </p:txBody>
      </p:sp>
      <p:sp>
        <p:nvSpPr>
          <p:cNvPr id="233" name="PlaceHolder 3"/>
          <p:cNvSpPr>
            <a:spLocks noGrp="1"/>
          </p:cNvSpPr>
          <p:nvPr>
            <p:ph/>
          </p:nvPr>
        </p:nvSpPr>
        <p:spPr>
          <a:xfrm>
            <a:off x="255960" y="2544480"/>
            <a:ext cx="2833560" cy="3270600"/>
          </a:xfrm>
          <a:prstGeom prst="rect">
            <a:avLst/>
          </a:prstGeom>
          <a:noFill/>
          <a:ln w="0">
            <a:noFill/>
          </a:ln>
        </p:spPr>
        <p:txBody>
          <a:bodyPr lIns="91440" rIns="91440" tIns="45720" bIns="45720" anchor="t">
            <a:noAutofit/>
          </a:bodyPr>
          <a:p>
            <a:pPr indent="0">
              <a:spcBef>
                <a:spcPts val="1191"/>
              </a:spcBef>
              <a:spcAft>
                <a:spcPts val="992"/>
              </a:spcAft>
              <a:buNone/>
            </a:pPr>
            <a:r>
              <a:rPr b="0" lang="en-US" sz="1000" strike="noStrike" u="none">
                <a:solidFill>
                  <a:srgbClr val="ffffff"/>
                </a:solidFill>
                <a:effectLst/>
                <a:uFillTx/>
                <a:latin typeface="Arial"/>
              </a:rPr>
              <a:t>Orben, A., Meier, A., Dalgleish, T., &amp; Blakemore, S. J. (2024). Mechanisms linking social media use to adolescent mental health vulnerability. Nature Reviews Psychology, 3(6), 407-423.</a:t>
            </a:r>
            <a:endParaRPr b="0" lang="en-US" sz="1000" strike="noStrike" u="none">
              <a:solidFill>
                <a:srgbClr val="ffffff"/>
              </a:solidFill>
              <a:effectLst/>
              <a:uFillTx/>
              <a:latin typeface="Arial"/>
            </a:endParaRPr>
          </a:p>
        </p:txBody>
      </p:sp>
      <p:sp>
        <p:nvSpPr>
          <p:cNvPr id="234" name="PlaceHolder 4"/>
          <p:cNvSpPr>
            <a:spLocks noGrp="1"/>
          </p:cNvSpPr>
          <p:nvPr>
            <p:ph type="title"/>
          </p:nvPr>
        </p:nvSpPr>
        <p:spPr>
          <a:xfrm>
            <a:off x="255960" y="254520"/>
            <a:ext cx="2833560" cy="212184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3600" strike="noStrike" u="none">
                <a:solidFill>
                  <a:srgbClr val="ffffff"/>
                </a:solidFill>
                <a:effectLst/>
                <a:uFillTx/>
                <a:latin typeface="Arial"/>
              </a:rPr>
              <a:t>How do scientists think about it?</a:t>
            </a:r>
            <a:endParaRPr b="0" lang="en-US" sz="3600" strike="noStrike" u="none">
              <a:solidFill>
                <a:srgbClr val="ffffff"/>
              </a:solidFill>
              <a:effectLst/>
              <a:uFillTx/>
              <a:latin typeface="Arial"/>
            </a:endParaRPr>
          </a:p>
        </p:txBody>
      </p:sp>
      <p:pic>
        <p:nvPicPr>
          <p:cNvPr id="235" name="" descr=""/>
          <p:cNvPicPr/>
          <p:nvPr/>
        </p:nvPicPr>
        <p:blipFill>
          <a:blip r:embed="rId1"/>
          <a:stretch/>
        </p:blipFill>
        <p:spPr>
          <a:xfrm>
            <a:off x="3595680" y="0"/>
            <a:ext cx="8291520" cy="571464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p:nvPr>
        </p:nvSpPr>
        <p:spPr>
          <a:xfrm>
            <a:off x="255960" y="2544480"/>
            <a:ext cx="2833560" cy="3270600"/>
          </a:xfrm>
          <a:prstGeom prst="rect">
            <a:avLst/>
          </a:prstGeom>
          <a:noFill/>
          <a:ln w="0">
            <a:noFill/>
          </a:ln>
        </p:spPr>
        <p:txBody>
          <a:bodyPr lIns="91440" rIns="91440" tIns="45720" bIns="45720" anchor="t">
            <a:noAutofit/>
          </a:bodyPr>
          <a:p>
            <a:pPr indent="0">
              <a:spcBef>
                <a:spcPts val="1191"/>
              </a:spcBef>
              <a:spcAft>
                <a:spcPts val="992"/>
              </a:spcAft>
              <a:buNone/>
            </a:pPr>
            <a:r>
              <a:rPr b="0" lang="en-US" sz="1000" strike="noStrike" u="none">
                <a:solidFill>
                  <a:srgbClr val="ffffff"/>
                </a:solidFill>
                <a:effectLst/>
                <a:uFillTx/>
                <a:latin typeface="Arial"/>
              </a:rPr>
              <a:t>Narayanan, A. (2023). </a:t>
            </a:r>
            <a:r>
              <a:rPr b="0" lang="en-US" sz="1000" strike="noStrike" u="none">
                <a:solidFill>
                  <a:srgbClr val="ffffff"/>
                </a:solidFill>
                <a:effectLst/>
                <a:uFillTx/>
                <a:latin typeface="Arial"/>
                <a:hlinkClick r:id="rId1"/>
              </a:rPr>
              <a:t>Understanding social media recommendation algorithms</a:t>
            </a:r>
            <a:r>
              <a:rPr b="0" lang="en-US" sz="1000" strike="noStrike" u="none">
                <a:solidFill>
                  <a:srgbClr val="ffffff"/>
                </a:solidFill>
                <a:effectLst/>
                <a:uFillTx/>
                <a:latin typeface="Arial"/>
              </a:rPr>
              <a:t> . Knight First Amendement Institute.</a:t>
            </a:r>
            <a:endParaRPr b="0" lang="en-US" sz="1000" strike="noStrike" u="none">
              <a:solidFill>
                <a:srgbClr val="ffffff"/>
              </a:solidFill>
              <a:effectLst/>
              <a:uFillTx/>
              <a:latin typeface="Arial"/>
            </a:endParaRPr>
          </a:p>
          <a:p>
            <a:pPr indent="0">
              <a:spcBef>
                <a:spcPts val="1191"/>
              </a:spcBef>
              <a:spcAft>
                <a:spcPts val="992"/>
              </a:spcAft>
              <a:buNone/>
            </a:pPr>
            <a:endParaRPr b="0" lang="en-US" sz="1000" strike="noStrike" u="none">
              <a:solidFill>
                <a:srgbClr val="ffffff"/>
              </a:solidFill>
              <a:effectLst/>
              <a:uFillTx/>
              <a:latin typeface="Arial"/>
            </a:endParaRPr>
          </a:p>
        </p:txBody>
      </p:sp>
      <p:sp>
        <p:nvSpPr>
          <p:cNvPr id="237" name="PlaceHolder 2"/>
          <p:cNvSpPr>
            <a:spLocks noGrp="1"/>
          </p:cNvSpPr>
          <p:nvPr>
            <p:ph type="title"/>
          </p:nvPr>
        </p:nvSpPr>
        <p:spPr>
          <a:xfrm>
            <a:off x="255960" y="254520"/>
            <a:ext cx="2833560" cy="212184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3200" strike="noStrike" u="none">
                <a:solidFill>
                  <a:srgbClr val="ffffff"/>
                </a:solidFill>
                <a:effectLst/>
                <a:uFillTx/>
                <a:latin typeface="Arial"/>
              </a:rPr>
              <a:t>Understanding Social Media Recommendation Algorithms</a:t>
            </a:r>
            <a:endParaRPr b="0" lang="en-US" sz="3200" strike="noStrike" u="none">
              <a:solidFill>
                <a:srgbClr val="ffffff"/>
              </a:solidFill>
              <a:effectLst/>
              <a:uFillTx/>
              <a:latin typeface="Arial"/>
            </a:endParaRPr>
          </a:p>
        </p:txBody>
      </p:sp>
      <p:pic>
        <p:nvPicPr>
          <p:cNvPr id="238" name="" descr=""/>
          <p:cNvPicPr/>
          <p:nvPr/>
        </p:nvPicPr>
        <p:blipFill>
          <a:blip r:embed="rId2"/>
          <a:stretch/>
        </p:blipFill>
        <p:spPr>
          <a:xfrm>
            <a:off x="3886200" y="457200"/>
            <a:ext cx="7457760" cy="369540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p:nvPr>
        </p:nvSpPr>
        <p:spPr>
          <a:xfrm>
            <a:off x="255960" y="2544480"/>
            <a:ext cx="2833560" cy="3270600"/>
          </a:xfrm>
          <a:prstGeom prst="rect">
            <a:avLst/>
          </a:prstGeom>
          <a:noFill/>
          <a:ln w="0">
            <a:noFill/>
          </a:ln>
        </p:spPr>
        <p:txBody>
          <a:bodyPr lIns="91440" rIns="91440" tIns="45720" bIns="45720" anchor="t">
            <a:noAutofit/>
          </a:bodyPr>
          <a:p>
            <a:pPr indent="0">
              <a:spcBef>
                <a:spcPts val="1191"/>
              </a:spcBef>
              <a:spcAft>
                <a:spcPts val="992"/>
              </a:spcAft>
              <a:buNone/>
            </a:pPr>
            <a:r>
              <a:rPr b="0" lang="en-US" sz="1000" strike="noStrike" u="none">
                <a:solidFill>
                  <a:srgbClr val="ffffff"/>
                </a:solidFill>
                <a:effectLst/>
                <a:uFillTx/>
                <a:latin typeface="Arial"/>
              </a:rPr>
              <a:t>George McGee was behind the wheel of his </a:t>
            </a:r>
            <a:r>
              <a:rPr b="0" lang="en-US" sz="1000" strike="noStrike" u="none">
                <a:solidFill>
                  <a:srgbClr val="ffffff"/>
                </a:solidFill>
                <a:effectLst/>
                <a:uFillTx/>
                <a:latin typeface="Arial"/>
                <a:hlinkClick r:id="rId1"/>
              </a:rPr>
              <a:t>Tesla Model S</a:t>
            </a:r>
            <a:r>
              <a:rPr b="0" lang="en-US" sz="1000" strike="noStrike" u="none">
                <a:solidFill>
                  <a:srgbClr val="ffffff"/>
                </a:solidFill>
                <a:effectLst/>
                <a:uFillTx/>
                <a:latin typeface="Arial"/>
              </a:rPr>
              <a:t> in April 2019 when the car sped through a T intersection near Key Largo, Fla., crashing into a parked SUV at more than 50 miles per hour.</a:t>
            </a:r>
            <a:br>
              <a:rPr sz="1000"/>
            </a:br>
            <a:br>
              <a:rPr sz="1000"/>
            </a:br>
            <a:r>
              <a:rPr b="0" lang="en-US" sz="1000" strike="noStrike" u="none">
                <a:solidFill>
                  <a:srgbClr val="ffffff"/>
                </a:solidFill>
                <a:effectLst/>
                <a:uFillTx/>
                <a:latin typeface="Arial"/>
              </a:rPr>
              <a:t>"I was driving, I dropped my phone, and looked down," McGee told police at the scene. "I ran the stop sign and hit the guy's car."</a:t>
            </a:r>
            <a:br>
              <a:rPr sz="1000"/>
            </a:br>
            <a:br>
              <a:rPr sz="1000"/>
            </a:br>
            <a:r>
              <a:rPr b="0" lang="en-US" sz="1000" strike="noStrike" u="none">
                <a:solidFill>
                  <a:srgbClr val="ffffff"/>
                </a:solidFill>
                <a:effectLst/>
                <a:uFillTx/>
                <a:latin typeface="Arial"/>
              </a:rPr>
              <a:t>Before the crash, McGee had engaged the system that Tesla calls Autopilot, which can steer, brake and accelerate the car on its own.</a:t>
            </a:r>
            <a:br>
              <a:rPr sz="1000"/>
            </a:br>
            <a:br>
              <a:rPr sz="1000"/>
            </a:br>
            <a:r>
              <a:rPr b="0" lang="en-US" sz="1000" strike="noStrike" u="none">
                <a:solidFill>
                  <a:srgbClr val="ffffff"/>
                </a:solidFill>
                <a:effectLst/>
                <a:uFillTx/>
                <a:latin typeface="Arial"/>
              </a:rPr>
              <a:t>But that didn't stop the Tesla from slamming into the parked Chevrolet Tahoe. The impact of the crash killed 22-year-old Naibel Benavides Leon, who had been standing next to the parked SUV with Dillon Angulo. Angulo was severely injured, while Benavides' body was found about 75 feet away.</a:t>
            </a:r>
            <a:endParaRPr b="0" lang="en-US" sz="1000" strike="noStrike" u="none">
              <a:solidFill>
                <a:srgbClr val="000000"/>
              </a:solidFill>
              <a:effectLst/>
              <a:uFillTx/>
              <a:latin typeface="Arial"/>
            </a:endParaRPr>
          </a:p>
        </p:txBody>
      </p:sp>
      <p:sp>
        <p:nvSpPr>
          <p:cNvPr id="240" name="PlaceHolder 2"/>
          <p:cNvSpPr>
            <a:spLocks noGrp="1"/>
          </p:cNvSpPr>
          <p:nvPr>
            <p:ph type="title"/>
          </p:nvPr>
        </p:nvSpPr>
        <p:spPr>
          <a:xfrm>
            <a:off x="255960" y="254520"/>
            <a:ext cx="2833560" cy="212184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3600" strike="noStrike" u="none">
                <a:solidFill>
                  <a:srgbClr val="ffffff"/>
                </a:solidFill>
                <a:effectLst/>
                <a:uFillTx/>
                <a:latin typeface="Arial"/>
              </a:rPr>
              <a:t>Tesla Lawsuit</a:t>
            </a:r>
            <a:endParaRPr b="0" lang="en-US" sz="3600" strike="noStrike" u="none">
              <a:solidFill>
                <a:srgbClr val="ffffff"/>
              </a:solidFill>
              <a:effectLst/>
              <a:uFillTx/>
              <a:latin typeface="Arial"/>
            </a:endParaRPr>
          </a:p>
        </p:txBody>
      </p:sp>
      <p:pic>
        <p:nvPicPr>
          <p:cNvPr id="241" name="" descr=""/>
          <p:cNvPicPr/>
          <p:nvPr/>
        </p:nvPicPr>
        <p:blipFill>
          <a:blip r:embed="rId2"/>
          <a:stretch/>
        </p:blipFill>
        <p:spPr>
          <a:xfrm>
            <a:off x="3657600" y="228600"/>
            <a:ext cx="4343400" cy="550476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p:nvPr>
        </p:nvSpPr>
        <p:spPr>
          <a:xfrm>
            <a:off x="7818480" y="5748480"/>
            <a:ext cx="3473640" cy="363960"/>
          </a:xfrm>
          <a:prstGeom prst="rect">
            <a:avLst/>
          </a:prstGeom>
          <a:noFill/>
          <a:ln w="0">
            <a:noFill/>
          </a:ln>
        </p:spPr>
        <p:txBody>
          <a:bodyPr lIns="91440" rIns="91440" tIns="45720" bIns="45720" anchor="b">
            <a:noAutofit/>
          </a:bodyPr>
          <a:p>
            <a:pPr indent="0">
              <a:spcBef>
                <a:spcPts val="1417"/>
              </a:spcBef>
              <a:buNone/>
            </a:pPr>
            <a:endParaRPr b="0" lang="en-US" sz="1800" strike="noStrike" u="none">
              <a:solidFill>
                <a:srgbClr val="000000"/>
              </a:solidFill>
              <a:effectLst/>
              <a:uFillTx/>
              <a:latin typeface="Arial"/>
            </a:endParaRPr>
          </a:p>
        </p:txBody>
      </p:sp>
      <p:sp>
        <p:nvSpPr>
          <p:cNvPr id="243" name="PlaceHolder 2"/>
          <p:cNvSpPr>
            <a:spLocks noGrp="1"/>
          </p:cNvSpPr>
          <p:nvPr>
            <p:ph/>
          </p:nvPr>
        </p:nvSpPr>
        <p:spPr>
          <a:xfrm>
            <a:off x="7818480" y="1224360"/>
            <a:ext cx="3473640" cy="4373280"/>
          </a:xfrm>
          <a:prstGeom prst="rect">
            <a:avLst/>
          </a:prstGeom>
          <a:noFill/>
          <a:ln w="0">
            <a:noFill/>
          </a:ln>
        </p:spPr>
        <p:txBody>
          <a:bodyPr lIns="91440" rIns="91440" tIns="45720" bIns="45720" anchor="t">
            <a:normAutofit/>
          </a:bodyPr>
          <a:p>
            <a:pPr indent="0">
              <a:spcBef>
                <a:spcPts val="1417"/>
              </a:spcBef>
              <a:buNone/>
            </a:pPr>
            <a:endParaRPr b="0" lang="en-US" sz="1800" strike="noStrike" u="none">
              <a:solidFill>
                <a:srgbClr val="000000"/>
              </a:solidFill>
              <a:effectLst/>
              <a:uFillTx/>
              <a:latin typeface="Arial"/>
            </a:endParaRPr>
          </a:p>
        </p:txBody>
      </p:sp>
      <p:sp>
        <p:nvSpPr>
          <p:cNvPr id="244" name="PlaceHolder 3"/>
          <p:cNvSpPr>
            <a:spLocks noGrp="1"/>
          </p:cNvSpPr>
          <p:nvPr>
            <p:ph/>
          </p:nvPr>
        </p:nvSpPr>
        <p:spPr>
          <a:xfrm>
            <a:off x="7818480" y="261720"/>
            <a:ext cx="3473640" cy="812160"/>
          </a:xfrm>
          <a:prstGeom prst="rect">
            <a:avLst/>
          </a:prstGeom>
          <a:noFill/>
          <a:ln w="0">
            <a:noFill/>
          </a:ln>
        </p:spPr>
        <p:txBody>
          <a:bodyPr lIns="91440" rIns="91440" tIns="45720" bIns="45720" anchor="t">
            <a:normAutofit fontScale="92500" lnSpcReduction="9999"/>
          </a:bodyPr>
          <a:p>
            <a:pPr indent="0">
              <a:spcBef>
                <a:spcPts val="1417"/>
              </a:spcBef>
              <a:buNone/>
            </a:pPr>
            <a:endParaRPr b="0" lang="en-US" sz="1800" strike="noStrike" u="none">
              <a:solidFill>
                <a:srgbClr val="000000"/>
              </a:solidFill>
              <a:effectLst/>
              <a:uFillTx/>
              <a:latin typeface="Arial"/>
            </a:endParaRPr>
          </a:p>
        </p:txBody>
      </p:sp>
      <p:sp>
        <p:nvSpPr>
          <p:cNvPr id="245" name="PlaceHolder 4"/>
          <p:cNvSpPr>
            <a:spLocks noGrp="1"/>
          </p:cNvSpPr>
          <p:nvPr>
            <p:ph/>
          </p:nvPr>
        </p:nvSpPr>
        <p:spPr>
          <a:xfrm>
            <a:off x="3858840" y="5748480"/>
            <a:ext cx="3473640" cy="363960"/>
          </a:xfrm>
          <a:prstGeom prst="rect">
            <a:avLst/>
          </a:prstGeom>
          <a:noFill/>
          <a:ln w="0">
            <a:noFill/>
          </a:ln>
        </p:spPr>
        <p:txBody>
          <a:bodyPr lIns="91440" rIns="91440" tIns="45720" bIns="45720" anchor="b">
            <a:noAutofit/>
          </a:bodyPr>
          <a:p>
            <a:pPr indent="0">
              <a:spcBef>
                <a:spcPts val="1417"/>
              </a:spcBef>
              <a:buNone/>
            </a:pPr>
            <a:endParaRPr b="0" lang="en-US" sz="1800" strike="noStrike" u="none">
              <a:solidFill>
                <a:srgbClr val="000000"/>
              </a:solidFill>
              <a:effectLst/>
              <a:uFillTx/>
              <a:latin typeface="Arial"/>
            </a:endParaRPr>
          </a:p>
        </p:txBody>
      </p:sp>
      <p:sp>
        <p:nvSpPr>
          <p:cNvPr id="246" name="PlaceHolder 5"/>
          <p:cNvSpPr>
            <a:spLocks noGrp="1"/>
          </p:cNvSpPr>
          <p:nvPr>
            <p:ph/>
          </p:nvPr>
        </p:nvSpPr>
        <p:spPr>
          <a:xfrm>
            <a:off x="3867840" y="254520"/>
            <a:ext cx="3473640" cy="806760"/>
          </a:xfrm>
          <a:prstGeom prst="rect">
            <a:avLst/>
          </a:prstGeom>
          <a:noFill/>
          <a:ln w="0">
            <a:noFill/>
          </a:ln>
        </p:spPr>
        <p:txBody>
          <a:bodyPr lIns="91440" rIns="91440" tIns="45720" bIns="45720" anchor="t">
            <a:normAutofit/>
          </a:bodyPr>
          <a:p>
            <a:pPr indent="0" defTabSz="914400">
              <a:lnSpc>
                <a:spcPct val="100000"/>
              </a:lnSpc>
              <a:buNone/>
              <a:tabLst>
                <a:tab algn="l" pos="0"/>
              </a:tabLst>
            </a:pPr>
            <a:r>
              <a:rPr b="1" lang="en-US" sz="3200" strike="noStrike" u="none">
                <a:solidFill>
                  <a:schemeClr val="dk1"/>
                </a:solidFill>
                <a:effectLst/>
                <a:uFillTx/>
                <a:latin typeface="Corbel"/>
              </a:rPr>
              <a:t>The Court Case</a:t>
            </a:r>
            <a:endParaRPr b="0" lang="en-US" sz="3200" strike="noStrike" u="none">
              <a:solidFill>
                <a:srgbClr val="000000"/>
              </a:solidFill>
              <a:effectLst/>
              <a:uFillTx/>
              <a:latin typeface="Arial"/>
            </a:endParaRPr>
          </a:p>
        </p:txBody>
      </p:sp>
      <p:sp>
        <p:nvSpPr>
          <p:cNvPr id="247" name="PlaceHolder 6"/>
          <p:cNvSpPr>
            <a:spLocks noGrp="1"/>
          </p:cNvSpPr>
          <p:nvPr>
            <p:ph/>
          </p:nvPr>
        </p:nvSpPr>
        <p:spPr>
          <a:xfrm>
            <a:off x="255960" y="1987200"/>
            <a:ext cx="2833560" cy="3270600"/>
          </a:xfrm>
          <a:prstGeom prst="rect">
            <a:avLst/>
          </a:prstGeom>
          <a:noFill/>
          <a:ln w="0">
            <a:noFill/>
          </a:ln>
        </p:spPr>
        <p:txBody>
          <a:bodyPr lIns="91440" rIns="91440" tIns="45720" bIns="45720" anchor="t">
            <a:noAutofit/>
          </a:bodyPr>
          <a:p>
            <a:pPr marL="432000" indent="-324000">
              <a:lnSpc>
                <a:spcPct val="90000"/>
              </a:lnSpc>
              <a:spcBef>
                <a:spcPts val="1417"/>
              </a:spcBef>
              <a:buClr>
                <a:srgbClr val="000000"/>
              </a:buClr>
              <a:buSzPct val="45000"/>
              <a:buFont typeface="Wingdings" charset="2"/>
              <a:buChar char=""/>
            </a:pPr>
            <a:r>
              <a:rPr b="0" lang="en-US" sz="2800" strike="noStrike" u="none">
                <a:solidFill>
                  <a:srgbClr val="ffffff"/>
                </a:solidFill>
                <a:effectLst/>
                <a:uFillTx/>
                <a:latin typeface="Corbel"/>
              </a:rPr>
              <a:t>(5 mins) make a plan (you can </a:t>
            </a:r>
            <a:r>
              <a:rPr b="0" lang="en-US" sz="2800" strike="noStrike" u="none">
                <a:solidFill>
                  <a:srgbClr val="ffffff"/>
                </a:solidFill>
                <a:effectLst/>
                <a:uFillTx/>
                <a:latin typeface="Corbel"/>
              </a:rPr>
              <a:t>google)</a:t>
            </a:r>
            <a:endParaRPr b="0" lang="en-US" sz="2800" strike="noStrike" u="none">
              <a:solidFill>
                <a:srgbClr val="000000"/>
              </a:solidFill>
              <a:effectLst/>
              <a:uFillTx/>
              <a:latin typeface="Arial"/>
            </a:endParaRPr>
          </a:p>
          <a:p>
            <a:pPr marL="432000" indent="-324000">
              <a:lnSpc>
                <a:spcPct val="90000"/>
              </a:lnSpc>
              <a:spcBef>
                <a:spcPts val="1417"/>
              </a:spcBef>
              <a:buClr>
                <a:srgbClr val="000000"/>
              </a:buClr>
              <a:buSzPct val="45000"/>
              <a:buFont typeface="Wingdings" charset="2"/>
              <a:buChar char=""/>
            </a:pPr>
            <a:r>
              <a:rPr b="0" lang="en-US" sz="2800" strike="noStrike" u="none">
                <a:solidFill>
                  <a:srgbClr val="ffffff"/>
                </a:solidFill>
                <a:effectLst/>
                <a:uFillTx/>
                <a:latin typeface="Corbel"/>
              </a:rPr>
              <a:t>Use what you know about algorithms </a:t>
            </a:r>
            <a:r>
              <a:rPr b="0" lang="en-US" sz="2800" strike="noStrike" u="none">
                <a:solidFill>
                  <a:srgbClr val="ffffff"/>
                </a:solidFill>
                <a:effectLst/>
                <a:uFillTx/>
                <a:latin typeface="Corbel"/>
              </a:rPr>
              <a:t>to make a case</a:t>
            </a:r>
            <a:endParaRPr b="0" lang="en-US" sz="2800" strike="noStrike" u="none">
              <a:solidFill>
                <a:srgbClr val="000000"/>
              </a:solidFill>
              <a:effectLst/>
              <a:uFillTx/>
              <a:latin typeface="Arial"/>
            </a:endParaRPr>
          </a:p>
        </p:txBody>
      </p:sp>
      <p:sp>
        <p:nvSpPr>
          <p:cNvPr id="248" name="PlaceHolder 7"/>
          <p:cNvSpPr>
            <a:spLocks noGrp="1"/>
          </p:cNvSpPr>
          <p:nvPr>
            <p:ph type="title"/>
          </p:nvPr>
        </p:nvSpPr>
        <p:spPr>
          <a:xfrm>
            <a:off x="255960" y="254520"/>
            <a:ext cx="2833560" cy="212184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3600" spc="-60" strike="noStrike" u="none">
                <a:solidFill>
                  <a:srgbClr val="ffffff"/>
                </a:solidFill>
                <a:effectLst/>
                <a:uFillTx/>
                <a:latin typeface="Arial"/>
              </a:rPr>
              <a:t>Break-outs:</a:t>
            </a:r>
            <a:br>
              <a:rPr sz="3600"/>
            </a:br>
            <a:endParaRPr b="0" lang="en-US" sz="3600" strike="noStrike" u="none">
              <a:solidFill>
                <a:srgbClr val="000000"/>
              </a:solidFill>
              <a:effectLst/>
              <a:uFillTx/>
              <a:latin typeface="Arial"/>
            </a:endParaRPr>
          </a:p>
        </p:txBody>
      </p:sp>
      <p:sp>
        <p:nvSpPr>
          <p:cNvPr id="249" name="PlaceHolder 27"/>
          <p:cNvSpPr/>
          <p:nvPr/>
        </p:nvSpPr>
        <p:spPr>
          <a:xfrm>
            <a:off x="3886200" y="1251000"/>
            <a:ext cx="3473640" cy="4373280"/>
          </a:xfrm>
          <a:prstGeom prst="rect">
            <a:avLst/>
          </a:prstGeom>
          <a:noFill/>
          <a:ln w="0">
            <a:noFill/>
          </a:ln>
        </p:spPr>
        <p:style>
          <a:lnRef idx="0"/>
          <a:fillRef idx="0"/>
          <a:effectRef idx="0"/>
          <a:fontRef idx="minor"/>
        </p:style>
        <p:txBody>
          <a:bodyPr lIns="90000" rIns="90000" tIns="45000" bIns="45000" anchor="t">
            <a:normAutofit fontScale="92500" lnSpcReduction="9999"/>
          </a:bodyPr>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Corbel"/>
              </a:rPr>
              <a:t>Group one: </a:t>
            </a:r>
            <a:r>
              <a:rPr b="1" lang="en-US" sz="2800" strike="noStrike" u="none">
                <a:solidFill>
                  <a:schemeClr val="dk1"/>
                </a:solidFill>
                <a:effectLst/>
                <a:uFillTx/>
                <a:latin typeface="Corbel"/>
              </a:rPr>
              <a:t>the family </a:t>
            </a:r>
            <a:r>
              <a:rPr b="0" lang="en-US" sz="2800" strike="noStrike" u="none">
                <a:solidFill>
                  <a:schemeClr val="dk1"/>
                </a:solidFill>
                <a:effectLst/>
                <a:uFillTx/>
                <a:latin typeface="Corbel"/>
              </a:rPr>
              <a:t>– argue that Tesla was responsible</a:t>
            </a:r>
            <a:endParaRPr b="0" lang="en-US" sz="2800" strike="noStrike" u="none">
              <a:solidFill>
                <a:srgbClr val="000000"/>
              </a:solidFill>
              <a:effectLst/>
              <a:uFillTx/>
              <a:latin typeface="Arial"/>
            </a:endParaRPr>
          </a:p>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Corbel"/>
              </a:rPr>
              <a:t>Group two: </a:t>
            </a:r>
            <a:r>
              <a:rPr b="1" lang="en-US" sz="2800" strike="noStrike" u="none">
                <a:solidFill>
                  <a:schemeClr val="dk1"/>
                </a:solidFill>
                <a:effectLst/>
                <a:uFillTx/>
                <a:latin typeface="Corbel"/>
              </a:rPr>
              <a:t>Tesla </a:t>
            </a:r>
            <a:r>
              <a:rPr b="0" lang="en-US" sz="2800" strike="noStrike" u="none">
                <a:solidFill>
                  <a:schemeClr val="dk1"/>
                </a:solidFill>
                <a:effectLst/>
                <a:uFillTx/>
                <a:latin typeface="Corbel"/>
              </a:rPr>
              <a:t>– argue it was driver error </a:t>
            </a:r>
            <a:endParaRPr b="0" lang="en-US" sz="2800" strike="noStrike" u="none">
              <a:solidFill>
                <a:srgbClr val="000000"/>
              </a:solidFill>
              <a:effectLst/>
              <a:uFillTx/>
              <a:latin typeface="Arial"/>
            </a:endParaRPr>
          </a:p>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Corbel"/>
              </a:rPr>
              <a:t>Group three: a </a:t>
            </a:r>
            <a:r>
              <a:rPr b="1" lang="en-US" sz="2800" strike="noStrike" u="none">
                <a:solidFill>
                  <a:schemeClr val="dk1"/>
                </a:solidFill>
                <a:effectLst/>
                <a:uFillTx/>
                <a:latin typeface="Corbel"/>
              </a:rPr>
              <a:t>Jury</a:t>
            </a:r>
            <a:r>
              <a:rPr b="0" lang="en-US" sz="2800" strike="noStrike" u="none">
                <a:solidFill>
                  <a:schemeClr val="dk1"/>
                </a:solidFill>
                <a:effectLst/>
                <a:uFillTx/>
                <a:latin typeface="Corbel"/>
              </a:rPr>
              <a:t> – what would you want to know to decide?</a:t>
            </a:r>
            <a:endParaRPr b="0" lang="en-US"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PlaceHolder 1"/>
          <p:cNvSpPr>
            <a:spLocks noGrp="1"/>
          </p:cNvSpPr>
          <p:nvPr>
            <p:ph/>
          </p:nvPr>
        </p:nvSpPr>
        <p:spPr>
          <a:xfrm>
            <a:off x="7818480" y="5748480"/>
            <a:ext cx="3473640" cy="363960"/>
          </a:xfrm>
          <a:prstGeom prst="rect">
            <a:avLst/>
          </a:prstGeom>
          <a:noFill/>
          <a:ln w="0">
            <a:noFill/>
          </a:ln>
        </p:spPr>
        <p:txBody>
          <a:bodyPr lIns="91440" rIns="91440" tIns="45720" bIns="45720" anchor="b">
            <a:noAutofit/>
          </a:bodyPr>
          <a:p>
            <a:pPr indent="0">
              <a:spcBef>
                <a:spcPts val="1417"/>
              </a:spcBef>
              <a:buNone/>
            </a:pPr>
            <a:endParaRPr b="0" lang="en-US" sz="1800" strike="noStrike" u="none">
              <a:solidFill>
                <a:srgbClr val="000000"/>
              </a:solidFill>
              <a:effectLst/>
              <a:uFillTx/>
              <a:latin typeface="Arial"/>
            </a:endParaRPr>
          </a:p>
        </p:txBody>
      </p:sp>
      <p:sp>
        <p:nvSpPr>
          <p:cNvPr id="251" name="PlaceHolder 2"/>
          <p:cNvSpPr>
            <a:spLocks noGrp="1"/>
          </p:cNvSpPr>
          <p:nvPr>
            <p:ph/>
          </p:nvPr>
        </p:nvSpPr>
        <p:spPr>
          <a:xfrm>
            <a:off x="7818480" y="1224360"/>
            <a:ext cx="3473640" cy="4373280"/>
          </a:xfrm>
          <a:prstGeom prst="rect">
            <a:avLst/>
          </a:prstGeom>
          <a:noFill/>
          <a:ln w="0">
            <a:noFill/>
          </a:ln>
        </p:spPr>
        <p:txBody>
          <a:bodyPr lIns="91440" rIns="91440" tIns="45720" bIns="45720" anchor="t">
            <a:normAutofit/>
          </a:bodyPr>
          <a:p>
            <a:pPr indent="0">
              <a:lnSpc>
                <a:spcPct val="90000"/>
              </a:lnSpc>
              <a:spcBef>
                <a:spcPts val="1191"/>
              </a:spcBef>
              <a:spcAft>
                <a:spcPts val="992"/>
              </a:spcAft>
              <a:buNone/>
              <a:tabLst>
                <a:tab algn="l" pos="0"/>
              </a:tabLst>
            </a:pPr>
            <a:r>
              <a:rPr b="0" lang="en-US" sz="1800" strike="noStrike" u="none">
                <a:solidFill>
                  <a:schemeClr val="dk1"/>
                </a:solidFill>
                <a:effectLst/>
                <a:uFillTx/>
                <a:latin typeface="Corbel"/>
              </a:rPr>
              <a:t>An in-depth case study and/or </a:t>
            </a:r>
            <a:r>
              <a:rPr b="0" lang="en-US" sz="1800" strike="noStrike" u="none">
                <a:solidFill>
                  <a:schemeClr val="dk1"/>
                </a:solidFill>
                <a:effectLst/>
                <a:uFillTx/>
                <a:latin typeface="Corbel"/>
              </a:rPr>
              <a:t>forensic analysis of some </a:t>
            </a:r>
            <a:r>
              <a:rPr b="0" lang="en-US" sz="1800" strike="noStrike" u="none">
                <a:solidFill>
                  <a:schemeClr val="dk1"/>
                </a:solidFill>
                <a:effectLst/>
                <a:uFillTx/>
                <a:latin typeface="Corbel"/>
              </a:rPr>
              <a:t>failure of an adaptive </a:t>
            </a:r>
            <a:r>
              <a:rPr b="0" lang="en-US" sz="1800" strike="noStrike" u="none">
                <a:solidFill>
                  <a:schemeClr val="dk1"/>
                </a:solidFill>
                <a:effectLst/>
                <a:uFillTx/>
                <a:latin typeface="Corbel"/>
              </a:rPr>
              <a:t>algorithm</a:t>
            </a:r>
            <a:endParaRPr b="0" lang="en-US" sz="18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1800" strike="noStrike" u="none">
                <a:solidFill>
                  <a:schemeClr val="dk1"/>
                </a:solidFill>
                <a:effectLst/>
                <a:uFillTx/>
                <a:latin typeface="Corbel"/>
              </a:rPr>
              <a:t>A proposal for a "black box" or </a:t>
            </a:r>
            <a:r>
              <a:rPr b="0" lang="en-US" sz="1800" strike="noStrike" u="none">
                <a:solidFill>
                  <a:schemeClr val="dk1"/>
                </a:solidFill>
                <a:effectLst/>
                <a:uFillTx/>
                <a:latin typeface="Corbel"/>
              </a:rPr>
              <a:t>data schema of what to record </a:t>
            </a:r>
            <a:r>
              <a:rPr b="0" lang="en-US" sz="1800" strike="noStrike" u="none">
                <a:solidFill>
                  <a:schemeClr val="dk1"/>
                </a:solidFill>
                <a:effectLst/>
                <a:uFillTx/>
                <a:latin typeface="Corbel"/>
              </a:rPr>
              <a:t>to inform future analysis of </a:t>
            </a:r>
            <a:r>
              <a:rPr b="0" lang="en-US" sz="1800" strike="noStrike" u="none">
                <a:solidFill>
                  <a:schemeClr val="dk1"/>
                </a:solidFill>
                <a:effectLst/>
                <a:uFillTx/>
                <a:latin typeface="Corbel"/>
              </a:rPr>
              <a:t>incidents</a:t>
            </a:r>
            <a:endParaRPr b="0" lang="en-US" sz="18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1800" strike="noStrike" u="none">
                <a:solidFill>
                  <a:schemeClr val="dk1"/>
                </a:solidFill>
                <a:effectLst/>
                <a:uFillTx/>
                <a:latin typeface="Corbel"/>
              </a:rPr>
              <a:t>An independent project </a:t>
            </a:r>
            <a:r>
              <a:rPr b="0" lang="en-US" sz="1800" strike="noStrike" u="none">
                <a:solidFill>
                  <a:schemeClr val="dk1"/>
                </a:solidFill>
                <a:effectLst/>
                <a:uFillTx/>
                <a:latin typeface="Corbel"/>
              </a:rPr>
              <a:t>involving a graduate student </a:t>
            </a:r>
            <a:r>
              <a:rPr b="0" lang="en-US" sz="1800" strike="noStrike" u="none">
                <a:solidFill>
                  <a:schemeClr val="dk1"/>
                </a:solidFill>
                <a:effectLst/>
                <a:uFillTx/>
                <a:latin typeface="Corbel"/>
              </a:rPr>
              <a:t>team member</a:t>
            </a:r>
            <a:endParaRPr b="0" lang="en-US" sz="1800" strike="noStrike" u="none">
              <a:solidFill>
                <a:srgbClr val="000000"/>
              </a:solidFill>
              <a:effectLst/>
              <a:uFillTx/>
              <a:latin typeface="Arial"/>
            </a:endParaRPr>
          </a:p>
        </p:txBody>
      </p:sp>
      <p:sp>
        <p:nvSpPr>
          <p:cNvPr id="252" name="PlaceHolder 3"/>
          <p:cNvSpPr>
            <a:spLocks noGrp="1"/>
          </p:cNvSpPr>
          <p:nvPr>
            <p:ph/>
          </p:nvPr>
        </p:nvSpPr>
        <p:spPr>
          <a:xfrm>
            <a:off x="7818480" y="261720"/>
            <a:ext cx="3473640" cy="812160"/>
          </a:xfrm>
          <a:prstGeom prst="rect">
            <a:avLst/>
          </a:prstGeom>
          <a:noFill/>
          <a:ln w="0">
            <a:noFill/>
          </a:ln>
        </p:spPr>
        <p:txBody>
          <a:bodyPr lIns="91440" rIns="91440" tIns="45720" bIns="45720" anchor="t">
            <a:normAutofit/>
          </a:bodyPr>
          <a:p>
            <a:pPr indent="0" defTabSz="914400">
              <a:lnSpc>
                <a:spcPct val="100000"/>
              </a:lnSpc>
              <a:buNone/>
              <a:tabLst>
                <a:tab algn="l" pos="0"/>
              </a:tabLst>
            </a:pPr>
            <a:r>
              <a:rPr b="0" lang="en-US" sz="3200" strike="noStrike" u="none">
                <a:solidFill>
                  <a:schemeClr val="dk1"/>
                </a:solidFill>
                <a:effectLst/>
                <a:uFillTx/>
                <a:latin typeface="Corbel"/>
              </a:rPr>
              <a:t>Final projects</a:t>
            </a:r>
            <a:endParaRPr b="0" lang="en-US" sz="3200" strike="noStrike" u="none">
              <a:solidFill>
                <a:srgbClr val="000000"/>
              </a:solidFill>
              <a:effectLst/>
              <a:uFillTx/>
              <a:latin typeface="Arial"/>
            </a:endParaRPr>
          </a:p>
        </p:txBody>
      </p:sp>
      <p:sp>
        <p:nvSpPr>
          <p:cNvPr id="253" name="PlaceHolder 4"/>
          <p:cNvSpPr>
            <a:spLocks noGrp="1"/>
          </p:cNvSpPr>
          <p:nvPr>
            <p:ph/>
          </p:nvPr>
        </p:nvSpPr>
        <p:spPr>
          <a:xfrm>
            <a:off x="3858840" y="5748480"/>
            <a:ext cx="3473640" cy="363960"/>
          </a:xfrm>
          <a:prstGeom prst="rect">
            <a:avLst/>
          </a:prstGeom>
          <a:noFill/>
          <a:ln w="0">
            <a:noFill/>
          </a:ln>
        </p:spPr>
        <p:txBody>
          <a:bodyPr lIns="91440" rIns="91440" tIns="45720" bIns="45720" anchor="b">
            <a:noAutofit/>
          </a:bodyPr>
          <a:p>
            <a:pPr indent="0">
              <a:spcBef>
                <a:spcPts val="1417"/>
              </a:spcBef>
              <a:buNone/>
            </a:pPr>
            <a:endParaRPr b="0" lang="en-US" sz="1800" strike="noStrike" u="none">
              <a:solidFill>
                <a:srgbClr val="000000"/>
              </a:solidFill>
              <a:effectLst/>
              <a:uFillTx/>
              <a:latin typeface="Arial"/>
            </a:endParaRPr>
          </a:p>
        </p:txBody>
      </p:sp>
      <p:sp>
        <p:nvSpPr>
          <p:cNvPr id="254" name="PlaceHolder 5"/>
          <p:cNvSpPr>
            <a:spLocks noGrp="1"/>
          </p:cNvSpPr>
          <p:nvPr>
            <p:ph/>
          </p:nvPr>
        </p:nvSpPr>
        <p:spPr>
          <a:xfrm>
            <a:off x="3867840" y="254520"/>
            <a:ext cx="3473640" cy="806760"/>
          </a:xfrm>
          <a:prstGeom prst="rect">
            <a:avLst/>
          </a:prstGeom>
          <a:noFill/>
          <a:ln w="0">
            <a:noFill/>
          </a:ln>
        </p:spPr>
        <p:txBody>
          <a:bodyPr lIns="91440" rIns="91440" tIns="45720" bIns="45720" anchor="t">
            <a:normAutofit/>
          </a:bodyPr>
          <a:p>
            <a:pPr indent="0">
              <a:spcBef>
                <a:spcPts val="1417"/>
              </a:spcBef>
              <a:buNone/>
            </a:pPr>
            <a:endParaRPr b="0" lang="en-US" sz="1800" strike="noStrike" u="none">
              <a:solidFill>
                <a:srgbClr val="000000"/>
              </a:solidFill>
              <a:effectLst/>
              <a:uFillTx/>
              <a:latin typeface="Arial"/>
            </a:endParaRPr>
          </a:p>
        </p:txBody>
      </p:sp>
      <p:sp>
        <p:nvSpPr>
          <p:cNvPr id="255" name="PlaceHolder 6"/>
          <p:cNvSpPr>
            <a:spLocks noGrp="1"/>
          </p:cNvSpPr>
          <p:nvPr>
            <p:ph/>
          </p:nvPr>
        </p:nvSpPr>
        <p:spPr>
          <a:xfrm>
            <a:off x="255960" y="2544480"/>
            <a:ext cx="2833560" cy="3270600"/>
          </a:xfrm>
          <a:prstGeom prst="rect">
            <a:avLst/>
          </a:prstGeom>
          <a:noFill/>
          <a:ln w="0">
            <a:noFill/>
          </a:ln>
        </p:spPr>
        <p:txBody>
          <a:bodyPr lIns="91440" rIns="91440" tIns="45720" bIns="45720" anchor="t">
            <a:noAutofit/>
          </a:bodyPr>
          <a:p>
            <a:pPr indent="0">
              <a:spcBef>
                <a:spcPts val="1417"/>
              </a:spcBef>
              <a:buNone/>
            </a:pPr>
            <a:endParaRPr b="0" lang="en-US" sz="1800" strike="noStrike" u="none">
              <a:solidFill>
                <a:srgbClr val="000000"/>
              </a:solidFill>
              <a:effectLst/>
              <a:uFillTx/>
              <a:latin typeface="Arial"/>
            </a:endParaRPr>
          </a:p>
        </p:txBody>
      </p:sp>
      <p:sp>
        <p:nvSpPr>
          <p:cNvPr id="256" name="PlaceHolder 7"/>
          <p:cNvSpPr>
            <a:spLocks noGrp="1"/>
          </p:cNvSpPr>
          <p:nvPr>
            <p:ph type="title"/>
          </p:nvPr>
        </p:nvSpPr>
        <p:spPr>
          <a:xfrm>
            <a:off x="255960" y="254520"/>
            <a:ext cx="2833560" cy="212184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3600" spc="-60" strike="noStrike" u="none">
                <a:solidFill>
                  <a:srgbClr val="ffffff"/>
                </a:solidFill>
                <a:effectLst/>
                <a:uFillTx/>
                <a:latin typeface="Arial"/>
              </a:rPr>
              <a:t>Arc of the semester</a:t>
            </a:r>
            <a:endParaRPr b="0" lang="en-US" sz="3600" strike="noStrike" u="none">
              <a:solidFill>
                <a:srgbClr val="000000"/>
              </a:solidFill>
              <a:effectLst/>
              <a:uFillTx/>
              <a:latin typeface="Arial"/>
            </a:endParaRPr>
          </a:p>
        </p:txBody>
      </p:sp>
      <p:sp>
        <p:nvSpPr>
          <p:cNvPr id="257" name="PlaceHolder 107"/>
          <p:cNvSpPr/>
          <p:nvPr/>
        </p:nvSpPr>
        <p:spPr>
          <a:xfrm>
            <a:off x="3886200" y="1251000"/>
            <a:ext cx="3473640" cy="4373280"/>
          </a:xfrm>
          <a:prstGeom prst="rect">
            <a:avLst/>
          </a:prstGeom>
          <a:noFill/>
          <a:ln w="0">
            <a:noFill/>
          </a:ln>
        </p:spPr>
        <p:style>
          <a:lnRef idx="0"/>
          <a:fillRef idx="0"/>
          <a:effectRef idx="0"/>
          <a:fontRef idx="minor"/>
        </p:style>
        <p:txBody>
          <a:bodyPr lIns="90000" rIns="90000" tIns="45000" bIns="45000" anchor="t">
            <a:normAutofit/>
          </a:bodyPr>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Corbel"/>
              </a:rPr>
              <a:t>Introductory sessions</a:t>
            </a:r>
            <a:endParaRPr b="0" lang="en-US" sz="2800" strike="noStrike" u="none">
              <a:solidFill>
                <a:srgbClr val="000000"/>
              </a:solidFill>
              <a:effectLst/>
              <a:uFillTx/>
              <a:latin typeface="Arial"/>
            </a:endParaRPr>
          </a:p>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Corbel"/>
              </a:rPr>
              <a:t>Midterm (before Spring Break) incident analysis</a:t>
            </a:r>
            <a:endParaRPr b="0" lang="en-US" sz="2800" strike="noStrike" u="none">
              <a:solidFill>
                <a:srgbClr val="000000"/>
              </a:solidFill>
              <a:effectLst/>
              <a:uFillTx/>
              <a:latin typeface="Arial"/>
            </a:endParaRPr>
          </a:p>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Corbel"/>
              </a:rPr>
              <a:t>Final project (in teams) </a:t>
            </a:r>
            <a:endParaRPr b="0" lang="en-US" sz="2800" strike="noStrike" u="none">
              <a:solidFill>
                <a:srgbClr val="000000"/>
              </a:solidFill>
              <a:effectLst/>
              <a:uFillTx/>
              <a:latin typeface="Arial"/>
            </a:endParaRPr>
          </a:p>
        </p:txBody>
      </p:sp>
      <p:pic>
        <p:nvPicPr>
          <p:cNvPr id="258" name="" descr=""/>
          <p:cNvPicPr/>
          <p:nvPr/>
        </p:nvPicPr>
        <p:blipFill>
          <a:blip r:embed="rId1"/>
          <a:stretch/>
        </p:blipFill>
        <p:spPr>
          <a:xfrm>
            <a:off x="266760" y="2552760"/>
            <a:ext cx="2822760" cy="282276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PlaceHolder 1"/>
          <p:cNvSpPr>
            <a:spLocks noGrp="1"/>
          </p:cNvSpPr>
          <p:nvPr>
            <p:ph/>
          </p:nvPr>
        </p:nvSpPr>
        <p:spPr>
          <a:xfrm>
            <a:off x="7818480" y="5748480"/>
            <a:ext cx="3473640" cy="363960"/>
          </a:xfrm>
          <a:prstGeom prst="rect">
            <a:avLst/>
          </a:prstGeom>
          <a:noFill/>
          <a:ln w="0">
            <a:noFill/>
          </a:ln>
        </p:spPr>
        <p:txBody>
          <a:bodyPr lIns="91440" rIns="91440" tIns="45720" bIns="45720" anchor="b">
            <a:noAutofit/>
          </a:bodyPr>
          <a:p>
            <a:pPr indent="0">
              <a:spcBef>
                <a:spcPts val="1417"/>
              </a:spcBef>
              <a:buNone/>
            </a:pPr>
            <a:endParaRPr b="0" lang="en-US" sz="1800" strike="noStrike" u="none">
              <a:solidFill>
                <a:srgbClr val="000000"/>
              </a:solidFill>
              <a:effectLst/>
              <a:uFillTx/>
              <a:latin typeface="Arial"/>
            </a:endParaRPr>
          </a:p>
        </p:txBody>
      </p:sp>
      <p:sp>
        <p:nvSpPr>
          <p:cNvPr id="260" name="PlaceHolder 2"/>
          <p:cNvSpPr>
            <a:spLocks noGrp="1"/>
          </p:cNvSpPr>
          <p:nvPr>
            <p:ph/>
          </p:nvPr>
        </p:nvSpPr>
        <p:spPr>
          <a:xfrm>
            <a:off x="7818480" y="1224360"/>
            <a:ext cx="3473640" cy="4373280"/>
          </a:xfrm>
          <a:prstGeom prst="rect">
            <a:avLst/>
          </a:prstGeom>
          <a:noFill/>
          <a:ln w="0">
            <a:noFill/>
          </a:ln>
        </p:spPr>
        <p:txBody>
          <a:bodyPr lIns="91440" rIns="91440" tIns="45720" bIns="45720" anchor="t">
            <a:normAutofit/>
          </a:bodyPr>
          <a:p>
            <a:pPr marL="432000" indent="-324000">
              <a:lnSpc>
                <a:spcPct val="90000"/>
              </a:lnSpc>
              <a:spcBef>
                <a:spcPts val="1417"/>
              </a:spcBef>
              <a:buClr>
                <a:srgbClr val="000000"/>
              </a:buClr>
              <a:buSzPct val="45000"/>
              <a:buFont typeface="Wingdings" charset="2"/>
              <a:buChar char=""/>
            </a:pPr>
            <a:r>
              <a:rPr b="0" lang="en-US" sz="2400" strike="noStrike" u="none">
                <a:solidFill>
                  <a:schemeClr val="dk1"/>
                </a:solidFill>
                <a:effectLst/>
                <a:uFillTx/>
                <a:latin typeface="Corbel"/>
              </a:rPr>
              <a:t>Submit progress reports on the team project</a:t>
            </a:r>
            <a:endParaRPr b="0" lang="en-US" sz="2400" strike="noStrike" u="none">
              <a:solidFill>
                <a:srgbClr val="000000"/>
              </a:solidFill>
              <a:effectLst/>
              <a:uFillTx/>
              <a:latin typeface="Arial"/>
            </a:endParaRPr>
          </a:p>
        </p:txBody>
      </p:sp>
      <p:sp>
        <p:nvSpPr>
          <p:cNvPr id="261" name="PlaceHolder 3"/>
          <p:cNvSpPr>
            <a:spLocks noGrp="1"/>
          </p:cNvSpPr>
          <p:nvPr>
            <p:ph/>
          </p:nvPr>
        </p:nvSpPr>
        <p:spPr>
          <a:xfrm>
            <a:off x="7818480" y="261720"/>
            <a:ext cx="3473640" cy="812160"/>
          </a:xfrm>
          <a:prstGeom prst="rect">
            <a:avLst/>
          </a:prstGeom>
          <a:noFill/>
          <a:ln w="0">
            <a:noFill/>
          </a:ln>
        </p:spPr>
        <p:txBody>
          <a:bodyPr lIns="91440" rIns="91440" tIns="45720" bIns="45720" anchor="t">
            <a:normAutofit fontScale="85000" lnSpcReduction="9999"/>
          </a:bodyPr>
          <a:p>
            <a:pPr indent="0" defTabSz="914400">
              <a:lnSpc>
                <a:spcPct val="100000"/>
              </a:lnSpc>
              <a:buNone/>
              <a:tabLst>
                <a:tab algn="l" pos="0"/>
              </a:tabLst>
            </a:pPr>
            <a:r>
              <a:rPr b="0" lang="en-US" sz="3200" strike="noStrike" u="none">
                <a:solidFill>
                  <a:schemeClr val="dk1"/>
                </a:solidFill>
                <a:effectLst/>
                <a:uFillTx/>
                <a:latin typeface="Corbel"/>
              </a:rPr>
              <a:t>Once projects begin</a:t>
            </a:r>
            <a:endParaRPr b="0" lang="en-US" sz="3200" strike="noStrike" u="none">
              <a:solidFill>
                <a:srgbClr val="000000"/>
              </a:solidFill>
              <a:effectLst/>
              <a:uFillTx/>
              <a:latin typeface="Arial"/>
            </a:endParaRPr>
          </a:p>
        </p:txBody>
      </p:sp>
      <p:sp>
        <p:nvSpPr>
          <p:cNvPr id="262" name="PlaceHolder 4"/>
          <p:cNvSpPr>
            <a:spLocks noGrp="1"/>
          </p:cNvSpPr>
          <p:nvPr>
            <p:ph/>
          </p:nvPr>
        </p:nvSpPr>
        <p:spPr>
          <a:xfrm>
            <a:off x="3858840" y="5748480"/>
            <a:ext cx="3473640" cy="363960"/>
          </a:xfrm>
          <a:prstGeom prst="rect">
            <a:avLst/>
          </a:prstGeom>
          <a:noFill/>
          <a:ln w="0">
            <a:noFill/>
          </a:ln>
        </p:spPr>
        <p:txBody>
          <a:bodyPr lIns="91440" rIns="91440" tIns="45720" bIns="45720" anchor="b">
            <a:noAutofit/>
          </a:bodyPr>
          <a:p>
            <a:pPr indent="0">
              <a:spcBef>
                <a:spcPts val="1417"/>
              </a:spcBef>
              <a:buNone/>
            </a:pPr>
            <a:endParaRPr b="0" lang="en-US" sz="1800" strike="noStrike" u="none">
              <a:solidFill>
                <a:srgbClr val="000000"/>
              </a:solidFill>
              <a:effectLst/>
              <a:uFillTx/>
              <a:latin typeface="Arial"/>
            </a:endParaRPr>
          </a:p>
        </p:txBody>
      </p:sp>
      <p:sp>
        <p:nvSpPr>
          <p:cNvPr id="263" name="PlaceHolder 5"/>
          <p:cNvSpPr>
            <a:spLocks noGrp="1"/>
          </p:cNvSpPr>
          <p:nvPr>
            <p:ph/>
          </p:nvPr>
        </p:nvSpPr>
        <p:spPr>
          <a:xfrm>
            <a:off x="3867840" y="254520"/>
            <a:ext cx="3473640" cy="806760"/>
          </a:xfrm>
          <a:prstGeom prst="rect">
            <a:avLst/>
          </a:prstGeom>
          <a:noFill/>
          <a:ln w="0">
            <a:noFill/>
          </a:ln>
        </p:spPr>
        <p:txBody>
          <a:bodyPr lIns="91440" rIns="91440" tIns="45720" bIns="45720" anchor="t">
            <a:normAutofit/>
          </a:bodyPr>
          <a:p>
            <a:pPr indent="0">
              <a:spcBef>
                <a:spcPts val="1417"/>
              </a:spcBef>
              <a:buNone/>
            </a:pPr>
            <a:endParaRPr b="0" lang="en-US" sz="1800" strike="noStrike" u="none">
              <a:solidFill>
                <a:srgbClr val="000000"/>
              </a:solidFill>
              <a:effectLst/>
              <a:uFillTx/>
              <a:latin typeface="Arial"/>
            </a:endParaRPr>
          </a:p>
        </p:txBody>
      </p:sp>
      <p:sp>
        <p:nvSpPr>
          <p:cNvPr id="264" name="PlaceHolder 6"/>
          <p:cNvSpPr>
            <a:spLocks noGrp="1"/>
          </p:cNvSpPr>
          <p:nvPr>
            <p:ph/>
          </p:nvPr>
        </p:nvSpPr>
        <p:spPr>
          <a:xfrm>
            <a:off x="255960" y="2544480"/>
            <a:ext cx="2833560" cy="3270600"/>
          </a:xfrm>
          <a:prstGeom prst="rect">
            <a:avLst/>
          </a:prstGeom>
          <a:noFill/>
          <a:ln w="0">
            <a:noFill/>
          </a:ln>
        </p:spPr>
        <p:txBody>
          <a:bodyPr lIns="91440" rIns="91440" tIns="45720" bIns="45720" anchor="t">
            <a:noAutofit/>
          </a:bodyPr>
          <a:p>
            <a:pPr indent="0">
              <a:spcBef>
                <a:spcPts val="1417"/>
              </a:spcBef>
              <a:buNone/>
            </a:pPr>
            <a:endParaRPr b="0" lang="en-US" sz="1800" strike="noStrike" u="none">
              <a:solidFill>
                <a:srgbClr val="000000"/>
              </a:solidFill>
              <a:effectLst/>
              <a:uFillTx/>
              <a:latin typeface="Arial"/>
            </a:endParaRPr>
          </a:p>
        </p:txBody>
      </p:sp>
      <p:sp>
        <p:nvSpPr>
          <p:cNvPr id="265" name="PlaceHolder 7"/>
          <p:cNvSpPr>
            <a:spLocks noGrp="1"/>
          </p:cNvSpPr>
          <p:nvPr>
            <p:ph type="title"/>
          </p:nvPr>
        </p:nvSpPr>
        <p:spPr>
          <a:xfrm>
            <a:off x="255960" y="254520"/>
            <a:ext cx="2833560" cy="212184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3600" spc="-60" strike="noStrike" u="none">
                <a:solidFill>
                  <a:srgbClr val="ffffff"/>
                </a:solidFill>
                <a:effectLst/>
                <a:uFillTx/>
                <a:latin typeface="Arial"/>
              </a:rPr>
              <a:t>Weekly activities</a:t>
            </a:r>
            <a:endParaRPr b="0" lang="en-US" sz="3600" strike="noStrike" u="none">
              <a:solidFill>
                <a:srgbClr val="000000"/>
              </a:solidFill>
              <a:effectLst/>
              <a:uFillTx/>
              <a:latin typeface="Arial"/>
            </a:endParaRPr>
          </a:p>
        </p:txBody>
      </p:sp>
      <p:sp>
        <p:nvSpPr>
          <p:cNvPr id="266" name="PlaceHolder 118"/>
          <p:cNvSpPr/>
          <p:nvPr/>
        </p:nvSpPr>
        <p:spPr>
          <a:xfrm>
            <a:off x="3886200" y="1251000"/>
            <a:ext cx="3473640" cy="4373280"/>
          </a:xfrm>
          <a:prstGeom prst="rect">
            <a:avLst/>
          </a:prstGeom>
          <a:noFill/>
          <a:ln w="0">
            <a:noFill/>
          </a:ln>
        </p:spPr>
        <p:style>
          <a:lnRef idx="0"/>
          <a:fillRef idx="0"/>
          <a:effectRef idx="0"/>
          <a:fontRef idx="minor"/>
        </p:style>
        <p:txBody>
          <a:bodyPr lIns="90000" rIns="90000" tIns="45000" bIns="45000" anchor="t">
            <a:normAutofit fontScale="85000" lnSpcReduction="9999"/>
          </a:bodyPr>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Corbel"/>
              </a:rPr>
              <a:t>Read two articles per class</a:t>
            </a:r>
            <a:endParaRPr b="0" lang="en-US" sz="2800" strike="noStrike" u="none">
              <a:solidFill>
                <a:srgbClr val="000000"/>
              </a:solidFill>
              <a:effectLst/>
              <a:uFillTx/>
              <a:latin typeface="Arial"/>
            </a:endParaRPr>
          </a:p>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Corbel"/>
              </a:rPr>
              <a:t>Post a comment by 9pm the night before, and reply to another student’s comment</a:t>
            </a:r>
            <a:endParaRPr b="0" lang="en-US" sz="2800" strike="noStrike" u="none">
              <a:solidFill>
                <a:srgbClr val="000000"/>
              </a:solidFill>
              <a:effectLst/>
              <a:uFillTx/>
              <a:latin typeface="Arial"/>
            </a:endParaRPr>
          </a:p>
          <a:p>
            <a:pPr marL="432000" indent="-324000">
              <a:lnSpc>
                <a:spcPct val="90000"/>
              </a:lnSpc>
              <a:spcBef>
                <a:spcPts val="1417"/>
              </a:spcBef>
              <a:buClr>
                <a:srgbClr val="000000"/>
              </a:buClr>
              <a:buSzPct val="45000"/>
              <a:buFont typeface="Wingdings" charset="2"/>
              <a:buChar char=""/>
            </a:pPr>
            <a:r>
              <a:rPr b="0" lang="en-US" sz="2800" strike="noStrike" u="none">
                <a:solidFill>
                  <a:schemeClr val="dk1"/>
                </a:solidFill>
                <a:effectLst/>
                <a:uFillTx/>
                <a:latin typeface="Corbel"/>
              </a:rPr>
              <a:t>Post at least one news article to Canvas and comment on another student’s post, each week</a:t>
            </a:r>
            <a:endParaRPr b="0" lang="en-US" sz="2800" strike="noStrike" u="none">
              <a:solidFill>
                <a:srgbClr val="000000"/>
              </a:solidFill>
              <a:effectLst/>
              <a:uFillTx/>
              <a:latin typeface="Arial"/>
            </a:endParaRPr>
          </a:p>
        </p:txBody>
      </p:sp>
      <p:pic>
        <p:nvPicPr>
          <p:cNvPr id="267" name="" descr=""/>
          <p:cNvPicPr/>
          <p:nvPr/>
        </p:nvPicPr>
        <p:blipFill>
          <a:blip r:embed="rId1"/>
          <a:stretch/>
        </p:blipFill>
        <p:spPr>
          <a:xfrm>
            <a:off x="266760" y="2552760"/>
            <a:ext cx="2822760" cy="282276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p:nvPr>
        </p:nvSpPr>
        <p:spPr>
          <a:xfrm>
            <a:off x="7818480" y="5748480"/>
            <a:ext cx="3473640" cy="363960"/>
          </a:xfrm>
          <a:prstGeom prst="rect">
            <a:avLst/>
          </a:prstGeom>
          <a:noFill/>
          <a:ln w="0">
            <a:noFill/>
          </a:ln>
        </p:spPr>
        <p:txBody>
          <a:bodyPr lIns="91440" rIns="91440" tIns="45720" bIns="45720" anchor="b">
            <a:noAutofit/>
          </a:bodyPr>
          <a:p>
            <a:pPr indent="0">
              <a:spcBef>
                <a:spcPts val="1417"/>
              </a:spcBef>
              <a:buNone/>
            </a:pPr>
            <a:endParaRPr b="0" lang="en-US" sz="1800" strike="noStrike" u="none">
              <a:solidFill>
                <a:srgbClr val="000000"/>
              </a:solidFill>
              <a:effectLst/>
              <a:uFillTx/>
              <a:latin typeface="Arial"/>
            </a:endParaRPr>
          </a:p>
        </p:txBody>
      </p:sp>
      <p:sp>
        <p:nvSpPr>
          <p:cNvPr id="269" name="PlaceHolder 2"/>
          <p:cNvSpPr>
            <a:spLocks noGrp="1"/>
          </p:cNvSpPr>
          <p:nvPr>
            <p:ph/>
          </p:nvPr>
        </p:nvSpPr>
        <p:spPr>
          <a:xfrm>
            <a:off x="7818480" y="1224360"/>
            <a:ext cx="3473640" cy="4373280"/>
          </a:xfrm>
          <a:prstGeom prst="rect">
            <a:avLst/>
          </a:prstGeom>
          <a:noFill/>
          <a:ln w="0">
            <a:noFill/>
          </a:ln>
        </p:spPr>
        <p:txBody>
          <a:bodyPr lIns="91440" rIns="91440" tIns="45720" bIns="45720" anchor="t">
            <a:normAutofit/>
          </a:bodyPr>
          <a:p>
            <a:pPr indent="0">
              <a:lnSpc>
                <a:spcPct val="90000"/>
              </a:lnSpc>
              <a:spcBef>
                <a:spcPts val="1191"/>
              </a:spcBef>
              <a:spcAft>
                <a:spcPts val="992"/>
              </a:spcAft>
              <a:buNone/>
              <a:tabLst>
                <a:tab algn="l" pos="0"/>
              </a:tabLst>
            </a:pPr>
            <a:r>
              <a:rPr b="0" lang="en-US" sz="1800" strike="noStrike" u="none">
                <a:solidFill>
                  <a:schemeClr val="dk1"/>
                </a:solidFill>
                <a:effectLst/>
                <a:uFillTx/>
                <a:latin typeface="Corbel"/>
              </a:rPr>
              <a:t>Clegg, N. (2021, March </a:t>
            </a:r>
            <a:r>
              <a:rPr b="0" lang="en-US" sz="1800" strike="noStrike" u="none">
                <a:solidFill>
                  <a:schemeClr val="dk1"/>
                </a:solidFill>
                <a:effectLst/>
                <a:uFillTx/>
                <a:latin typeface="Corbel"/>
              </a:rPr>
              <a:t>31). </a:t>
            </a:r>
            <a:r>
              <a:rPr b="0" lang="en-US" sz="1800" strike="noStrike" u="none">
                <a:solidFill>
                  <a:schemeClr val="dk1"/>
                </a:solidFill>
                <a:effectLst/>
                <a:uFillTx/>
                <a:latin typeface="Corbel"/>
                <a:hlinkClick r:id="rId1"/>
              </a:rPr>
              <a:t>You and the Algorithm: It Takes Two to Tango</a:t>
            </a:r>
            <a:r>
              <a:rPr b="0" lang="en-US" sz="1800" strike="noStrike" u="none">
                <a:solidFill>
                  <a:schemeClr val="dk1"/>
                </a:solidFill>
                <a:effectLst/>
                <a:uFillTx/>
                <a:latin typeface="Corbel"/>
              </a:rPr>
              <a:t>.</a:t>
            </a:r>
            <a:r>
              <a:rPr b="0" lang="en-US" sz="1800" strike="noStrike" u="none">
                <a:solidFill>
                  <a:schemeClr val="dk1"/>
                </a:solidFill>
                <a:effectLst/>
                <a:uFillTx/>
                <a:latin typeface="Corbel"/>
              </a:rPr>
              <a:t> Medium.</a:t>
            </a:r>
            <a:endParaRPr b="0" lang="en-US" sz="18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1800" strike="noStrike" u="none">
                <a:solidFill>
                  <a:schemeClr val="dk1"/>
                </a:solidFill>
                <a:effectLst/>
                <a:uFillTx/>
                <a:latin typeface="Corbel"/>
              </a:rPr>
              <a:t>Kimmerer, R. (2013) </a:t>
            </a:r>
            <a:r>
              <a:rPr b="0" lang="en-US" sz="1800" strike="noStrike" u="none">
                <a:solidFill>
                  <a:schemeClr val="dk1"/>
                </a:solidFill>
                <a:effectLst/>
                <a:uFillTx/>
                <a:latin typeface="Corbel"/>
              </a:rPr>
              <a:t>"Windigo Footprints" </a:t>
            </a:r>
            <a:r>
              <a:rPr b="0" lang="en-US" sz="1800" strike="noStrike" u="none">
                <a:solidFill>
                  <a:schemeClr val="dk1"/>
                </a:solidFill>
                <a:effectLst/>
                <a:uFillTx/>
                <a:latin typeface="Corbel"/>
              </a:rPr>
              <a:t>from Braiding </a:t>
            </a:r>
            <a:r>
              <a:rPr b="0" lang="en-US" sz="1800" strike="noStrike" u="none">
                <a:solidFill>
                  <a:schemeClr val="dk1"/>
                </a:solidFill>
                <a:effectLst/>
                <a:uFillTx/>
                <a:latin typeface="Corbel"/>
              </a:rPr>
              <a:t>Sweetgrass. Milkweed </a:t>
            </a:r>
            <a:r>
              <a:rPr b="0" lang="en-US" sz="1800" strike="noStrike" u="none">
                <a:solidFill>
                  <a:schemeClr val="dk1"/>
                </a:solidFill>
                <a:effectLst/>
                <a:uFillTx/>
                <a:latin typeface="Corbel"/>
              </a:rPr>
              <a:t>Editions</a:t>
            </a:r>
            <a:endParaRPr b="0" lang="en-US" sz="18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1800" strike="noStrike" u="none">
                <a:solidFill>
                  <a:schemeClr val="dk1"/>
                </a:solidFill>
                <a:effectLst/>
                <a:uFillTx/>
                <a:latin typeface="Corbel"/>
              </a:rPr>
              <a:t>Graduate student </a:t>
            </a:r>
            <a:r>
              <a:rPr b="0" lang="en-US" sz="1800" strike="noStrike" u="none">
                <a:solidFill>
                  <a:schemeClr val="dk1"/>
                </a:solidFill>
                <a:effectLst/>
                <a:uFillTx/>
                <a:latin typeface="Corbel"/>
              </a:rPr>
              <a:t>reading:</a:t>
            </a:r>
            <a:endParaRPr b="0" lang="en-US" sz="1800" strike="noStrike" u="none">
              <a:solidFill>
                <a:srgbClr val="000000"/>
              </a:solidFill>
              <a:effectLst/>
              <a:uFillTx/>
              <a:latin typeface="Arial"/>
            </a:endParaRPr>
          </a:p>
          <a:p>
            <a:pPr indent="0">
              <a:lnSpc>
                <a:spcPct val="90000"/>
              </a:lnSpc>
              <a:spcBef>
                <a:spcPts val="1191"/>
              </a:spcBef>
              <a:spcAft>
                <a:spcPts val="992"/>
              </a:spcAft>
              <a:buNone/>
              <a:tabLst>
                <a:tab algn="l" pos="0"/>
              </a:tabLst>
            </a:pPr>
            <a:r>
              <a:rPr b="0" lang="en-US" sz="1800" strike="noStrike" u="none">
                <a:solidFill>
                  <a:schemeClr val="dk1"/>
                </a:solidFill>
                <a:effectLst/>
                <a:uFillTx/>
                <a:latin typeface="Corbel"/>
              </a:rPr>
              <a:t>Matias, J.N. (2023) </a:t>
            </a:r>
            <a:r>
              <a:rPr b="0" lang="en-US" sz="1800" strike="noStrike" u="none">
                <a:solidFill>
                  <a:schemeClr val="dk1"/>
                </a:solidFill>
                <a:effectLst/>
                <a:uFillTx/>
                <a:latin typeface="Corbel"/>
                <a:hlinkClick r:id="rId2"/>
              </a:rPr>
              <a:t>Humans and algorithms work together — so study them together</a:t>
            </a:r>
            <a:r>
              <a:rPr b="0" lang="en-US" sz="1800" strike="noStrike" u="none">
                <a:solidFill>
                  <a:schemeClr val="dk1"/>
                </a:solidFill>
                <a:effectLst/>
                <a:uFillTx/>
                <a:latin typeface="Corbel"/>
              </a:rPr>
              <a:t>. Nature.</a:t>
            </a:r>
            <a:endParaRPr b="0" lang="en-US" sz="1800" strike="noStrike" u="none">
              <a:solidFill>
                <a:srgbClr val="000000"/>
              </a:solidFill>
              <a:effectLst/>
              <a:uFillTx/>
              <a:latin typeface="Arial"/>
            </a:endParaRPr>
          </a:p>
          <a:p>
            <a:pPr indent="0">
              <a:lnSpc>
                <a:spcPct val="90000"/>
              </a:lnSpc>
              <a:spcBef>
                <a:spcPts val="1191"/>
              </a:spcBef>
              <a:spcAft>
                <a:spcPts val="992"/>
              </a:spcAft>
              <a:buNone/>
              <a:tabLst>
                <a:tab algn="l" pos="0"/>
              </a:tabLst>
            </a:pPr>
            <a:endParaRPr b="0" lang="en-US" sz="1600" strike="noStrike" u="none">
              <a:solidFill>
                <a:srgbClr val="000000"/>
              </a:solidFill>
              <a:effectLst/>
              <a:uFillTx/>
              <a:latin typeface="Arial"/>
            </a:endParaRPr>
          </a:p>
        </p:txBody>
      </p:sp>
      <p:sp>
        <p:nvSpPr>
          <p:cNvPr id="270" name="PlaceHolder 3"/>
          <p:cNvSpPr>
            <a:spLocks noGrp="1"/>
          </p:cNvSpPr>
          <p:nvPr>
            <p:ph/>
          </p:nvPr>
        </p:nvSpPr>
        <p:spPr>
          <a:xfrm>
            <a:off x="7818480" y="261720"/>
            <a:ext cx="3473640" cy="812160"/>
          </a:xfrm>
          <a:prstGeom prst="rect">
            <a:avLst/>
          </a:prstGeom>
          <a:noFill/>
          <a:ln w="0">
            <a:noFill/>
          </a:ln>
        </p:spPr>
        <p:txBody>
          <a:bodyPr lIns="91440" rIns="91440" tIns="45720" bIns="45720" anchor="t">
            <a:normAutofit/>
          </a:bodyPr>
          <a:p>
            <a:pPr indent="0">
              <a:spcBef>
                <a:spcPts val="1417"/>
              </a:spcBef>
              <a:buNone/>
            </a:pPr>
            <a:endParaRPr b="0" lang="en-US" sz="1800" strike="noStrike" u="none">
              <a:solidFill>
                <a:srgbClr val="000000"/>
              </a:solidFill>
              <a:effectLst/>
              <a:uFillTx/>
              <a:latin typeface="Arial"/>
            </a:endParaRPr>
          </a:p>
        </p:txBody>
      </p:sp>
      <p:sp>
        <p:nvSpPr>
          <p:cNvPr id="271" name="PlaceHolder 4"/>
          <p:cNvSpPr>
            <a:spLocks noGrp="1"/>
          </p:cNvSpPr>
          <p:nvPr>
            <p:ph/>
          </p:nvPr>
        </p:nvSpPr>
        <p:spPr>
          <a:xfrm>
            <a:off x="3858840" y="5748480"/>
            <a:ext cx="3473640" cy="363960"/>
          </a:xfrm>
          <a:prstGeom prst="rect">
            <a:avLst/>
          </a:prstGeom>
          <a:noFill/>
          <a:ln w="0">
            <a:noFill/>
          </a:ln>
        </p:spPr>
        <p:txBody>
          <a:bodyPr lIns="91440" rIns="91440" tIns="45720" bIns="45720" anchor="b">
            <a:noAutofit/>
          </a:bodyPr>
          <a:p>
            <a:pPr indent="0">
              <a:spcBef>
                <a:spcPts val="1417"/>
              </a:spcBef>
              <a:buNone/>
            </a:pPr>
            <a:endParaRPr b="0" lang="en-US" sz="1800" strike="noStrike" u="none">
              <a:solidFill>
                <a:srgbClr val="000000"/>
              </a:solidFill>
              <a:effectLst/>
              <a:uFillTx/>
              <a:latin typeface="Arial"/>
            </a:endParaRPr>
          </a:p>
        </p:txBody>
      </p:sp>
      <p:sp>
        <p:nvSpPr>
          <p:cNvPr id="272" name="PlaceHolder 5"/>
          <p:cNvSpPr>
            <a:spLocks noGrp="1"/>
          </p:cNvSpPr>
          <p:nvPr>
            <p:ph/>
          </p:nvPr>
        </p:nvSpPr>
        <p:spPr>
          <a:xfrm>
            <a:off x="3867840" y="254520"/>
            <a:ext cx="3473640" cy="806760"/>
          </a:xfrm>
          <a:prstGeom prst="rect">
            <a:avLst/>
          </a:prstGeom>
          <a:noFill/>
          <a:ln w="0">
            <a:noFill/>
          </a:ln>
        </p:spPr>
        <p:txBody>
          <a:bodyPr lIns="91440" rIns="91440" tIns="45720" bIns="45720" anchor="t">
            <a:normAutofit/>
          </a:bodyPr>
          <a:p>
            <a:pPr indent="0">
              <a:spcBef>
                <a:spcPts val="1417"/>
              </a:spcBef>
              <a:buNone/>
            </a:pPr>
            <a:endParaRPr b="0" lang="en-US" sz="1800" strike="noStrike" u="none">
              <a:solidFill>
                <a:srgbClr val="000000"/>
              </a:solidFill>
              <a:effectLst/>
              <a:uFillTx/>
              <a:latin typeface="Arial"/>
            </a:endParaRPr>
          </a:p>
        </p:txBody>
      </p:sp>
      <p:sp>
        <p:nvSpPr>
          <p:cNvPr id="273" name="PlaceHolder 6"/>
          <p:cNvSpPr>
            <a:spLocks noGrp="1"/>
          </p:cNvSpPr>
          <p:nvPr>
            <p:ph/>
          </p:nvPr>
        </p:nvSpPr>
        <p:spPr>
          <a:xfrm>
            <a:off x="255960" y="2544480"/>
            <a:ext cx="2833560" cy="3270600"/>
          </a:xfrm>
          <a:prstGeom prst="rect">
            <a:avLst/>
          </a:prstGeom>
          <a:noFill/>
          <a:ln w="0">
            <a:noFill/>
          </a:ln>
        </p:spPr>
        <p:txBody>
          <a:bodyPr lIns="91440" rIns="91440" tIns="45720" bIns="45720" anchor="t">
            <a:noAutofit/>
          </a:bodyPr>
          <a:p>
            <a:pPr indent="0">
              <a:spcBef>
                <a:spcPts val="1417"/>
              </a:spcBef>
              <a:buNone/>
            </a:pPr>
            <a:endParaRPr b="0" lang="en-US" sz="1800" strike="noStrike" u="none">
              <a:solidFill>
                <a:srgbClr val="000000"/>
              </a:solidFill>
              <a:effectLst/>
              <a:uFillTx/>
              <a:latin typeface="Arial"/>
            </a:endParaRPr>
          </a:p>
        </p:txBody>
      </p:sp>
      <p:sp>
        <p:nvSpPr>
          <p:cNvPr id="274" name="PlaceHolder 7"/>
          <p:cNvSpPr>
            <a:spLocks noGrp="1"/>
          </p:cNvSpPr>
          <p:nvPr>
            <p:ph type="title"/>
          </p:nvPr>
        </p:nvSpPr>
        <p:spPr>
          <a:xfrm>
            <a:off x="255960" y="254520"/>
            <a:ext cx="2833560" cy="212184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3600" spc="-60" strike="noStrike" u="none">
                <a:solidFill>
                  <a:srgbClr val="ffffff"/>
                </a:solidFill>
                <a:effectLst/>
                <a:uFillTx/>
                <a:latin typeface="Arial"/>
              </a:rPr>
              <a:t>Reading for Tuesday</a:t>
            </a:r>
            <a:endParaRPr b="0" lang="en-US" sz="3600" strike="noStrike" u="none">
              <a:solidFill>
                <a:srgbClr val="000000"/>
              </a:solidFill>
              <a:effectLst/>
              <a:uFillTx/>
              <a:latin typeface="Arial"/>
            </a:endParaRPr>
          </a:p>
        </p:txBody>
      </p:sp>
      <p:sp>
        <p:nvSpPr>
          <p:cNvPr id="275" name="PlaceHolder 23"/>
          <p:cNvSpPr/>
          <p:nvPr/>
        </p:nvSpPr>
        <p:spPr>
          <a:xfrm>
            <a:off x="3886200" y="1251000"/>
            <a:ext cx="3473640" cy="4373280"/>
          </a:xfrm>
          <a:prstGeom prst="rect">
            <a:avLst/>
          </a:prstGeom>
          <a:noFill/>
          <a:ln w="0">
            <a:noFill/>
          </a:ln>
        </p:spPr>
        <p:style>
          <a:lnRef idx="0"/>
          <a:fillRef idx="0"/>
          <a:effectRef idx="0"/>
          <a:fontRef idx="minor"/>
        </p:style>
        <p:txBody>
          <a:bodyPr lIns="90000" rIns="90000" tIns="45000" bIns="45000" anchor="t">
            <a:normAutofit/>
          </a:bodyPr>
          <a:p>
            <a:pPr>
              <a:lnSpc>
                <a:spcPct val="90000"/>
              </a:lnSpc>
              <a:spcBef>
                <a:spcPts val="1191"/>
              </a:spcBef>
              <a:spcAft>
                <a:spcPts val="992"/>
              </a:spcAft>
            </a:pPr>
            <a:r>
              <a:rPr b="1" lang="en-US" sz="1800" strike="noStrike" u="none">
                <a:solidFill>
                  <a:schemeClr val="dk1"/>
                </a:solidFill>
                <a:effectLst/>
                <a:uFillTx/>
                <a:latin typeface="Corbel"/>
              </a:rPr>
              <a:t>2.1 Feedback Loops: Simple Models to Explain Complex Behaviors</a:t>
            </a:r>
            <a:endParaRPr b="0" lang="en-US" sz="1800" strike="noStrike" u="none">
              <a:solidFill>
                <a:srgbClr val="000000"/>
              </a:solidFill>
              <a:effectLst/>
              <a:uFillTx/>
              <a:latin typeface="Arial"/>
            </a:endParaRPr>
          </a:p>
          <a:p>
            <a:pPr>
              <a:lnSpc>
                <a:spcPct val="90000"/>
              </a:lnSpc>
              <a:spcBef>
                <a:spcPts val="1191"/>
              </a:spcBef>
              <a:spcAft>
                <a:spcPts val="992"/>
              </a:spcAft>
            </a:pPr>
            <a:r>
              <a:rPr b="0" lang="en-US" sz="1800" strike="noStrike" u="none">
                <a:solidFill>
                  <a:schemeClr val="dk1"/>
                </a:solidFill>
                <a:effectLst/>
                <a:uFillTx/>
                <a:latin typeface="Corbel"/>
              </a:rPr>
              <a:t>In this class, we will discuss why it can be so hard to understand the role, if any, that an AI system has had in a clear harm.</a:t>
            </a:r>
            <a:endParaRPr b="0" lang="en-US" sz="1800" strike="noStrike" u="none">
              <a:solidFill>
                <a:srgbClr val="000000"/>
              </a:solidFill>
              <a:effectLst/>
              <a:uFillTx/>
              <a:latin typeface="Arial"/>
            </a:endParaRPr>
          </a:p>
          <a:p>
            <a:pPr>
              <a:lnSpc>
                <a:spcPct val="90000"/>
              </a:lnSpc>
              <a:spcBef>
                <a:spcPts val="1191"/>
              </a:spcBef>
              <a:spcAft>
                <a:spcPts val="992"/>
              </a:spcAft>
            </a:pP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PlaceHolder 1"/>
          <p:cNvSpPr>
            <a:spLocks noGrp="1"/>
          </p:cNvSpPr>
          <p:nvPr>
            <p:ph/>
          </p:nvPr>
        </p:nvSpPr>
        <p:spPr>
          <a:xfrm>
            <a:off x="7818480" y="5748480"/>
            <a:ext cx="3473640" cy="363960"/>
          </a:xfrm>
          <a:prstGeom prst="rect">
            <a:avLst/>
          </a:prstGeom>
          <a:noFill/>
          <a:ln w="0">
            <a:noFill/>
          </a:ln>
        </p:spPr>
        <p:txBody>
          <a:bodyPr lIns="91440" rIns="91440" tIns="45720" bIns="45720" anchor="b">
            <a:noAutofit/>
          </a:bodyPr>
          <a:p>
            <a:pPr indent="0">
              <a:spcBef>
                <a:spcPts val="1417"/>
              </a:spcBef>
              <a:buNone/>
            </a:pPr>
            <a:endParaRPr b="0" lang="en-US" sz="1800" strike="noStrike" u="none">
              <a:solidFill>
                <a:srgbClr val="000000"/>
              </a:solidFill>
              <a:effectLst/>
              <a:uFillTx/>
              <a:latin typeface="Arial"/>
            </a:endParaRPr>
          </a:p>
        </p:txBody>
      </p:sp>
      <p:sp>
        <p:nvSpPr>
          <p:cNvPr id="277" name="PlaceHolder 2"/>
          <p:cNvSpPr>
            <a:spLocks noGrp="1"/>
          </p:cNvSpPr>
          <p:nvPr>
            <p:ph/>
          </p:nvPr>
        </p:nvSpPr>
        <p:spPr>
          <a:xfrm>
            <a:off x="7818480" y="1224360"/>
            <a:ext cx="3473640" cy="4373280"/>
          </a:xfrm>
          <a:prstGeom prst="rect">
            <a:avLst/>
          </a:prstGeom>
          <a:noFill/>
          <a:ln w="0">
            <a:noFill/>
          </a:ln>
        </p:spPr>
        <p:txBody>
          <a:bodyPr lIns="91440" rIns="91440" tIns="45720" bIns="45720" anchor="t">
            <a:normAutofit/>
          </a:bodyPr>
          <a:p>
            <a:pPr indent="0">
              <a:lnSpc>
                <a:spcPct val="90000"/>
              </a:lnSpc>
              <a:spcBef>
                <a:spcPts val="1191"/>
              </a:spcBef>
              <a:spcAft>
                <a:spcPts val="992"/>
              </a:spcAft>
              <a:buNone/>
              <a:tabLst>
                <a:tab algn="l" pos="0"/>
              </a:tabLst>
            </a:pPr>
            <a:r>
              <a:rPr b="0" lang="en-US" sz="1800" strike="noStrike" u="none">
                <a:solidFill>
                  <a:schemeClr val="dk1"/>
                </a:solidFill>
                <a:effectLst/>
                <a:uFillTx/>
                <a:latin typeface="Corbel"/>
              </a:rPr>
              <a:t>This course requires students to have taken introductory statistics and be able to conduct multiple regression. This could include ILRST2110, AEM 2100, CRP 1200, ENGRD 2700, HADM 2010, MATH 1710, PUBPOL 2100, PUBPOL 2101, PSYCH 2500, SOC 3010, STSCI 2100, STSCI 2150, BTRY 3020, STSCI 2110, STSCI 3200. If you have any questions about this requirement, please contact the instructor.</a:t>
            </a:r>
            <a:endParaRPr b="0" lang="en-US" sz="1800" strike="noStrike" u="none">
              <a:solidFill>
                <a:srgbClr val="000000"/>
              </a:solidFill>
              <a:effectLst/>
              <a:uFillTx/>
              <a:latin typeface="Arial"/>
            </a:endParaRPr>
          </a:p>
        </p:txBody>
      </p:sp>
      <p:sp>
        <p:nvSpPr>
          <p:cNvPr id="278" name="PlaceHolder 3"/>
          <p:cNvSpPr>
            <a:spLocks noGrp="1"/>
          </p:cNvSpPr>
          <p:nvPr>
            <p:ph/>
          </p:nvPr>
        </p:nvSpPr>
        <p:spPr>
          <a:xfrm>
            <a:off x="7818480" y="261720"/>
            <a:ext cx="3473640" cy="812160"/>
          </a:xfrm>
          <a:prstGeom prst="rect">
            <a:avLst/>
          </a:prstGeom>
          <a:noFill/>
          <a:ln w="0">
            <a:noFill/>
          </a:ln>
        </p:spPr>
        <p:txBody>
          <a:bodyPr lIns="91440" rIns="91440" tIns="45720" bIns="45720" anchor="t">
            <a:normAutofit/>
          </a:bodyPr>
          <a:p>
            <a:pPr indent="0">
              <a:spcBef>
                <a:spcPts val="1417"/>
              </a:spcBef>
              <a:buNone/>
            </a:pPr>
            <a:endParaRPr b="0" lang="en-US" sz="1800" strike="noStrike" u="none">
              <a:solidFill>
                <a:srgbClr val="000000"/>
              </a:solidFill>
              <a:effectLst/>
              <a:uFillTx/>
              <a:latin typeface="Arial"/>
            </a:endParaRPr>
          </a:p>
        </p:txBody>
      </p:sp>
      <p:sp>
        <p:nvSpPr>
          <p:cNvPr id="279" name="PlaceHolder 4"/>
          <p:cNvSpPr>
            <a:spLocks noGrp="1"/>
          </p:cNvSpPr>
          <p:nvPr>
            <p:ph/>
          </p:nvPr>
        </p:nvSpPr>
        <p:spPr>
          <a:xfrm>
            <a:off x="3858840" y="5748480"/>
            <a:ext cx="3473640" cy="363960"/>
          </a:xfrm>
          <a:prstGeom prst="rect">
            <a:avLst/>
          </a:prstGeom>
          <a:noFill/>
          <a:ln w="0">
            <a:noFill/>
          </a:ln>
        </p:spPr>
        <p:txBody>
          <a:bodyPr lIns="91440" rIns="91440" tIns="45720" bIns="45720" anchor="b">
            <a:noAutofit/>
          </a:bodyPr>
          <a:p>
            <a:pPr indent="0">
              <a:spcBef>
                <a:spcPts val="1417"/>
              </a:spcBef>
              <a:buNone/>
            </a:pPr>
            <a:endParaRPr b="0" lang="en-US" sz="1800" strike="noStrike" u="none">
              <a:solidFill>
                <a:srgbClr val="000000"/>
              </a:solidFill>
              <a:effectLst/>
              <a:uFillTx/>
              <a:latin typeface="Arial"/>
            </a:endParaRPr>
          </a:p>
        </p:txBody>
      </p:sp>
      <p:sp>
        <p:nvSpPr>
          <p:cNvPr id="280" name="PlaceHolder 5"/>
          <p:cNvSpPr>
            <a:spLocks noGrp="1"/>
          </p:cNvSpPr>
          <p:nvPr>
            <p:ph/>
          </p:nvPr>
        </p:nvSpPr>
        <p:spPr>
          <a:xfrm>
            <a:off x="3867840" y="254520"/>
            <a:ext cx="3473640" cy="806760"/>
          </a:xfrm>
          <a:prstGeom prst="rect">
            <a:avLst/>
          </a:prstGeom>
          <a:noFill/>
          <a:ln w="0">
            <a:noFill/>
          </a:ln>
        </p:spPr>
        <p:txBody>
          <a:bodyPr lIns="91440" rIns="91440" tIns="45720" bIns="45720" anchor="t">
            <a:normAutofit/>
          </a:bodyPr>
          <a:p>
            <a:pPr indent="0">
              <a:lnSpc>
                <a:spcPct val="90000"/>
              </a:lnSpc>
              <a:spcBef>
                <a:spcPts val="1417"/>
              </a:spcBef>
              <a:buNone/>
              <a:tabLst>
                <a:tab algn="l" pos="0"/>
              </a:tabLst>
            </a:pPr>
            <a:r>
              <a:rPr b="0" lang="en-US" sz="2800" strike="noStrike" u="none">
                <a:solidFill>
                  <a:schemeClr val="dk1"/>
                </a:solidFill>
                <a:effectLst/>
                <a:uFillTx/>
                <a:latin typeface="Corbel"/>
              </a:rPr>
              <a:t>Required abilities</a:t>
            </a:r>
            <a:endParaRPr b="0" lang="en-US" sz="2800" strike="noStrike" u="none">
              <a:solidFill>
                <a:srgbClr val="000000"/>
              </a:solidFill>
              <a:effectLst/>
              <a:uFillTx/>
              <a:latin typeface="Arial"/>
            </a:endParaRPr>
          </a:p>
        </p:txBody>
      </p:sp>
      <p:sp>
        <p:nvSpPr>
          <p:cNvPr id="281" name="PlaceHolder 6"/>
          <p:cNvSpPr>
            <a:spLocks noGrp="1"/>
          </p:cNvSpPr>
          <p:nvPr>
            <p:ph/>
          </p:nvPr>
        </p:nvSpPr>
        <p:spPr>
          <a:xfrm>
            <a:off x="255960" y="2544480"/>
            <a:ext cx="2833560" cy="3270600"/>
          </a:xfrm>
          <a:prstGeom prst="rect">
            <a:avLst/>
          </a:prstGeom>
          <a:noFill/>
          <a:ln w="0">
            <a:noFill/>
          </a:ln>
        </p:spPr>
        <p:txBody>
          <a:bodyPr lIns="91440" rIns="91440" tIns="45720" bIns="45720" anchor="t">
            <a:noAutofit/>
          </a:bodyPr>
          <a:p>
            <a:pPr indent="0">
              <a:spcBef>
                <a:spcPts val="1417"/>
              </a:spcBef>
              <a:buNone/>
            </a:pPr>
            <a:endParaRPr b="0" lang="en-US" sz="1800" strike="noStrike" u="none">
              <a:solidFill>
                <a:srgbClr val="000000"/>
              </a:solidFill>
              <a:effectLst/>
              <a:uFillTx/>
              <a:latin typeface="Arial"/>
            </a:endParaRPr>
          </a:p>
        </p:txBody>
      </p:sp>
      <p:sp>
        <p:nvSpPr>
          <p:cNvPr id="282" name="PlaceHolder 7"/>
          <p:cNvSpPr>
            <a:spLocks noGrp="1"/>
          </p:cNvSpPr>
          <p:nvPr>
            <p:ph type="title"/>
          </p:nvPr>
        </p:nvSpPr>
        <p:spPr>
          <a:xfrm>
            <a:off x="255960" y="254520"/>
            <a:ext cx="2833560" cy="212184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3600" spc="-60" strike="noStrike" u="none">
                <a:solidFill>
                  <a:srgbClr val="ffffff"/>
                </a:solidFill>
                <a:effectLst/>
                <a:uFillTx/>
                <a:latin typeface="Arial"/>
              </a:rPr>
              <a:t>Pre-requisites: quantitative methods</a:t>
            </a:r>
            <a:endParaRPr b="0" lang="en-US" sz="3600" strike="noStrike" u="none">
              <a:solidFill>
                <a:srgbClr val="000000"/>
              </a:solidFill>
              <a:effectLst/>
              <a:uFillTx/>
              <a:latin typeface="Arial"/>
            </a:endParaRPr>
          </a:p>
        </p:txBody>
      </p:sp>
      <p:sp>
        <p:nvSpPr>
          <p:cNvPr id="283" name="PlaceHolder 96"/>
          <p:cNvSpPr/>
          <p:nvPr/>
        </p:nvSpPr>
        <p:spPr>
          <a:xfrm>
            <a:off x="3886200" y="1251000"/>
            <a:ext cx="3473640" cy="4373280"/>
          </a:xfrm>
          <a:prstGeom prst="rect">
            <a:avLst/>
          </a:prstGeom>
          <a:noFill/>
          <a:ln w="0">
            <a:noFill/>
          </a:ln>
        </p:spPr>
        <p:style>
          <a:lnRef idx="0"/>
          <a:fillRef idx="0"/>
          <a:effectRef idx="0"/>
          <a:fontRef idx="minor"/>
        </p:style>
        <p:txBody>
          <a:bodyPr lIns="90000" rIns="90000" tIns="45000" bIns="45000" anchor="t">
            <a:normAutofit fontScale="92500" lnSpcReduction="9999"/>
          </a:bodyPr>
          <a:p>
            <a:pPr marL="432000" indent="-324000">
              <a:lnSpc>
                <a:spcPct val="90000"/>
              </a:lnSpc>
              <a:spcBef>
                <a:spcPts val="1417"/>
              </a:spcBef>
              <a:buClr>
                <a:srgbClr val="000000"/>
              </a:buClr>
              <a:buSzPct val="45000"/>
              <a:buFont typeface="Wingdings" charset="2"/>
              <a:buChar char=""/>
            </a:pPr>
            <a:r>
              <a:rPr b="0" lang="en-US" sz="1800" strike="noStrike" u="none">
                <a:solidFill>
                  <a:schemeClr val="dk1"/>
                </a:solidFill>
                <a:effectLst/>
                <a:uFillTx/>
                <a:latin typeface="Corbel"/>
              </a:rPr>
              <a:t>CSV files in R or Python</a:t>
            </a:r>
            <a:endParaRPr b="0" lang="en-US" sz="1800" strike="noStrike" u="none">
              <a:solidFill>
                <a:srgbClr val="000000"/>
              </a:solidFill>
              <a:effectLst/>
              <a:uFillTx/>
              <a:latin typeface="Arial"/>
            </a:endParaRPr>
          </a:p>
          <a:p>
            <a:pPr marL="432000" indent="-324000">
              <a:lnSpc>
                <a:spcPct val="90000"/>
              </a:lnSpc>
              <a:spcBef>
                <a:spcPts val="1417"/>
              </a:spcBef>
              <a:buClr>
                <a:srgbClr val="000000"/>
              </a:buClr>
              <a:buSzPct val="45000"/>
              <a:buFont typeface="Wingdings" charset="2"/>
              <a:buChar char=""/>
            </a:pPr>
            <a:r>
              <a:rPr b="0" lang="en-US" sz="1800" strike="noStrike" u="none">
                <a:solidFill>
                  <a:schemeClr val="dk1"/>
                </a:solidFill>
                <a:effectLst/>
                <a:uFillTx/>
                <a:latin typeface="Corbel"/>
              </a:rPr>
              <a:t>Basic data cleaning</a:t>
            </a:r>
            <a:endParaRPr b="0" lang="en-US" sz="1800" strike="noStrike" u="none">
              <a:solidFill>
                <a:srgbClr val="000000"/>
              </a:solidFill>
              <a:effectLst/>
              <a:uFillTx/>
              <a:latin typeface="Arial"/>
            </a:endParaRPr>
          </a:p>
          <a:p>
            <a:pPr marL="432000" indent="-324000">
              <a:lnSpc>
                <a:spcPct val="90000"/>
              </a:lnSpc>
              <a:spcBef>
                <a:spcPts val="1417"/>
              </a:spcBef>
              <a:buClr>
                <a:srgbClr val="000000"/>
              </a:buClr>
              <a:buSzPct val="45000"/>
              <a:buFont typeface="Wingdings" charset="2"/>
              <a:buChar char=""/>
            </a:pPr>
            <a:r>
              <a:rPr b="0" lang="en-US" sz="1800" strike="noStrike" u="none">
                <a:solidFill>
                  <a:schemeClr val="dk1"/>
                </a:solidFill>
                <a:effectLst/>
                <a:uFillTx/>
                <a:latin typeface="Corbel"/>
              </a:rPr>
              <a:t>Summarizing continuous, binary, categorical, and time-series, variables</a:t>
            </a:r>
            <a:endParaRPr b="0" lang="en-US" sz="1800" strike="noStrike" u="none">
              <a:solidFill>
                <a:srgbClr val="000000"/>
              </a:solidFill>
              <a:effectLst/>
              <a:uFillTx/>
              <a:latin typeface="Arial"/>
            </a:endParaRPr>
          </a:p>
          <a:p>
            <a:pPr marL="432000" indent="-324000">
              <a:lnSpc>
                <a:spcPct val="90000"/>
              </a:lnSpc>
              <a:spcBef>
                <a:spcPts val="1417"/>
              </a:spcBef>
              <a:buClr>
                <a:srgbClr val="000000"/>
              </a:buClr>
              <a:buSzPct val="45000"/>
              <a:buFont typeface="Wingdings" charset="2"/>
              <a:buChar char=""/>
            </a:pPr>
            <a:r>
              <a:rPr b="0" lang="en-US" sz="1800" strike="noStrike" u="none">
                <a:solidFill>
                  <a:schemeClr val="dk1"/>
                </a:solidFill>
                <a:effectLst/>
                <a:uFillTx/>
                <a:latin typeface="Corbel"/>
              </a:rPr>
              <a:t>Transforming dataset dimensionality (aggregating etc)</a:t>
            </a:r>
            <a:endParaRPr b="0" lang="en-US" sz="1800" strike="noStrike" u="none">
              <a:solidFill>
                <a:srgbClr val="000000"/>
              </a:solidFill>
              <a:effectLst/>
              <a:uFillTx/>
              <a:latin typeface="Arial"/>
            </a:endParaRPr>
          </a:p>
          <a:p>
            <a:pPr marL="432000" indent="-324000">
              <a:lnSpc>
                <a:spcPct val="90000"/>
              </a:lnSpc>
              <a:spcBef>
                <a:spcPts val="1417"/>
              </a:spcBef>
              <a:buClr>
                <a:srgbClr val="000000"/>
              </a:buClr>
              <a:buSzPct val="45000"/>
              <a:buFont typeface="Wingdings" charset="2"/>
              <a:buChar char=""/>
            </a:pPr>
            <a:r>
              <a:rPr b="0" lang="en-US" sz="1800" strike="noStrike" u="none">
                <a:solidFill>
                  <a:schemeClr val="dk1"/>
                </a:solidFill>
                <a:effectLst/>
                <a:uFillTx/>
                <a:latin typeface="Corbel"/>
              </a:rPr>
              <a:t>Null hypothesis testing (t-tests, correlations etc)</a:t>
            </a:r>
            <a:endParaRPr b="0" lang="en-US" sz="1800" strike="noStrike" u="none">
              <a:solidFill>
                <a:srgbClr val="000000"/>
              </a:solidFill>
              <a:effectLst/>
              <a:uFillTx/>
              <a:latin typeface="Arial"/>
            </a:endParaRPr>
          </a:p>
          <a:p>
            <a:pPr marL="432000" indent="-324000">
              <a:lnSpc>
                <a:spcPct val="90000"/>
              </a:lnSpc>
              <a:spcBef>
                <a:spcPts val="1417"/>
              </a:spcBef>
              <a:buClr>
                <a:srgbClr val="000000"/>
              </a:buClr>
              <a:buSzPct val="45000"/>
              <a:buFont typeface="Wingdings" charset="2"/>
              <a:buChar char=""/>
            </a:pPr>
            <a:r>
              <a:rPr b="0" lang="en-US" sz="1800" strike="noStrike" u="none">
                <a:solidFill>
                  <a:schemeClr val="dk1"/>
                </a:solidFill>
                <a:effectLst/>
                <a:uFillTx/>
                <a:latin typeface="Corbel"/>
              </a:rPr>
              <a:t>Multiple regression, including goodness-of-fit evaluation</a:t>
            </a:r>
            <a:endParaRPr b="0" lang="en-US" sz="1800" strike="noStrike" u="none">
              <a:solidFill>
                <a:srgbClr val="000000"/>
              </a:solidFill>
              <a:effectLst/>
              <a:uFillTx/>
              <a:latin typeface="Arial"/>
            </a:endParaRPr>
          </a:p>
          <a:p>
            <a:pPr marL="432000" indent="-324000">
              <a:lnSpc>
                <a:spcPct val="90000"/>
              </a:lnSpc>
              <a:spcBef>
                <a:spcPts val="1417"/>
              </a:spcBef>
              <a:buClr>
                <a:srgbClr val="000000"/>
              </a:buClr>
              <a:buSzPct val="45000"/>
              <a:buFont typeface="Wingdings" charset="2"/>
              <a:buChar char=""/>
            </a:pPr>
            <a:r>
              <a:rPr b="0" lang="en-US" sz="1800" strike="noStrike" u="none">
                <a:solidFill>
                  <a:schemeClr val="dk1"/>
                </a:solidFill>
                <a:effectLst/>
                <a:uFillTx/>
                <a:latin typeface="Corbel"/>
              </a:rPr>
              <a:t>Interpreting coefficients &amp; p-values</a:t>
            </a:r>
            <a:endParaRPr b="0" lang="en-US" sz="1800" strike="noStrike" u="none">
              <a:solidFill>
                <a:srgbClr val="000000"/>
              </a:solidFill>
              <a:effectLst/>
              <a:uFillTx/>
              <a:latin typeface="Arial"/>
            </a:endParaRPr>
          </a:p>
        </p:txBody>
      </p:sp>
      <p:pic>
        <p:nvPicPr>
          <p:cNvPr id="284" name="" descr=""/>
          <p:cNvPicPr/>
          <p:nvPr/>
        </p:nvPicPr>
        <p:blipFill>
          <a:blip r:embed="rId1"/>
          <a:stretch/>
        </p:blipFill>
        <p:spPr>
          <a:xfrm>
            <a:off x="266760" y="2552760"/>
            <a:ext cx="2822760" cy="282276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PlaceHolder 1"/>
          <p:cNvSpPr>
            <a:spLocks noGrp="1"/>
          </p:cNvSpPr>
          <p:nvPr>
            <p:ph/>
          </p:nvPr>
        </p:nvSpPr>
        <p:spPr>
          <a:xfrm>
            <a:off x="7818480" y="5748480"/>
            <a:ext cx="3473640" cy="363960"/>
          </a:xfrm>
          <a:prstGeom prst="rect">
            <a:avLst/>
          </a:prstGeom>
          <a:noFill/>
          <a:ln w="0">
            <a:noFill/>
          </a:ln>
        </p:spPr>
        <p:txBody>
          <a:bodyPr lIns="91440" rIns="91440" tIns="45720" bIns="45720" anchor="b">
            <a:noAutofit/>
          </a:bodyPr>
          <a:p>
            <a:pPr indent="0">
              <a:spcBef>
                <a:spcPts val="1417"/>
              </a:spcBef>
              <a:buNone/>
            </a:pPr>
            <a:endParaRPr b="0" lang="en-US" sz="1800" strike="noStrike" u="none">
              <a:solidFill>
                <a:srgbClr val="000000"/>
              </a:solidFill>
              <a:effectLst/>
              <a:uFillTx/>
              <a:latin typeface="Arial"/>
            </a:endParaRPr>
          </a:p>
        </p:txBody>
      </p:sp>
      <p:sp>
        <p:nvSpPr>
          <p:cNvPr id="286" name="PlaceHolder 2"/>
          <p:cNvSpPr>
            <a:spLocks noGrp="1"/>
          </p:cNvSpPr>
          <p:nvPr>
            <p:ph/>
          </p:nvPr>
        </p:nvSpPr>
        <p:spPr>
          <a:xfrm>
            <a:off x="7818480" y="1224360"/>
            <a:ext cx="3473640" cy="4373280"/>
          </a:xfrm>
          <a:prstGeom prst="rect">
            <a:avLst/>
          </a:prstGeom>
          <a:noFill/>
          <a:ln w="0">
            <a:noFill/>
          </a:ln>
        </p:spPr>
        <p:txBody>
          <a:bodyPr lIns="91440" rIns="91440" tIns="45720" bIns="45720" anchor="t">
            <a:normAutofit/>
          </a:bodyPr>
          <a:p>
            <a:pPr indent="0">
              <a:spcBef>
                <a:spcPts val="1417"/>
              </a:spcBef>
              <a:buNone/>
            </a:pPr>
            <a:endParaRPr b="0" lang="en-US" sz="1800" strike="noStrike" u="none">
              <a:solidFill>
                <a:srgbClr val="000000"/>
              </a:solidFill>
              <a:effectLst/>
              <a:uFillTx/>
              <a:latin typeface="Arial"/>
            </a:endParaRPr>
          </a:p>
        </p:txBody>
      </p:sp>
      <p:sp>
        <p:nvSpPr>
          <p:cNvPr id="287" name="PlaceHolder 3"/>
          <p:cNvSpPr>
            <a:spLocks noGrp="1"/>
          </p:cNvSpPr>
          <p:nvPr>
            <p:ph/>
          </p:nvPr>
        </p:nvSpPr>
        <p:spPr>
          <a:xfrm>
            <a:off x="7818480" y="261720"/>
            <a:ext cx="3473640" cy="812160"/>
          </a:xfrm>
          <a:prstGeom prst="rect">
            <a:avLst/>
          </a:prstGeom>
          <a:noFill/>
          <a:ln w="0">
            <a:noFill/>
          </a:ln>
        </p:spPr>
        <p:txBody>
          <a:bodyPr lIns="91440" rIns="91440" tIns="45720" bIns="45720" anchor="t">
            <a:normAutofit/>
          </a:bodyPr>
          <a:p>
            <a:pPr indent="0">
              <a:spcBef>
                <a:spcPts val="1417"/>
              </a:spcBef>
              <a:buNone/>
            </a:pPr>
            <a:endParaRPr b="0" lang="en-US" sz="1800" strike="noStrike" u="none">
              <a:solidFill>
                <a:srgbClr val="000000"/>
              </a:solidFill>
              <a:effectLst/>
              <a:uFillTx/>
              <a:latin typeface="Arial"/>
            </a:endParaRPr>
          </a:p>
        </p:txBody>
      </p:sp>
      <p:sp>
        <p:nvSpPr>
          <p:cNvPr id="288" name="PlaceHolder 4"/>
          <p:cNvSpPr>
            <a:spLocks noGrp="1"/>
          </p:cNvSpPr>
          <p:nvPr>
            <p:ph/>
          </p:nvPr>
        </p:nvSpPr>
        <p:spPr>
          <a:xfrm>
            <a:off x="3858840" y="5748480"/>
            <a:ext cx="3473640" cy="363960"/>
          </a:xfrm>
          <a:prstGeom prst="rect">
            <a:avLst/>
          </a:prstGeom>
          <a:noFill/>
          <a:ln w="0">
            <a:noFill/>
          </a:ln>
        </p:spPr>
        <p:txBody>
          <a:bodyPr lIns="91440" rIns="91440" tIns="45720" bIns="45720" anchor="b">
            <a:noAutofit/>
          </a:bodyPr>
          <a:p>
            <a:pPr indent="0">
              <a:spcBef>
                <a:spcPts val="1417"/>
              </a:spcBef>
              <a:buNone/>
            </a:pPr>
            <a:endParaRPr b="0" lang="en-US" sz="1800" strike="noStrike" u="none">
              <a:solidFill>
                <a:srgbClr val="000000"/>
              </a:solidFill>
              <a:effectLst/>
              <a:uFillTx/>
              <a:latin typeface="Arial"/>
            </a:endParaRPr>
          </a:p>
        </p:txBody>
      </p:sp>
      <p:sp>
        <p:nvSpPr>
          <p:cNvPr id="289" name="PlaceHolder 5"/>
          <p:cNvSpPr>
            <a:spLocks noGrp="1"/>
          </p:cNvSpPr>
          <p:nvPr>
            <p:ph/>
          </p:nvPr>
        </p:nvSpPr>
        <p:spPr>
          <a:xfrm>
            <a:off x="3867840" y="254520"/>
            <a:ext cx="3473640" cy="806760"/>
          </a:xfrm>
          <a:prstGeom prst="rect">
            <a:avLst/>
          </a:prstGeom>
          <a:noFill/>
          <a:ln w="0">
            <a:noFill/>
          </a:ln>
        </p:spPr>
        <p:txBody>
          <a:bodyPr lIns="91440" rIns="91440" tIns="45720" bIns="45720" anchor="t">
            <a:normAutofit/>
          </a:bodyPr>
          <a:p>
            <a:pPr indent="0">
              <a:spcBef>
                <a:spcPts val="1417"/>
              </a:spcBef>
              <a:buNone/>
            </a:pPr>
            <a:endParaRPr b="0" lang="en-US" sz="1800" strike="noStrike" u="none">
              <a:solidFill>
                <a:srgbClr val="000000"/>
              </a:solidFill>
              <a:effectLst/>
              <a:uFillTx/>
              <a:latin typeface="Arial"/>
            </a:endParaRPr>
          </a:p>
        </p:txBody>
      </p:sp>
      <p:sp>
        <p:nvSpPr>
          <p:cNvPr id="290" name="PlaceHolder 6"/>
          <p:cNvSpPr>
            <a:spLocks noGrp="1"/>
          </p:cNvSpPr>
          <p:nvPr>
            <p:ph/>
          </p:nvPr>
        </p:nvSpPr>
        <p:spPr>
          <a:xfrm>
            <a:off x="255960" y="2544480"/>
            <a:ext cx="2833560" cy="3270600"/>
          </a:xfrm>
          <a:prstGeom prst="rect">
            <a:avLst/>
          </a:prstGeom>
          <a:noFill/>
          <a:ln w="0">
            <a:noFill/>
          </a:ln>
        </p:spPr>
        <p:txBody>
          <a:bodyPr lIns="91440" rIns="91440" tIns="45720" bIns="45720" anchor="t">
            <a:noAutofit/>
          </a:bodyPr>
          <a:p>
            <a:pPr indent="0" defTabSz="914400">
              <a:lnSpc>
                <a:spcPct val="100000"/>
              </a:lnSpc>
              <a:buNone/>
              <a:tabLst>
                <a:tab algn="l" pos="0"/>
              </a:tabLst>
            </a:pPr>
            <a:r>
              <a:rPr b="1" lang="en-US" sz="1800" strike="noStrike" u="none">
                <a:solidFill>
                  <a:srgbClr val="ffffff"/>
                </a:solidFill>
                <a:effectLst/>
                <a:uFillTx/>
                <a:latin typeface="Corbel"/>
              </a:rPr>
              <a:t>Assigned on Thurs 1/22</a:t>
            </a:r>
            <a:endParaRPr b="0" lang="en-US" sz="1800" strike="noStrike" u="none">
              <a:solidFill>
                <a:srgbClr val="000000"/>
              </a:solidFill>
              <a:effectLst/>
              <a:uFillTx/>
              <a:latin typeface="Arial"/>
            </a:endParaRPr>
          </a:p>
          <a:p>
            <a:pPr indent="0" defTabSz="914400">
              <a:lnSpc>
                <a:spcPct val="100000"/>
              </a:lnSpc>
              <a:buNone/>
              <a:tabLst>
                <a:tab algn="l" pos="0"/>
              </a:tabLst>
            </a:pPr>
            <a:endParaRPr b="0" lang="en-US" sz="1800" strike="noStrike" u="none">
              <a:solidFill>
                <a:srgbClr val="000000"/>
              </a:solidFill>
              <a:effectLst/>
              <a:uFillTx/>
              <a:latin typeface="Arial"/>
            </a:endParaRPr>
          </a:p>
          <a:p>
            <a:pPr indent="0" defTabSz="914400">
              <a:lnSpc>
                <a:spcPct val="100000"/>
              </a:lnSpc>
              <a:buNone/>
              <a:tabLst>
                <a:tab algn="l" pos="0"/>
              </a:tabLst>
            </a:pPr>
            <a:r>
              <a:rPr b="1" lang="en-US" sz="1800" strike="noStrike" u="none">
                <a:solidFill>
                  <a:srgbClr val="ffffff"/>
                </a:solidFill>
                <a:effectLst/>
                <a:uFillTx/>
                <a:latin typeface="Corbel"/>
              </a:rPr>
              <a:t>Due on Thurs 1/29</a:t>
            </a:r>
            <a:endParaRPr b="0" lang="en-US" sz="1800" strike="noStrike" u="none">
              <a:solidFill>
                <a:srgbClr val="000000"/>
              </a:solidFill>
              <a:effectLst/>
              <a:uFillTx/>
              <a:latin typeface="Arial"/>
            </a:endParaRPr>
          </a:p>
        </p:txBody>
      </p:sp>
      <p:sp>
        <p:nvSpPr>
          <p:cNvPr id="291" name="PlaceHolder 7"/>
          <p:cNvSpPr>
            <a:spLocks noGrp="1"/>
          </p:cNvSpPr>
          <p:nvPr>
            <p:ph type="title"/>
          </p:nvPr>
        </p:nvSpPr>
        <p:spPr>
          <a:xfrm>
            <a:off x="255960" y="254520"/>
            <a:ext cx="2833560" cy="212184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en-US" sz="3600" spc="-60" strike="noStrike" u="none">
                <a:solidFill>
                  <a:srgbClr val="ffffff"/>
                </a:solidFill>
                <a:effectLst/>
                <a:uFillTx/>
                <a:latin typeface="Arial"/>
              </a:rPr>
              <a:t>Upcoming Statistics Assignment</a:t>
            </a:r>
            <a:endParaRPr b="0" lang="en-US" sz="3600" strike="noStrike" u="none">
              <a:solidFill>
                <a:srgbClr val="000000"/>
              </a:solidFill>
              <a:effectLst/>
              <a:uFillTx/>
              <a:latin typeface="Arial"/>
            </a:endParaRPr>
          </a:p>
        </p:txBody>
      </p:sp>
      <p:sp>
        <p:nvSpPr>
          <p:cNvPr id="292" name="PlaceHolder 148"/>
          <p:cNvSpPr/>
          <p:nvPr/>
        </p:nvSpPr>
        <p:spPr>
          <a:xfrm>
            <a:off x="3886200" y="1251000"/>
            <a:ext cx="3473640" cy="4373280"/>
          </a:xfrm>
          <a:prstGeom prst="rect">
            <a:avLst/>
          </a:prstGeom>
          <a:noFill/>
          <a:ln w="0">
            <a:noFill/>
          </a:ln>
        </p:spPr>
        <p:style>
          <a:lnRef idx="0"/>
          <a:fillRef idx="0"/>
          <a:effectRef idx="0"/>
          <a:fontRef idx="minor"/>
        </p:style>
        <p:txBody>
          <a:bodyPr lIns="90000" rIns="90000" tIns="45000" bIns="45000" anchor="t">
            <a:normAutofit/>
          </a:bodyPr>
          <a:p>
            <a:pPr>
              <a:lnSpc>
                <a:spcPct val="90000"/>
              </a:lnSpc>
              <a:spcBef>
                <a:spcPts val="1417"/>
              </a:spcBef>
            </a:pPr>
            <a:endParaRPr b="0" lang="en-US" sz="1800" strike="noStrike" u="none">
              <a:solidFill>
                <a:schemeClr val="dk1"/>
              </a:solidFill>
              <a:effectLst/>
              <a:uFillTx/>
              <a:latin typeface="Corbe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Title and Text">
  <a:themeElements>
    <a:clrScheme name="Colorblind Palette">
      <a:dk1>
        <a:srgbClr val="000000"/>
      </a:dk1>
      <a:lt1>
        <a:srgbClr val="ffffff"/>
      </a:lt1>
      <a:dk2>
        <a:srgbClr val="545454"/>
      </a:dk2>
      <a:lt2>
        <a:srgbClr val="bfbfbf"/>
      </a:lt2>
      <a:accent1>
        <a:srgbClr val="55b4e8"/>
      </a:accent1>
      <a:accent2>
        <a:srgbClr val="e59f03"/>
      </a:accent2>
      <a:accent3>
        <a:srgbClr val="009d73"/>
      </a:accent3>
      <a:accent4>
        <a:srgbClr val="f0e442"/>
      </a:accent4>
      <a:accent5>
        <a:srgbClr val="0072b2"/>
      </a:accent5>
      <a:accent6>
        <a:srgbClr val="d45e00"/>
      </a:accent6>
      <a:hlink>
        <a:srgbClr val="d45e00"/>
      </a:hlink>
      <a:folHlink>
        <a:srgbClr val="989998"/>
      </a:folHlink>
    </a:clrScheme>
    <a:fontScheme name="Frame">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solidFill>
          <a:schemeClr val="phClr">
            <a:tint val="65000"/>
          </a:schemeClr>
        </a:solidFill>
        <a:solidFill>
          <a:schemeClr val="phClr">
            <a:shade val="80000"/>
          </a:schemeClr>
        </a:solidFill>
      </a:fillStyleLst>
      <a:lnStyleLst>
        <a:ln w="9525" cap="flat" cmpd="sng" algn="ctr">
          <a:prstDash val="solid"/>
        </a:ln>
        <a:ln w="10795" cap="flat" cmpd="sng" algn="ctr">
          <a:prstDash val="solid"/>
        </a:ln>
        <a:ln w="17145"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48000">
              <a:schemeClr val="phClr">
                <a:tint val="98000"/>
                <a:shade val="90000"/>
                <a:lumMod val="103000"/>
              </a:schemeClr>
            </a:gs>
            <a:gs pos="100000">
              <a:schemeClr val="phClr">
                <a:tint val="98000"/>
                <a:shade val="80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Title and Text">
  <a:themeElements>
    <a:clrScheme name="Colorblind Palette">
      <a:dk1>
        <a:srgbClr val="000000"/>
      </a:dk1>
      <a:lt1>
        <a:srgbClr val="ffffff"/>
      </a:lt1>
      <a:dk2>
        <a:srgbClr val="545454"/>
      </a:dk2>
      <a:lt2>
        <a:srgbClr val="bfbfbf"/>
      </a:lt2>
      <a:accent1>
        <a:srgbClr val="55b4e8"/>
      </a:accent1>
      <a:accent2>
        <a:srgbClr val="e59f03"/>
      </a:accent2>
      <a:accent3>
        <a:srgbClr val="009d73"/>
      </a:accent3>
      <a:accent4>
        <a:srgbClr val="f0e442"/>
      </a:accent4>
      <a:accent5>
        <a:srgbClr val="0072b2"/>
      </a:accent5>
      <a:accent6>
        <a:srgbClr val="d45e00"/>
      </a:accent6>
      <a:hlink>
        <a:srgbClr val="d45e00"/>
      </a:hlink>
      <a:folHlink>
        <a:srgbClr val="989998"/>
      </a:folHlink>
    </a:clrScheme>
    <a:fontScheme name="Frame">
      <a:majorFont>
        <a:latin typeface="Corbel" panose="020B0503020204020204" pitchFamily="0" charset="1"/>
        <a:ea typeface=""/>
        <a:cs typeface=""/>
      </a:majorFont>
      <a:minorFont>
        <a:latin typeface="Corbel" panose="020B0503020204020204" pitchFamily="0" charset="1"/>
        <a:ea typeface=""/>
        <a:cs typeface=""/>
      </a:minorFont>
    </a:fontScheme>
    <a:fmtScheme>
      <a:fillStyleLst>
        <a:solidFill>
          <a:schemeClr val="phClr"/>
        </a:solidFill>
        <a:solidFill>
          <a:schemeClr val="phClr">
            <a:tint val="65000"/>
          </a:schemeClr>
        </a:solidFill>
        <a:solidFill>
          <a:schemeClr val="phClr">
            <a:shade val="80000"/>
          </a:schemeClr>
        </a:solidFill>
      </a:fillStyleLst>
      <a:lnStyleLst>
        <a:ln w="9525" cap="flat" cmpd="sng" algn="ctr">
          <a:prstDash val="solid"/>
        </a:ln>
        <a:ln w="10795" cap="flat" cmpd="sng" algn="ctr">
          <a:prstDash val="solid"/>
        </a:ln>
        <a:ln w="17145"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48000">
              <a:schemeClr val="phClr">
                <a:tint val="98000"/>
                <a:shade val="90000"/>
                <a:lumMod val="103000"/>
              </a:schemeClr>
            </a:gs>
            <a:gs pos="100000">
              <a:schemeClr val="phClr">
                <a:tint val="98000"/>
                <a:shade val="80000"/>
              </a:schemeClr>
            </a:gs>
          </a:gsLst>
          <a:lin ang="5400000" scaled="0"/>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comm-2450-deck-template-master</Template>
  <TotalTime>4328</TotalTime>
  <Application>LibreOffice/25.8.3.2$Linux_X86_64 LibreOffice_project/580$Build-2</Application>
  <AppVersion>15.0000</AppVersion>
  <Words>350</Words>
  <Paragraphs>37</Paragraphs>
  <Company>Cornell University</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2020-11-01T15:20:40Z</dcterms:created>
  <dc:creator>Drew Margolin</dc:creator>
  <dc:description/>
  <dc:language>en-US</dc:language>
  <cp:lastModifiedBy>J. Nathan Matias</cp:lastModifiedBy>
  <cp:lastPrinted>2021-11-02T13:41:04Z</cp:lastPrinted>
  <dcterms:modified xsi:type="dcterms:W3CDTF">2026-01-22T07:43:47Z</dcterms:modified>
  <cp:revision>349</cp:revision>
  <dc:subject/>
  <dc:title>Slide Formats for COMM 2450</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9</vt:i4>
  </property>
  <property fmtid="{D5CDD505-2E9C-101B-9397-08002B2CF9AE}" pid="3" name="PresentationFormat">
    <vt:lpwstr>Widescreen</vt:lpwstr>
  </property>
  <property fmtid="{D5CDD505-2E9C-101B-9397-08002B2CF9AE}" pid="4" name="Slides">
    <vt:i4>9</vt:i4>
  </property>
</Properties>
</file>